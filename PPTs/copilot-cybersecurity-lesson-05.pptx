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handoutMasters/handoutMaster1.xml" ContentType="application/vnd.openxmlformats-officedocument.presentationml.handoutMaster+xml"/>
  <Override PartName="/ppt/media/image2.svg" ContentType="image/svg+xml"/>
  <Override PartName="/ppt/media/image3.svg" ContentType="image/svg+xml"/>
  <Override PartName="/ppt/media/image5.svg" ContentType="image/svg+xml"/>
  <Override PartName="/ppt/media/image67.svg" ContentType="image/svg+xml"/>
  <Override PartName="/ppt/media/image69.svg" ContentType="image/svg+xml"/>
  <Override PartName="/ppt/media/image71.svg" ContentType="image/svg+xml"/>
  <Override PartName="/ppt/media/image73.svg" ContentType="image/svg+xml"/>
  <Override PartName="/ppt/media/image75.svg" ContentType="image/svg+xml"/>
  <Override PartName="/ppt/media/image7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59" r:id="rId4"/>
  </p:sldMasterIdLst>
  <p:notesMasterIdLst>
    <p:notesMasterId r:id="rId15"/>
  </p:notesMasterIdLst>
  <p:handoutMasterIdLst>
    <p:handoutMasterId r:id="rId16"/>
  </p:handoutMasterIdLst>
  <p:sldIdLst>
    <p:sldId id="256" r:id="rId5"/>
    <p:sldId id="257" r:id="rId14"/>
    <p:sldId id="258" r:id="rId13"/>
    <p:sldId id="259" r:id="rId12"/>
    <p:sldId id="260" r:id="rId11"/>
    <p:sldId id="261" r:id="rId10"/>
    <p:sldId id="262" r:id="rId9"/>
    <p:sldId id="263" r:id="rId8"/>
    <p:sldId id="264" r:id="rId7"/>
    <p:sldId id="265" r:id="rId6"/>
    <p:sldId id="266" r:id="rId28"/>
    <p:sldId id="267" r:id="rId29"/>
  </p:sldIdLst>
  <p:sldSz cx="12192000" cy="6858000"/>
  <p:notesSz cx="6858000" cy="9144000"/>
  <p:embeddedFontLst>
    <p:embeddedFont>
      <p:font typeface="Plus Jakarta Sans" panose="020B0604020202020204" charset="0"/>
      <p:regular r:id="rId17"/>
      <p:bold r:id="rId18"/>
      <p:italic r:id="rId19"/>
      <p:boldItalic r:id="rId20"/>
    </p:embeddedFont>
    <p:embeddedFont>
      <p:font typeface="Plus Jakarta Sans Medium" panose="020B0604020202020204" charset="0"/>
      <p:regular r:id="rId21"/>
      <p:italic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1F5370F-EADF-81FA-8068-58A0A4B134BB}" name="Joan Lambert" initials="JL" userId="S::joan.lambert@pearson.com::8a317a37-0f77-4151-bb60-9515f362ceeb" providerId="AD"/>
  <p188:author id="{46694D10-DD1C-38CD-D46D-3460975AC69F}" name="Varma, Smruti" initials="SV" userId="S::Smruti.Varma@landor.com::b615f429-37b9-4a39-a286-38a6080608d4" providerId="AD"/>
  <p188:author id="{C82FDD14-FDFF-2B65-2D60-F0CE345AC948}" name="Keisha Ridwan" initials="" userId="S::Keisha.Ridwan@landor.com::b5d18e47-bc42-422a-a197-fcf3ca4d761f" providerId="AD"/>
  <p188:author id="{50668825-80D9-FAF6-E3E8-06171ECEB408}" name="Pallavi Kadam" initials="PK" userId="S::Pallavi.Kadam@landor.com::eea03d5c-5843-4108-a4f7-7b528b80ec26" providerId="AD"/>
  <p188:author id="{20F7CC8C-BECF-4DA8-E9C9-71CCD688C8BF}" name="Taylor Moore" initials="TM" userId="Taylor Moore" providerId="None"/>
  <p188:author id="{28CB41B2-B3A2-3E4F-047A-D3C6B9D178E7}" name="Tyler Brown" initials="TB" userId="S::tyler.brown@landor.com::06b81854-7bfb-41cc-8a4c-420e39506896" providerId="AD"/>
  <p188:author id="{EA6085B6-498F-E44D-5D5E-25AE0F3D7FEA}" name="Taylor Moore" initials="" userId="S::taylor.moore@pearson.com::722673e9-9160-42d3-81ab-c343631a8bbb" providerId="AD"/>
  <p188:author id="{9C19BDC1-26D5-294C-0591-99B8CAE7204D}" name="Sarah Conklin" initials="SC" userId="S::sarah.conklin1@pearson.com::9409c5db-21ed-4769-bd0f-6af5e625a01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EDF7"/>
    <a:srgbClr val="12A2F3"/>
    <a:srgbClr val="4F4F4F"/>
    <a:srgbClr val="414141"/>
    <a:srgbClr val="737373"/>
    <a:srgbClr val="F2F2F2"/>
    <a:srgbClr val="E0E0E0"/>
    <a:srgbClr val="DF41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903"/>
    <p:restoredTop sz="72409" autoAdjust="0"/>
  </p:normalViewPr>
  <p:slideViewPr>
    <p:cSldViewPr snapToGrid="0">
      <p:cViewPr varScale="1">
        <p:scale>
          <a:sx n="72" d="100"/>
          <a:sy n="72" d="100"/>
        </p:scale>
        <p:origin x="2256" y="27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10.xml"/><Relationship Id="rId7" Type="http://schemas.openxmlformats.org/officeDocument/2006/relationships/slide" Target="slides/slide9.xml"/><Relationship Id="rId8" Type="http://schemas.openxmlformats.org/officeDocument/2006/relationships/slide" Target="slides/slide8.xml"/><Relationship Id="rId9" Type="http://schemas.openxmlformats.org/officeDocument/2006/relationships/slide" Target="slides/slide7.xml"/><Relationship Id="rId10" Type="http://schemas.openxmlformats.org/officeDocument/2006/relationships/slide" Target="slides/slide6.xml"/><Relationship Id="rId11" Type="http://schemas.openxmlformats.org/officeDocument/2006/relationships/slide" Target="slides/slide5.xml"/><Relationship Id="rId12" Type="http://schemas.openxmlformats.org/officeDocument/2006/relationships/slide" Target="slides/slide4.xml"/><Relationship Id="rId13" Type="http://schemas.openxmlformats.org/officeDocument/2006/relationships/slide" Target="slides/slide3.xml"/><Relationship Id="rId14" Type="http://schemas.openxmlformats.org/officeDocument/2006/relationships/slide" Target="slides/slide2.xml"/><Relationship Id="rId15" Type="http://schemas.openxmlformats.org/officeDocument/2006/relationships/notesMaster" Target="notesMasters/notesMaster1.xml"/><Relationship Id="rId16" Type="http://schemas.openxmlformats.org/officeDocument/2006/relationships/handoutMaster" Target="handoutMasters/handoutMaster1.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microsoft.com/office/2018/10/relationships/authors" Target="authors.xml"/><Relationship Id="rId28" Type="http://schemas.openxmlformats.org/officeDocument/2006/relationships/slide" Target="slides/slide11.xml"/><Relationship Id="rId2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JAN</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DATA</c:v>
                </c:pt>
              </c:strCache>
            </c:strRef>
          </c:cat>
          <c:val>
            <c:numRef>
              <c:f>Sheet1!$B$2</c:f>
              <c:numCache>
                <c:formatCode>General</c:formatCode>
                <c:ptCount val="1"/>
                <c:pt idx="0">
                  <c:v>2.2999999999999998</c:v>
                </c:pt>
              </c:numCache>
            </c:numRef>
          </c:val>
          <c:extLst>
            <c:ext xmlns:c16="http://schemas.microsoft.com/office/drawing/2014/chart" uri="{C3380CC4-5D6E-409C-BE32-E72D297353CC}">
              <c16:uniqueId val="{00000000-44CE-4AFD-8A18-A9E8A47F37F0}"/>
            </c:ext>
          </c:extLst>
        </c:ser>
        <c:ser>
          <c:idx val="1"/>
          <c:order val="1"/>
          <c:tx>
            <c:strRef>
              <c:f>Sheet1!$C$1</c:f>
              <c:strCache>
                <c:ptCount val="1"/>
                <c:pt idx="0">
                  <c:v>FEB</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DATA</c:v>
                </c:pt>
              </c:strCache>
            </c:strRef>
          </c:cat>
          <c:val>
            <c:numRef>
              <c:f>Sheet1!$C$2</c:f>
              <c:numCache>
                <c:formatCode>General</c:formatCode>
                <c:ptCount val="1"/>
                <c:pt idx="0">
                  <c:v>3</c:v>
                </c:pt>
              </c:numCache>
            </c:numRef>
          </c:val>
          <c:extLst>
            <c:ext xmlns:c16="http://schemas.microsoft.com/office/drawing/2014/chart" uri="{C3380CC4-5D6E-409C-BE32-E72D297353CC}">
              <c16:uniqueId val="{00000001-44CE-4AFD-8A18-A9E8A47F37F0}"/>
            </c:ext>
          </c:extLst>
        </c:ser>
        <c:ser>
          <c:idx val="2"/>
          <c:order val="2"/>
          <c:tx>
            <c:strRef>
              <c:f>Sheet1!$D$1</c:f>
              <c:strCache>
                <c:ptCount val="1"/>
                <c:pt idx="0">
                  <c:v>MAR</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DATA</c:v>
                </c:pt>
              </c:strCache>
            </c:strRef>
          </c:cat>
          <c:val>
            <c:numRef>
              <c:f>Sheet1!$D$2</c:f>
              <c:numCache>
                <c:formatCode>General</c:formatCode>
                <c:ptCount val="1"/>
                <c:pt idx="0">
                  <c:v>1.8</c:v>
                </c:pt>
              </c:numCache>
            </c:numRef>
          </c:val>
          <c:extLst>
            <c:ext xmlns:c16="http://schemas.microsoft.com/office/drawing/2014/chart" uri="{C3380CC4-5D6E-409C-BE32-E72D297353CC}">
              <c16:uniqueId val="{00000002-44CE-4AFD-8A18-A9E8A47F37F0}"/>
            </c:ext>
          </c:extLst>
        </c:ser>
        <c:ser>
          <c:idx val="3"/>
          <c:order val="3"/>
          <c:tx>
            <c:strRef>
              <c:f>Sheet1!$E$1</c:f>
              <c:strCache>
                <c:ptCount val="1"/>
                <c:pt idx="0">
                  <c:v>APR</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DATA</c:v>
                </c:pt>
              </c:strCache>
            </c:strRef>
          </c:cat>
          <c:val>
            <c:numRef>
              <c:f>Sheet1!$E$2</c:f>
              <c:numCache>
                <c:formatCode>General</c:formatCode>
                <c:ptCount val="1"/>
                <c:pt idx="0">
                  <c:v>3.8</c:v>
                </c:pt>
              </c:numCache>
            </c:numRef>
          </c:val>
          <c:extLst>
            <c:ext xmlns:c16="http://schemas.microsoft.com/office/drawing/2014/chart" uri="{C3380CC4-5D6E-409C-BE32-E72D297353CC}">
              <c16:uniqueId val="{00000003-44CE-4AFD-8A18-A9E8A47F37F0}"/>
            </c:ext>
          </c:extLst>
        </c:ser>
        <c:ser>
          <c:idx val="4"/>
          <c:order val="4"/>
          <c:tx>
            <c:strRef>
              <c:f>Sheet1!$F$1</c:f>
              <c:strCache>
                <c:ptCount val="1"/>
                <c:pt idx="0">
                  <c:v>MAY</c:v>
                </c:pt>
              </c:strCache>
            </c:strRef>
          </c:tx>
          <c:spPr>
            <a:solidFill>
              <a:schemeClr val="accent5"/>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DATA</c:v>
                </c:pt>
              </c:strCache>
            </c:strRef>
          </c:cat>
          <c:val>
            <c:numRef>
              <c:f>Sheet1!$F$2</c:f>
              <c:numCache>
                <c:formatCode>General</c:formatCode>
                <c:ptCount val="1"/>
                <c:pt idx="0">
                  <c:v>3.4</c:v>
                </c:pt>
              </c:numCache>
            </c:numRef>
          </c:val>
          <c:extLst>
            <c:ext xmlns:c16="http://schemas.microsoft.com/office/drawing/2014/chart" uri="{C3380CC4-5D6E-409C-BE32-E72D297353CC}">
              <c16:uniqueId val="{00000004-44CE-4AFD-8A18-A9E8A47F37F0}"/>
            </c:ext>
          </c:extLst>
        </c:ser>
        <c:ser>
          <c:idx val="5"/>
          <c:order val="5"/>
          <c:tx>
            <c:strRef>
              <c:f>Sheet1!$G$1</c:f>
              <c:strCache>
                <c:ptCount val="1"/>
                <c:pt idx="0">
                  <c:v>JUN</c:v>
                </c:pt>
              </c:strCache>
            </c:strRef>
          </c:tx>
          <c:spPr>
            <a:solidFill>
              <a:schemeClr val="accent6"/>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DATA</c:v>
                </c:pt>
              </c:strCache>
            </c:strRef>
          </c:cat>
          <c:val>
            <c:numRef>
              <c:f>Sheet1!$G$2</c:f>
              <c:numCache>
                <c:formatCode>General</c:formatCode>
                <c:ptCount val="1"/>
                <c:pt idx="0">
                  <c:v>4.5999999999999996</c:v>
                </c:pt>
              </c:numCache>
            </c:numRef>
          </c:val>
          <c:extLst>
            <c:ext xmlns:c16="http://schemas.microsoft.com/office/drawing/2014/chart" uri="{C3380CC4-5D6E-409C-BE32-E72D297353CC}">
              <c16:uniqueId val="{00000005-44CE-4AFD-8A18-A9E8A47F37F0}"/>
            </c:ext>
          </c:extLst>
        </c:ser>
        <c:dLbls>
          <c:showLegendKey val="0"/>
          <c:showVal val="1"/>
          <c:showCatName val="0"/>
          <c:showSerName val="0"/>
          <c:showPercent val="0"/>
          <c:showBubbleSize val="0"/>
        </c:dLbls>
        <c:gapWidth val="200"/>
        <c:overlap val="-50"/>
        <c:axId val="420139552"/>
        <c:axId val="420150080"/>
      </c:barChart>
      <c:catAx>
        <c:axId val="4201395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Segoe UI" panose="020B0502040204020203" pitchFamily="34" charset="0"/>
                <a:ea typeface="+mn-ea"/>
                <a:cs typeface="Segoe UI" panose="020B0502040204020203" pitchFamily="34" charset="0"/>
              </a:defRPr>
            </a:pPr>
            <a:endParaRPr lang="en-US"/>
          </a:p>
        </c:txPr>
        <c:crossAx val="420150080"/>
        <c:crosses val="autoZero"/>
        <c:auto val="1"/>
        <c:lblAlgn val="ctr"/>
        <c:lblOffset val="100"/>
        <c:noMultiLvlLbl val="0"/>
      </c:catAx>
      <c:valAx>
        <c:axId val="420150080"/>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Segoe UI" panose="020B0502040204020203" pitchFamily="34" charset="0"/>
              </a:defRPr>
            </a:pPr>
            <a:endParaRPr lang="en-US"/>
          </a:p>
        </c:txPr>
        <c:crossAx val="420139552"/>
        <c:crosses val="autoZero"/>
        <c:crossBetween val="between"/>
        <c:majorUnit val="1"/>
        <c:minorUnit val="0.1"/>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Segoe UI" panose="020B0502040204020203"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C1B-4635-99A7-803E23345B8C}"/>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CC1B-4635-99A7-803E23345B8C}"/>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CC1B-4635-99A7-803E23345B8C}"/>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CC1B-4635-99A7-803E23345B8C}"/>
              </c:ext>
            </c:extLst>
          </c:dPt>
          <c:cat>
            <c:strRef>
              <c:f>Sheet1!$A$2:$A$5</c:f>
              <c:strCache>
                <c:ptCount val="4"/>
                <c:pt idx="0">
                  <c:v>Q1</c:v>
                </c:pt>
                <c:pt idx="1">
                  <c:v>Q2</c:v>
                </c:pt>
                <c:pt idx="2">
                  <c:v>Q3</c:v>
                </c:pt>
                <c:pt idx="3">
                  <c:v>Q4</c:v>
                </c:pt>
              </c:strCache>
            </c:strRef>
          </c:cat>
          <c:val>
            <c:numRef>
              <c:f>Sheet1!$B$2:$B$5</c:f>
              <c:numCache>
                <c:formatCode>General</c:formatCode>
                <c:ptCount val="4"/>
                <c:pt idx="0">
                  <c:v>55</c:v>
                </c:pt>
                <c:pt idx="1">
                  <c:v>20</c:v>
                </c:pt>
                <c:pt idx="2">
                  <c:v>5</c:v>
                </c:pt>
                <c:pt idx="3">
                  <c:v>10</c:v>
                </c:pt>
              </c:numCache>
            </c:numRef>
          </c:val>
          <c:extLst>
            <c:ext xmlns:c16="http://schemas.microsoft.com/office/drawing/2014/chart" uri="{C3380CC4-5D6E-409C-BE32-E72D297353CC}">
              <c16:uniqueId val="{00000008-CC1B-4635-99A7-803E23345B8C}"/>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Segoe UI" panose="020B0502040204020203" pitchFamily="34" charset="0"/>
              <a:ea typeface="+mn-ea"/>
              <a:cs typeface="Segoe UI" panose="020B0502040204020203"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85A484E-2BD9-3CBE-C611-D3089AC1AE9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Plus Jakarta Sans Medium" pitchFamily="2" charset="0"/>
            </a:endParaRPr>
          </a:p>
        </p:txBody>
      </p:sp>
      <p:sp>
        <p:nvSpPr>
          <p:cNvPr id="3" name="Date Placeholder 2">
            <a:extLst>
              <a:ext uri="{FF2B5EF4-FFF2-40B4-BE49-F238E27FC236}">
                <a16:creationId xmlns:a16="http://schemas.microsoft.com/office/drawing/2014/main" id="{E4E7924C-FE91-B6B8-1539-895151714C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8E41D17-B1DE-4F3D-8229-E6DD2286D408}" type="datetimeFigureOut">
              <a:rPr lang="en-US" smtClean="0">
                <a:latin typeface="Plus Jakarta Sans Medium" pitchFamily="2" charset="0"/>
              </a:rPr>
              <a:t>Sun, 11/16/2025</a:t>
            </a:fld>
            <a:endParaRPr lang="en-US">
              <a:latin typeface="Plus Jakarta Sans Medium" pitchFamily="2" charset="0"/>
            </a:endParaRPr>
          </a:p>
        </p:txBody>
      </p:sp>
      <p:sp>
        <p:nvSpPr>
          <p:cNvPr id="4" name="Footer Placeholder 3">
            <a:extLst>
              <a:ext uri="{FF2B5EF4-FFF2-40B4-BE49-F238E27FC236}">
                <a16:creationId xmlns:a16="http://schemas.microsoft.com/office/drawing/2014/main" id="{83BB3357-0477-9C6D-6606-044FA160C44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Plus Jakarta Sans Medium" pitchFamily="2" charset="0"/>
            </a:endParaRPr>
          </a:p>
        </p:txBody>
      </p:sp>
      <p:sp>
        <p:nvSpPr>
          <p:cNvPr id="5" name="Slide Number Placeholder 4">
            <a:extLst>
              <a:ext uri="{FF2B5EF4-FFF2-40B4-BE49-F238E27FC236}">
                <a16:creationId xmlns:a16="http://schemas.microsoft.com/office/drawing/2014/main" id="{272A7606-B324-E325-4BFC-71A57E9DE45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3D87F3D-D5D7-403E-A0DB-D0DC951FAB6E}" type="slidenum">
              <a:rPr lang="en-US" smtClean="0">
                <a:latin typeface="Plus Jakarta Sans Medium" pitchFamily="2" charset="0"/>
              </a:rPr>
              <a:t>‹#›</a:t>
            </a:fld>
            <a:endParaRPr lang="en-US">
              <a:latin typeface="Plus Jakarta Sans Medium" pitchFamily="2" charset="0"/>
            </a:endParaRPr>
          </a:p>
        </p:txBody>
      </p:sp>
    </p:spTree>
    <p:extLst>
      <p:ext uri="{BB962C8B-B14F-4D97-AF65-F5344CB8AC3E}">
        <p14:creationId xmlns:p14="http://schemas.microsoft.com/office/powerpoint/2010/main" val="168946460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lus Jakarta Sans Medium" pitchFamily="2"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lus Jakarta Sans Medium" pitchFamily="2" charset="0"/>
              </a:defRPr>
            </a:lvl1pPr>
          </a:lstStyle>
          <a:p>
            <a:fld id="{2A9CD6B2-B732-FC41-A69E-62762D3FD565}" type="datetimeFigureOut">
              <a:rPr lang="en-US" smtClean="0"/>
              <a:pPr/>
              <a:t>Sun, 11/16/2025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lus Jakarta Sans Medium" pitchFamily="2"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lus Jakarta Sans Medium" pitchFamily="2" charset="0"/>
              </a:defRPr>
            </a:lvl1pPr>
          </a:lstStyle>
          <a:p>
            <a:fld id="{654E6AB8-202A-7D41-9CBD-7C8AE42CF1A5}" type="slidenum">
              <a:rPr lang="en-US" smtClean="0"/>
              <a:pPr/>
              <a:t>‹#›</a:t>
            </a:fld>
            <a:endParaRPr lang="en-US"/>
          </a:p>
        </p:txBody>
      </p:sp>
    </p:spTree>
    <p:extLst>
      <p:ext uri="{BB962C8B-B14F-4D97-AF65-F5344CB8AC3E}">
        <p14:creationId xmlns:p14="http://schemas.microsoft.com/office/powerpoint/2010/main" val="962103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Plus Jakarta Sans Medium" pitchFamily="2" charset="0"/>
        <a:ea typeface="+mn-ea"/>
        <a:cs typeface="+mn-cs"/>
      </a:defRPr>
    </a:lvl1pPr>
    <a:lvl2pPr marL="457200" algn="l" defTabSz="914400" rtl="0" eaLnBrk="1" latinLnBrk="0" hangingPunct="1">
      <a:defRPr sz="1200" kern="1200">
        <a:solidFill>
          <a:schemeClr val="tx1"/>
        </a:solidFill>
        <a:latin typeface="Plus Jakarta Sans Medium" pitchFamily="2" charset="0"/>
        <a:ea typeface="+mn-ea"/>
        <a:cs typeface="+mn-cs"/>
      </a:defRPr>
    </a:lvl2pPr>
    <a:lvl3pPr marL="914400" algn="l" defTabSz="914400" rtl="0" eaLnBrk="1" latinLnBrk="0" hangingPunct="1">
      <a:defRPr sz="1200" kern="1200">
        <a:solidFill>
          <a:schemeClr val="tx1"/>
        </a:solidFill>
        <a:latin typeface="Plus Jakarta Sans Medium" pitchFamily="2" charset="0"/>
        <a:ea typeface="+mn-ea"/>
        <a:cs typeface="+mn-cs"/>
      </a:defRPr>
    </a:lvl3pPr>
    <a:lvl4pPr marL="1371600" algn="l" defTabSz="914400" rtl="0" eaLnBrk="1" latinLnBrk="0" hangingPunct="1">
      <a:defRPr sz="1200" kern="1200">
        <a:solidFill>
          <a:schemeClr val="tx1"/>
        </a:solidFill>
        <a:latin typeface="Plus Jakarta Sans Medium" pitchFamily="2" charset="0"/>
        <a:ea typeface="+mn-ea"/>
        <a:cs typeface="+mn-cs"/>
      </a:defRPr>
    </a:lvl4pPr>
    <a:lvl5pPr marL="1828800" algn="l" defTabSz="914400" rtl="0" eaLnBrk="1" latinLnBrk="0" hangingPunct="1">
      <a:defRPr sz="1200" kern="1200">
        <a:solidFill>
          <a:schemeClr val="tx1"/>
        </a:solidFill>
        <a:latin typeface="Plus Jakarta Sans Medium"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FRAMER: Welcome to Lesson 2. In Lesson 1, we detected vulnerabilities with Copilot. Today we're implementing secure systems from first principles. We're not just writing secure code - we're using GitHub Copilot and GitHub Advanced Security to build authentication, encryption, API gateways, and zero-trust architectures that pass enterprise security reviews.</a:t>
            </a:r>
          </a:p>
          <a:p>
            <a:endParaRPr/>
          </a:p>
          <a:p>
            <a:r>
              <a:t>BULLETS:</a:t>
            </a:r>
          </a:p>
          <a:p>
            <a:endParaRPr/>
          </a:p>
          <a:p>
            <a:r>
              <a:t>The shift from Lesson 1 to Lesson 2 is moving from reactive to proactive security. Detection finds problems after they're written. Prevention eliminates problem classes before code hits production. GitHub Copilot excels at both, but today we're focusing on its ability to generate secure implementations that follow OWASP, NIST, and industry best practices automatically.</a:t>
            </a:r>
          </a:p>
          <a:p>
            <a:endParaRPr/>
          </a:p>
          <a:p>
            <a:r>
              <a:t>Over the next 40 minutes, we're implementing security protocols using GitHub Copilot's deep knowledge of security patterns combined with GitHub Advanced Security's policy enforcement. These aren't theoretical examples - this is production infrastructure that passes SOC 2 audits and enterprise security reviews.</a:t>
            </a:r>
          </a:p>
          <a:p>
            <a:endParaRPr/>
          </a:p>
          <a:p>
            <a:r>
              <a:t>All code samples, infrastructure-as-code templates, and Copilot prompts are at timw.info/copilot-security/lesson-02. You'll get working OAuth servers, encryption libraries, API gateway middleware, and Terraform templates you can deploy today.</a:t>
            </a:r>
          </a:p>
          <a:p>
            <a:endParaRPr/>
          </a:p>
          <a:p>
            <a:r>
              <a:t>PRO TIP: The most powerful thing about GitHub Copilot for security isn't that it writes secure code faster - it's that it knows security patterns you might not. OAuth 2.0 with PKCE, AES-256-GCM with proper IV generation, JWT validation with clock skew tolerance. These aren't obscure details - they're the difference between secure and broken implementations. Copilot gets them right automatically.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Compliance doesn't have to be the soul-crushing paperwork exercise we've all experienced. When you automate compliance checks, security baselines, and incident response procedures, compliance becomes continuous validation instead of quarterly panic. This is where Copilot transforms from a coding assistant into a compliance force multiplier.</a:t>
            </a:r>
          </a:p>
          <a:p/>
          <a:p>
            <a:r>
              <a:t>BULLETS:</a:t>
            </a:r>
          </a:p>
          <a:p/>
          <a:p>
            <a:r>
              <a:t>• Generate compliant infrastructure-as-code templates and security baselines - We'll use Copilot to create ARM templates, Terraform configurations, and Azure Bicep files that are secure by default. These templates include encryption settings, network security groups, RBAC policies, and logging configurations that meet compliance requirements from day one. Contoso reduced their infrastructure provisioning audit findings by 90% using hardened IaC templates.</a:t>
            </a:r>
          </a:p>
          <a:p/>
          <a:p>
            <a:r>
              <a:t>• Automate CIS and NIST benchmark verification scripts - Manual compliance checking is tedious and error-prone. We'll build PowerShell and Python scripts that automatically validate CIS benchmarks and NIST 800-53 controls across your infrastructure. These scripts run continuously, catching configuration drift before auditors do. Fabrikam runs these checks hourly on all production servers.</a:t>
            </a:r>
          </a:p>
          <a:p/>
          <a:p>
            <a:r>
              <a:t>• Build STIG compliance validation and auto-remediation tools - STIGs (Security Technical Implementation Guides) are Department of Defense security standards that commercial organizations also adopt. We'll create scripts that not only detect STIG violations but automatically remediate them. No more manual server hardening spreadsheets. Adventure Works uses these tools to maintain STIG compliance on 500+ Windows servers.</a:t>
            </a:r>
          </a:p>
          <a:p/>
          <a:p>
            <a:r>
              <a:t>• Automate security documentation, audit logs, and incident response playbooks - Auditors love documentation, but nobody loves writing it. We'll use Copilot to generate security architecture diagrams, control matrices, and incident response playbooks from your existing infrastructure and code. When you change your infrastructure, the documentation updates automatically. Tailwind Traders saved 40 hours per audit cycle using automated documentation.</a:t>
            </a:r>
          </a:p>
          <a:p/>
          <a:p>
            <a:r>
              <a:t>PRO TIP: Start with the compliance requirements that cause you the most pain. If you dread PCI-DSS audits, automate PCI compliance checks first. If SOC 2 Type II eats your time, automate SOC 2 evidence collection. Target your biggest time sink and let Copilot help you eliminate the drudgery. I've seen compliance teams reclaim 60% of their time using this approach.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Here's the beauty of infrastructure-as-code: when you provision a server with a secure template, every server gets the same security baseline. No more "oops I forgot to enable encryption" or "I thought someone else configured the firewall." Security becomes deterministic.</a:t>
            </a:r>
          </a:p>
          <a:p/>
          <a:p>
            <a:r>
              <a:t>BULLETS:</a:t>
            </a:r>
          </a:p>
          <a:p/>
          <a:p>
            <a:r>
              <a:t>• Infrastructure-as-code embeds security in provisioning - Traditional infrastructure means manually clicking through Azure Portal or AWS Console, praying you remember all the security settings. IaC means your security requirements are expressed as code that executes automatically. When you provision a new Azure SQL database, the ARM template enforces TDE encryption, auditing, threat detection, and firewall rules without any manual steps.</a:t>
            </a:r>
          </a:p>
          <a:p/>
          <a:p>
            <a:r>
              <a:t>• Use secure-by-default templates for Azure, AWS, and GCP - Each cloud provider has security best practices that nobody remembers completely. We'll prompt Copilot with "create an Azure SQL database template that meets CIS Azure Foundations Benchmark requirements" and it generates a template with all required security controls. Wide World Importers built a library of 40 secure templates covering their entire Azure footprint.</a:t>
            </a:r>
          </a:p>
          <a:p/>
          <a:p>
            <a:r>
              <a:t>• Copilot generates hardened configurations from requirements - This is where it gets powerful. You can describe your security requirements in plain English and Copilot translates them to IaC. "Create an Azure VM that's HIPAA compliant with disk encryption, no public IP, connected to a hub-spoke network, and deployed to availability zones" becomes 300 lines of Bicep that does exactly that. The translation from requirements to implementation happens in seconds.</a:t>
            </a:r>
          </a:p>
          <a:p/>
          <a:p>
            <a:r>
              <a:t>• Version control compliance as code - Your IaC templates go in Git alongside your application code. When a new CIS benchmark version releases, you update your templates and deploy the changes. Every deployment after that automatically meets the new requirements. Northwind tracks their compliance posture through Git history - they can show auditors exactly when each control was implemented and by whom.</a:t>
            </a:r>
          </a:p>
          <a:p/>
          <a:p>
            <a:r>
              <a:t>PRO TIP: Build a template library that maps to compliance frameworks. Create a directory structure like /templates/cis-azure, /templates/nist-800-53, /templates/hipaa. When audit time comes, you point auditors to the templates and the deployment logs proving they were used. This approach transformed compliance from "prove we did it" to "here's the code that does it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Let's get hands-on with infrastructure hardening. We'll create ARM templates and Terraform configurations that implement defense-in-depth from the infrastructure layer up. Watch how Copilot helps us encode security requirements that would take hours to research and implement manually.</a:t>
            </a:r>
          </a:p>
          <a:p/>
          <a:p>
            <a:r>
              <a:t>BULLETS:</a:t>
            </a:r>
          </a:p>
          <a:p/>
          <a:p>
            <a:r>
              <a:t>• Create Azure SQL template with comprehensive security controls - The demo shows an ARM template that provisions Azure SQL with TDE encryption, Microsoft Defender for SQL, auditing to Log Analytics, private endpoints instead of public access, and automated vulnerability assessments. We use Copilot to generate this by prompting with our security requirements. The template is about 400 lines of JSON that would take 3 hours to write manually but takes 10 minutes with Copilot.</a:t>
            </a:r>
          </a:p>
          <a:p/>
          <a:p>
            <a:r>
              <a:t>• Generate Terraform configuration for hardened EC2 instances - We'll create a Terraform module for EC2 instances that implements IMDSv2, encrypted EBS volumes, Systems Manager Session Manager instead of SSH, CloudWatch detailed monitoring, and security group rules following least privilege. Contoso uses this module for all EC2 deployments, ensuring every instance starts secure.</a:t>
            </a:r>
          </a:p>
          <a:p/>
          <a:p>
            <a:r>
              <a:t>• Add compliance validation tests to IaC pipelines - Here's the key insight: test your infrastructure code before deployment. We'll use tools like Checkov and tfsec to scan Terraform for security violations. If the template tries to create an S3 bucket without encryption, the pipeline fails before anything deploys. Fabrikam catches 90% of misconfigurations during pull request review, not in production.</a:t>
            </a:r>
          </a:p>
          <a:p/>
          <a:p>
            <a:r>
              <a:t>• Build reusable modules for common secure patterns - Don't reinvent security for each deployment. Create Terraform modules or ARM template specs for patterns like "secure storage account," "hardened VM," or "compliant SQL database." Teams can consume these modules knowing they're secure by design. Tailwind Traders maintains 30 secure modules that cover their entire infrastructure footprint.</a:t>
            </a:r>
          </a:p>
          <a:p/>
          <a:p>
            <a:r>
              <a:t>PRO TIP: Use Copilot to add inline comments explaining WHY each security control exists. In your ARM template, add comments like "TDE encryption required by CIS Azure Benchmark 4.1.1" or "Private endpoints prevent data exfiltration per NIST 800-53 SC-7." When new team members read the templates, they understand the security reasoning. This turns IaC into security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Compliance benchmarks like CIS and NIST are massive documents - hundreds of pages of controls and settings. Nobody can memorize them all. Automated checking means you encode the requirements once and validate them continuously.</a:t>
            </a:r>
          </a:p>
          <a:p/>
          <a:p>
            <a:r>
              <a:t>BULLETS:</a:t>
            </a:r>
          </a:p>
          <a:p/>
          <a:p>
            <a:r>
              <a:t>• CIS benchmarks define security baselines for systems and applications - CIS (Center for Internet Security) publishes security configuration guides for operating systems, databases, cloud platforms, and applications. Each benchmark contains specific settings like "disable SMBv1" or "require TLS 1.2 minimum." These are community-vetted recommendations that represent industry best practices. Adventure Works uses CIS benchmarks as their minimum security baseline across all systems.</a:t>
            </a:r>
          </a:p>
          <a:p/>
          <a:p>
            <a:r>
              <a:t>• NIST 800-53 provides comprehensive security control framework - NIST 800-53 is the US government's security control catalog, but commercial organizations use it too because it's thorough and well-structured. It covers everything from access control to incident response to security assessments. Unlike CIS benchmarks which are prescriptive, NIST 800-53 is outcome-focused - it tells you what to achieve but not exactly how. Wide World Importers maps their security program to NIST 800-53, demonstrating control coverage to customers and auditors.</a:t>
            </a:r>
          </a:p>
          <a:p/>
          <a:p>
            <a:r>
              <a:t>• Automated checking scales better than manual audits - Manual compliance checking is like manually testing code - it works for one server but breaks down at scale. If you have 500 servers, manually checking 200 CIS benchmark items means 100,000 individual checks. Automated scripts do this in minutes and can run hourly. Northwind reduced compliance checking from 40 hours per quarter to 15 minutes per day using automation.</a:t>
            </a:r>
          </a:p>
          <a:p/>
          <a:p>
            <a:r>
              <a:t>• Continuous compliance replaces point-in-time assessments - Traditional compliance means an annual audit where you scramble to prove you were compliant for the past year. Continuous compliance means you validate every day and have proof. When configuration drift happens, you know immediately instead of discovering it during audit. Fabrikam shows auditors real-time compliance dashboards that are always current.</a:t>
            </a:r>
          </a:p>
          <a:p/>
          <a:p>
            <a:r>
              <a:t>PRO TIP: Don't try to automate every control on day one. Start with the controls that fail most often in your environment. In my experience, these are usually password policies, logging configurations, and encryption settings. Automate those first, get them to 100% compliance, then expand to other controls. Progressive automation beats overwhelming yourself.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Now watch how we use Copilot to build compliance automation tools. We're going to create scripts that validate CIS benchmarks and NIST controls, then generate reports that auditors actually want to see.</a:t>
            </a:r>
          </a:p>
          <a:p/>
          <a:p>
            <a:r>
              <a:t>BULLETS:</a:t>
            </a:r>
          </a:p>
          <a:p/>
          <a:p>
            <a:r>
              <a:t>• Generate PowerShell script for CIS Windows Server benchmark - The demo shows a PowerShell script that checks 50+ CIS Windows Server 2022 controls. For each control, we test the actual configuration against the CIS requirement. "Is password minimum length set to 14 characters? Is SMBv1 disabled? Is Windows Firewall enabled?" The script outputs a compliance matrix showing pass/fail for each control. Contoso runs this script on every Windows server hourly.</a:t>
            </a:r>
          </a:p>
          <a:p/>
          <a:p>
            <a:r>
              <a:t>• Create Python tool for NIST 800-53 control validation - We'll use Copilot to generate Python code that validates NIST 800-53 controls in Azure. For example, control AC-6 (Least Privilege) maps to checking RBAC assignments for overly permissive roles. Control AU-2 (Audit Events) maps to verifying diagnostic settings on all resources. The tool queries Azure Resource Graph to validate these controls programmatically. Tailwind Traders extended this tool to cover 150 NIST controls.</a:t>
            </a:r>
          </a:p>
          <a:p/>
          <a:p>
            <a:r>
              <a:t>• Produce compliance reports in auditor-friendly formats - Auditors want Excel spreadsheets and PDF reports, not JSON output. The demo shows how to generate compliance reports in multiple formats. The Excel report has one tab per control family with pass/fail status, evidence links, and remediation recommendations. The PDF summary shows executive-level compliance percentages with trend graphs. Adventure Works built a report template that maps directly to their SOC 2 control requirements.</a:t>
            </a:r>
          </a:p>
          <a:p/>
          <a:p>
            <a:r>
              <a:t>• Schedule automated compliance scans and alerting - Compliance checking should be continuous, not quarterly. We'll use Azure Automation or GitHub Actions to schedule these scripts. When a control fails, send an alert to the security team with remediation instructions. When compliance drops below 95%, escalate to management. Wide World Importers maintains 97% compliance because they fix issues within hours instead of waiting for the next audit.</a:t>
            </a:r>
          </a:p>
          <a:p/>
          <a:p>
            <a:r>
              <a:t>PRO TIP: Store your compliance scan results in a database with timestamps. This gives you audit trails showing compliance over time. When an auditor asks "were you compliant on June 15th?" you can show them the exact scan results from that date. Fabrikam uses Azure Log Analytics to store compliance results, making them queryable with KQL for any historical date.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STIGs are the Department of Defense's security standards, and they're intense. Hundreds of highly specific controls covering operating systems, applications, and network devices. Manual STIG compliance is painful. Automated STIG compliance is manageable.</a:t>
            </a:r>
          </a:p>
          <a:p/>
          <a:p>
            <a:r>
              <a:t>BULLETS:</a:t>
            </a:r>
          </a:p>
          <a:p/>
          <a:p>
            <a:r>
              <a:t>• STIGs (Security Technical Implementation Guides) from DISA - DISA (Defense Information Systems Agency) publishes STIGs for almost every technology: Windows, Linux, SQL Server, Oracle, network devices, you name it. Each STIG contains specific checks like registry settings, file permissions, and service configurations. Organizations pursuing DoD contracts must meet STIGs. But many commercial organizations also use STIGs because they represent thorough security hardening. Northwind adopted Windows Server STIGs even though they're not DoD contractors because the controls are comprehensive.</a:t>
            </a:r>
          </a:p>
          <a:p/>
          <a:p>
            <a:r>
              <a:t>• Automated scanning detects STIG violations across systems - We'll use tools like SCAP (Security Content Automation Protocol) scanners and custom PowerShell scripts to check STIG compliance. These tools compare actual system configurations against STIG requirements and identify violations. The scan produces a report showing findings categorized by severity: CAT I (high), CAT II (medium), CAT III (low). Contoso scans their servers weekly and tracks STIG compliance as a KPI.</a:t>
            </a:r>
          </a:p>
          <a:p/>
          <a:p>
            <a:r>
              <a:t>• Auto-remediation fixes common misconfigurations safely - Here's where it gets powerful. Some STIG violations can be automatically fixed: disable unnecessary services, set registry keys, configure file permissions. We'll build remediation scripts that fix CAT II and CAT III findings automatically after human review of CAT I findings. Adventure Works auto-remediates 60% of STIG violations, leaving security teams to focus on complex findings.</a:t>
            </a:r>
          </a:p>
          <a:p/>
          <a:p>
            <a:r>
              <a:t>• Maintain compliance through configuration management - STIG compliance isn't one-time - it requires continuous maintenance. We'll use tools like DSC (Desired State Configuration) or Ansible to enforce STIG settings continuously. If someone manually changes a configuration that violates a STIG requirement, DSC automatically reverts it. Fabrikam uses Azure Automanage to apply STIG settings to all VMs with drift detection and automatic correction.</a:t>
            </a:r>
          </a:p>
          <a:p/>
          <a:p>
            <a:r>
              <a:t>PRO TIP: Start with Windows Server STIGs if you're new to this. Windows Server STIG has about 200 controls, which sounds overwhelming but many are straightforward. Use DISA's STIG Viewer tool to understand each control, then build your automation progressively. I recommend automating 20 controls per sprint. After two sprints, you'll have 40 controls automated and a clear path to 100%.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Let's dive into practical STIG automation. We're going to scan a Windows Server, identify violations, generate remediation code, and apply it safely. Watch how Copilot helps us go from STIG requirements to running code.</a:t>
            </a:r>
          </a:p>
          <a:p/>
          <a:p>
            <a:r>
              <a:t>BULLETS:</a:t>
            </a:r>
          </a:p>
          <a:p/>
          <a:p>
            <a:r>
              <a:t>• Scan Windows Server for STIG compliance gaps - The demo shows using PowerSTIG (a PowerShell module for STIG automation) to scan a Windows Server 2022 against current STIG requirements. The scan takes about 5 minutes and produces a detailed report showing 180 checks: 150 pass, 20 fail, 10 not applicable. The failures include things like "guest account not disabled" and "maximum password age not configured." This gives us our remediation roadmap.</a:t>
            </a:r>
          </a:p>
          <a:p/>
          <a:p>
            <a:r>
              <a:t>• Generate auto-remediation scripts with Copilot - Here's where Copilot shines. We paste the STIG finding text into Copilot Chat and prompt "generate PowerShell code to remediate this STIG requirement." It produces idempotent scripts that safely apply the required configuration. For example, for "V-220726: Guest account must be disabled," Copilot generates code that checks if the account exists and disables it only if needed. Wide World Importers built a library of 200 STIG remediation scripts this way.</a:t>
            </a:r>
          </a:p>
          <a:p/>
          <a:p>
            <a:r>
              <a:t>• Apply STIG baselines using PowerShell DSC - PowerShell Desired State Configuration is perfect for STIG enforcement. We define the desired state (STIG-compliant configuration) and DSC ensures systems maintain that state. The demo shows a DSC configuration that applies 50 STIG settings to a server. If someone manually changes a setting that violates a STIG requirement, DSC automatically reverts it on the next consistency check (default: every 15 minutes).</a:t>
            </a:r>
          </a:p>
          <a:p/>
          <a:p>
            <a:r>
              <a:t>• Validate remediation and document evidence - After applying remediation, scan again to verify fixes worked. The demo shows comparing before and after scans: violations dropped from 20 to 2. The remaining 2 require manual intervention (organizational policy decisions). We export the after-scan report as evidence for auditors. Tailwind Traders maintains a Git repository of scan reports timestamped and signed, providing auditable proof of continuous STIG compliance.</a:t>
            </a:r>
          </a:p>
          <a:p/>
          <a:p>
            <a:r>
              <a:t>PRO TIP: Test STIG remediation in dev before production. Some STIG settings can break applications - for example, disabling TLS 1.0 might break legacy integrations. Build a test environment, apply STIG automation, and validate that applications still work. Then roll to production with confidence. I've seen organizations break production by applying untested STIGs. Don't be that organization.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Real talk: nobody likes writing security documentation, but everybody needs it. Auditors need it, customers need it, new team members need it. The secret is automating documentation generation so it stays accurate without manual effort.</a:t>
            </a:r>
          </a:p>
          <a:p/>
          <a:p>
            <a:r>
              <a:t>BULLETS:</a:t>
            </a:r>
          </a:p>
          <a:p/>
          <a:p>
            <a:r>
              <a:t>• Documentation is evidence of security controls - Auditors don't take your word that you have security controls - they want documented evidence. Architecture diagrams showing network segmentation, control matrices mapping requirements to implementations, policy documents describing security procedures. Without documentation, you can't prove compliance even if you're technically compliant. Contoso learned this the hard way when an audit failed despite having excellent security because they couldn't document it.</a:t>
            </a:r>
          </a:p>
          <a:p/>
          <a:p>
            <a:r>
              <a:t>• Generate architecture diagrams from infrastructure code - Your Terraform and ARM templates describe your infrastructure precisely. We'll use Copilot to convert IaC into architecture diagrams automatically. Prompt it with "analyze this Terraform configuration and create a network diagram showing VPCs, subnets, security groups, and resource placement." You get a Mermaid diagram or Graphviz output that becomes your architecture documentation. When infrastructure changes, regenerate the diagram. Always accurate, never stale.</a:t>
            </a:r>
          </a:p>
          <a:p/>
          <a:p>
            <a:r>
              <a:t>• Auto-create control matrices and policy documents - Control matrices map compliance requirements to implementations. For example, "NIST 800-53 AC-2 Account Management is implemented by Azure AD with MFA and conditional access policies configured in Terraform module az-ad-security." We'll use Copilot to scan our codebase and generate these mappings automatically. Wide World Importers generates their entire SOC 2 control matrix from code annotations.</a:t>
            </a:r>
          </a:p>
          <a:p/>
          <a:p>
            <a:r>
              <a:t>• Maintain living documentation that updates with code - Traditional documentation gets written once and never updated. Living documentation is generated from code on every commit. When you add a new security control, the documentation automatically reflects it. When you remove a deprecated service, it disappears from diagrams. Fabrikam generates their security documentation in CI/CD pipeline and publishes it to an internal wiki automatically.</a:t>
            </a:r>
          </a:p>
          <a:p/>
          <a:p>
            <a:r>
              <a:t>PRO TIP: Use documentation-as-code principles. Store documentation templates in Git alongside your application code. When infrastructure changes, update documentation in the same pull request. Require documentation updates as part of code review. Adventure Works rejects PRs that add infrastructure without updating architecture docs. This cultural discipline keeps documentation accurate.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When a security incident happens, you don't have time to figure out what to do. Incident response playbooks provide step-by-step procedures that your team follows during high-stress situations. Copilot can help generate these playbooks from your infrastructure and security tooling.</a:t>
            </a:r>
          </a:p>
          <a:p/>
          <a:p>
            <a:r>
              <a:t>BULLETS:</a:t>
            </a:r>
          </a:p>
          <a:p/>
          <a:p>
            <a:r>
              <a:t>• Generate IR playbooks for common security incidents - The demo shows using Copilot to create playbooks for ransomware, data breach, account compromise, and DDoS attacks. Each playbook has sections for detection, containment, eradication, recovery, and lessons learned. We prompt Copilot with "create an incident response playbook for ransomware in an Azure environment with steps for isolation, backup recovery, and threat hunting." The output is a detailed procedure that's specific to our technology stack. Northwind maintains 20 incident-specific playbooks.</a:t>
            </a:r>
          </a:p>
          <a:p/>
          <a:p>
            <a:r>
              <a:t>• Automate evidence collection and log aggregation - When an incident is detected, you need to collect evidence fast before attackers cover their tracks. We'll create PowerShell scripts that automatically gather logs from Azure Monitor, Azure AD sign-ins, Network Watcher flow logs, and VM diagnostics. The script packages everything into a timestamped archive with chain-of-custody documentation. Contoso uses this script to collect evidence within minutes of incident detection.</a:t>
            </a:r>
          </a:p>
          <a:p/>
          <a:p>
            <a:r>
              <a:t>• Create runbooks for containment and remediation - Containment actions need to be executed precisely and quickly. We'll build Azure Automation runbooks that isolate compromised VMs, revoke user sessions, block malicious IPs, and disable compromised accounts. These runbooks can be triggered manually or automatically by SIEM alerts. Tailwind Traders reduced their mean time to contain incidents from 2 hours to 15 minutes using automated runbooks.</a:t>
            </a:r>
          </a:p>
          <a:p/>
          <a:p>
            <a:r>
              <a:t>• Integrate IR workflows with SIEM and ticketing systems - Incidents generate multiple workflows: SIEM creates an alert, creates a ticket in ServiceNow, notifies the security team in Slack, triggers evidence collection scripts, and updates a status dashboard. The demo shows a GitHub Actions workflow that orchestrates these steps. When Microsoft Sentinel fires an alert for suspicious activity, the workflow automatically kicks off IR procedures. Fabrikam handles 90% of low-severity incidents with zero manual intervention.</a:t>
            </a:r>
          </a:p>
          <a:p/>
          <a:p>
            <a:r>
              <a:t>PRO TIP: Practice incident response regularly with tabletop exercises and simulations. Having playbooks is great, but knowing they work is better. Schedule quarterly IR drills where you simulate ransomware or data breach scenarios and follow your playbooks. Time how long each step takes and identify bottlenecks. Wide World Importers runs quarterly IR simulations and updates their playbooks based on lessons learned. When a real incident happened, their practiced response was flawless.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Compliance and configuration management are the foundation of security operations. When you automate these processes, security becomes sustainable instead of heroic. Manual compliance doesn't scale, but automated compliance does.</a:t>
            </a:r>
          </a:p>
          <a:p/>
          <a:p>
            <a:r>
              <a:t>BULLETS:</a:t>
            </a:r>
          </a:p>
          <a:p/>
          <a:p>
            <a:r>
              <a:t>• Automate compliance checking to replace manual audits - Point-in-time audits tell you if you were compliant last Tuesday. Automated compliance tells you if you're compliant right now. The shift from periodic assessment to continuous validation fundamentally changes how you approach security. Contoso maintains 98% compliance because they detect and fix violations within hours instead of discovering them during annual audits.</a:t>
            </a:r>
          </a:p>
          <a:p/>
          <a:p>
            <a:r>
              <a:t>• Infrastructure-as-code embeds security controls in provisioning - Every server, database, and storage account gets the same security baseline because it's encoded in your IaC templates. No more configuration drift, no more "I forgot to enable encryption," no more manual hardening. Security becomes deterministic and auditable. Fabrikam eliminated 85% of infrastructure security findings by switching to hardened IaC templates.</a:t>
            </a:r>
          </a:p>
          <a:p/>
          <a:p>
            <a:r>
              <a:t>• STIG and benchmark automation maintains continuous compliance - Manual compliance checking doesn't scale past about 20 servers. Automated checking scales to thousands. CIS, NIST, and STIG compliance becomes continuous validation with automated remediation instead of quarterly panic with manual fixes. Adventure Works maintains STIG compliance on 500+ servers with a team of 3 using automation.</a:t>
            </a:r>
          </a:p>
          <a:p/>
          <a:p>
            <a:r>
              <a:t>• Security documentation should be generated from code, not written manually - Your code is the source of truth about your infrastructure and security controls. Documentation generated from code is always accurate and never stale. When code changes, documentation updates automatically. Wide World Importers generates 80% of their security documentation from code annotations and IaC templates.</a:t>
            </a:r>
          </a:p>
          <a:p/>
          <a:p>
            <a:r>
              <a:t>PRO TIP: Think of compliance automation as infrastructure. You build it once and maintain it like any other system. Your compliance scripts, IaC templates, and documentation generators are code that needs version control, testing, and updates. Treat compliance automation with the same engineering rigor you apply to your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FRAMER: We've covered a lot in this course - from vulnerability detection to security protocols to automated testing to code review to compliance. The key is starting small and building incrementally. Don't try to automate everything at once.</a:t>
            </a:r>
          </a:p>
          <a:p/>
          <a:p>
            <a:r>
              <a:t>BULLETS:</a:t>
            </a:r>
          </a:p>
          <a:p/>
          <a:p>
            <a:r>
              <a:t>• Apply hardened IaC templates to one environment - Pick your dev environment and deploy hardened infrastructure templates. Learn what works and what needs tuning. Validate that applications still function with the added security controls. Once you're confident, promote the templates to production. Contoso spent one sprint hardening their dev environment before rolling to production, catching configuration issues that would have caused outages.</a:t>
            </a:r>
          </a:p>
          <a:p/>
          <a:p>
            <a:r>
              <a:t>• Automate one compliance framework that matters to your organization - If you're PCI-DSS regulated, start there. If you need SOC 2, start there. If you're pursuing FedRAMP, start with NIST 800-53. Focus your automation efforts on the framework that creates the most work for your team. Fabrikam started with CIS Azure benchmarks because that's what their customers asked about most. One quarter later, they had automated 80% of CIS checks.</a:t>
            </a:r>
          </a:p>
          <a:p/>
          <a:p>
            <a:r>
              <a:t>• Build incident response playbooks for your top 3 threats - Identify the security incidents you're most likely to face. For most organizations, that's ransomware, account compromise, and data breach. Build detailed playbooks for these scenarios with automated evidence collection and containment procedures. Practice them quarterly. Northwind built ransomware IR playbooks and when they got hit 6 months later, their prepared response limited damage to one isolated VM.</a:t>
            </a:r>
          </a:p>
          <a:p/>
          <a:p>
            <a:r>
              <a:t>• Share your Copilot security patterns with the community - The patterns and prompts you develop are valuable to other security professionals. Share what works on GitHub, blog about your experiences, present at conferences. The security community benefits when we share knowledge. I've put all the code examples from this course at timw.info/copilot-security. Fork it, improve it, and share your enhancements.</a:t>
            </a:r>
          </a:p>
          <a:p/>
          <a:p>
            <a:r>
              <a:t>PRO TIP: This is the end of our course, but it's the beginning of your journey using Copilot for security work. Stay curious, keep experimenting, and remember that AI tools are force multipliers for security teams, not replacements. The combination of your security expertise plus Copilot's pattern recognition creates something more powerful than either alone. Now go automate something.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 Id="rId11" Type="http://schemas.openxmlformats.org/officeDocument/2006/relationships/image" Target="../media/image15.png"/><Relationship Id="rId12" Type="http://schemas.openxmlformats.org/officeDocument/2006/relationships/image" Target="../media/image16.png"/><Relationship Id="rId13" Type="http://schemas.openxmlformats.org/officeDocument/2006/relationships/image" Target="../media/image17.png"/><Relationship Id="rId14" Type="http://schemas.openxmlformats.org/officeDocument/2006/relationships/image" Target="../media/image18.png"/><Relationship Id="rId15" Type="http://schemas.openxmlformats.org/officeDocument/2006/relationships/image" Target="../media/image19.png"/><Relationship Id="rId16" Type="http://schemas.openxmlformats.org/officeDocument/2006/relationships/image" Target="../media/image20.png"/><Relationship Id="rId17" Type="http://schemas.openxmlformats.org/officeDocument/2006/relationships/image" Target="../media/image21.png"/><Relationship Id="rId18" Type="http://schemas.openxmlformats.org/officeDocument/2006/relationships/image" Target="../media/image22.png"/><Relationship Id="rId19" Type="http://schemas.openxmlformats.org/officeDocument/2006/relationships/image" Target="../media/image23.png"/><Relationship Id="rId20" Type="http://schemas.openxmlformats.org/officeDocument/2006/relationships/image" Target="../media/image24.png"/><Relationship Id="rId21" Type="http://schemas.openxmlformats.org/officeDocument/2006/relationships/image" Target="../media/image25.png"/><Relationship Id="rId22" Type="http://schemas.openxmlformats.org/officeDocument/2006/relationships/image" Target="../media/image26.png"/><Relationship Id="rId23" Type="http://schemas.openxmlformats.org/officeDocument/2006/relationships/image" Target="../media/image27.png"/><Relationship Id="rId24" Type="http://schemas.openxmlformats.org/officeDocument/2006/relationships/image" Target="../media/image28.png"/><Relationship Id="rId25" Type="http://schemas.openxmlformats.org/officeDocument/2006/relationships/image" Target="../media/image29.png"/><Relationship Id="rId26" Type="http://schemas.openxmlformats.org/officeDocument/2006/relationships/image" Target="../media/image30.png"/><Relationship Id="rId27" Type="http://schemas.openxmlformats.org/officeDocument/2006/relationships/image" Target="../media/image31.png"/><Relationship Id="rId28" Type="http://schemas.openxmlformats.org/officeDocument/2006/relationships/image" Target="../media/image32.png"/><Relationship Id="rId29" Type="http://schemas.openxmlformats.org/officeDocument/2006/relationships/image" Target="../media/image33.png"/><Relationship Id="rId30" Type="http://schemas.openxmlformats.org/officeDocument/2006/relationships/image" Target="../media/image34.png"/><Relationship Id="rId31" Type="http://schemas.openxmlformats.org/officeDocument/2006/relationships/image" Target="../media/image35.png"/><Relationship Id="rId32" Type="http://schemas.openxmlformats.org/officeDocument/2006/relationships/image" Target="../media/image36.png"/><Relationship Id="rId33" Type="http://schemas.openxmlformats.org/officeDocument/2006/relationships/image" Target="../media/image37.png"/><Relationship Id="rId34" Type="http://schemas.openxmlformats.org/officeDocument/2006/relationships/image" Target="../media/image38.png"/><Relationship Id="rId35" Type="http://schemas.openxmlformats.org/officeDocument/2006/relationships/image" Target="../media/image39.png"/><Relationship Id="rId36" Type="http://schemas.openxmlformats.org/officeDocument/2006/relationships/image" Target="../media/image40.png"/><Relationship Id="rId37" Type="http://schemas.openxmlformats.org/officeDocument/2006/relationships/image" Target="../media/image41.png"/><Relationship Id="rId38" Type="http://schemas.openxmlformats.org/officeDocument/2006/relationships/image" Target="../media/image42.png"/><Relationship Id="rId39" Type="http://schemas.openxmlformats.org/officeDocument/2006/relationships/image" Target="../media/image43.png"/><Relationship Id="rId40" Type="http://schemas.openxmlformats.org/officeDocument/2006/relationships/image" Target="../media/image44.png"/><Relationship Id="rId41" Type="http://schemas.openxmlformats.org/officeDocument/2006/relationships/image" Target="../media/image45.png"/><Relationship Id="rId42" Type="http://schemas.openxmlformats.org/officeDocument/2006/relationships/image" Target="../media/image46.png"/><Relationship Id="rId43" Type="http://schemas.openxmlformats.org/officeDocument/2006/relationships/image" Target="../media/image47.png"/><Relationship Id="rId44" Type="http://schemas.openxmlformats.org/officeDocument/2006/relationships/image" Target="../media/image48.png"/><Relationship Id="rId45" Type="http://schemas.openxmlformats.org/officeDocument/2006/relationships/image" Target="../media/image49.png"/><Relationship Id="rId46" Type="http://schemas.openxmlformats.org/officeDocument/2006/relationships/image" Target="../media/image50.png"/><Relationship Id="rId47" Type="http://schemas.openxmlformats.org/officeDocument/2006/relationships/image" Target="../media/image51.png"/><Relationship Id="rId48" Type="http://schemas.openxmlformats.org/officeDocument/2006/relationships/image" Target="../media/image52.png"/><Relationship Id="rId49" Type="http://schemas.openxmlformats.org/officeDocument/2006/relationships/image" Target="../media/image53.png"/><Relationship Id="rId50" Type="http://schemas.openxmlformats.org/officeDocument/2006/relationships/image" Target="../media/image54.png"/><Relationship Id="rId51" Type="http://schemas.openxmlformats.org/officeDocument/2006/relationships/image" Target="../media/image55.png"/><Relationship Id="rId52" Type="http://schemas.openxmlformats.org/officeDocument/2006/relationships/image" Target="../media/image1.png"/><Relationship Id="rId53" Type="http://schemas.openxmlformats.org/officeDocument/2006/relationships/image" Target="../media/image3.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6.jpeg"/><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image" Target="../media/image61.png"/><Relationship Id="rId8" Type="http://schemas.openxmlformats.org/officeDocument/2006/relationships/image" Target="../media/image62.png"/><Relationship Id="rId9" Type="http://schemas.openxmlformats.org/officeDocument/2006/relationships/image" Target="../media/image63.png"/><Relationship Id="rId10" Type="http://schemas.openxmlformats.org/officeDocument/2006/relationships/image" Target="../media/image64.png"/><Relationship Id="rId11" Type="http://schemas.openxmlformats.org/officeDocument/2006/relationships/image" Target="../media/image65.png"/><Relationship Id="rId12" Type="http://schemas.openxmlformats.org/officeDocument/2006/relationships/image" Target="../media/image66.png"/><Relationship Id="rId13" Type="http://schemas.openxmlformats.org/officeDocument/2006/relationships/image" Target="../media/image67.svg"/><Relationship Id="rId14" Type="http://schemas.openxmlformats.org/officeDocument/2006/relationships/image" Target="../media/image68.png"/><Relationship Id="rId15" Type="http://schemas.openxmlformats.org/officeDocument/2006/relationships/image" Target="../media/image69.svg"/><Relationship Id="rId16" Type="http://schemas.openxmlformats.org/officeDocument/2006/relationships/image" Target="../media/image70.png"/><Relationship Id="rId17" Type="http://schemas.openxmlformats.org/officeDocument/2006/relationships/image" Target="../media/image71.svg"/><Relationship Id="rId18" Type="http://schemas.openxmlformats.org/officeDocument/2006/relationships/image" Target="../media/image72.png"/><Relationship Id="rId19" Type="http://schemas.openxmlformats.org/officeDocument/2006/relationships/image" Target="../media/image73.svg"/><Relationship Id="rId20" Type="http://schemas.openxmlformats.org/officeDocument/2006/relationships/image" Target="../media/image74.png"/><Relationship Id="rId21" Type="http://schemas.openxmlformats.org/officeDocument/2006/relationships/image" Target="../media/image75.svg"/><Relationship Id="rId22" Type="http://schemas.openxmlformats.org/officeDocument/2006/relationships/image" Target="../media/image76.emf"/><Relationship Id="rId23" Type="http://schemas.openxmlformats.org/officeDocument/2006/relationships/image" Target="../media/image77.png"/><Relationship Id="rId24" Type="http://schemas.openxmlformats.org/officeDocument/2006/relationships/image" Target="../media/image78.jpeg"/><Relationship Id="rId25" Type="http://schemas.openxmlformats.org/officeDocument/2006/relationships/image" Target="../media/image4.png"/><Relationship Id="rId26" Type="http://schemas.openxmlformats.org/officeDocument/2006/relationships/image" Target="../media/image79.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0.png"/><Relationship Id="rId3" Type="http://schemas.openxmlformats.org/officeDocument/2006/relationships/image" Target="../media/image81.jpeg"/><Relationship Id="rId4" Type="http://schemas.openxmlformats.org/officeDocument/2006/relationships/image" Target="../media/image82.png"/><Relationship Id="rId5" Type="http://schemas.openxmlformats.org/officeDocument/2006/relationships/image" Target="../media/image83.png"/><Relationship Id="rId6" Type="http://schemas.openxmlformats.org/officeDocument/2006/relationships/image" Target="../media/image84.png"/><Relationship Id="rId7" Type="http://schemas.openxmlformats.org/officeDocument/2006/relationships/image" Target="../media/image85.png"/><Relationship Id="rId8" Type="http://schemas.openxmlformats.org/officeDocument/2006/relationships/image" Target="../media/image86.jpeg"/><Relationship Id="rId9" Type="http://schemas.openxmlformats.org/officeDocument/2006/relationships/image" Target="../media/image87.png"/><Relationship Id="rId10" Type="http://schemas.openxmlformats.org/officeDocument/2006/relationships/image" Target="../media/image88.png"/><Relationship Id="rId11" Type="http://schemas.openxmlformats.org/officeDocument/2006/relationships/image" Target="../media/image89.png"/><Relationship Id="rId12" Type="http://schemas.openxmlformats.org/officeDocument/2006/relationships/image" Target="../media/image90.jpeg"/><Relationship Id="rId13" Type="http://schemas.openxmlformats.org/officeDocument/2006/relationships/image" Target="../media/image91.png"/><Relationship Id="rId14" Type="http://schemas.openxmlformats.org/officeDocument/2006/relationships/image" Target="../media/image92.png"/><Relationship Id="rId15" Type="http://schemas.openxmlformats.org/officeDocument/2006/relationships/image" Target="../media/image93.png"/><Relationship Id="rId16" Type="http://schemas.openxmlformats.org/officeDocument/2006/relationships/image" Target="../media/image94.png"/><Relationship Id="rId17" Type="http://schemas.openxmlformats.org/officeDocument/2006/relationships/image" Target="../media/image95.png"/><Relationship Id="rId18" Type="http://schemas.openxmlformats.org/officeDocument/2006/relationships/image" Target="../media/image1.png"/><Relationship Id="rId19" Type="http://schemas.openxmlformats.org/officeDocument/2006/relationships/image" Target="../media/image3.svg"/><Relationship Id="rId20" Type="http://schemas.openxmlformats.org/officeDocument/2006/relationships/image" Target="../media/image96.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7.png"/><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image" Target="../media/image1.png"/><Relationship Id="rId6" Type="http://schemas.openxmlformats.org/officeDocument/2006/relationships/image" Target="../media/image3.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8.png"/><Relationship Id="rId6" Type="http://schemas.openxmlformats.org/officeDocument/2006/relationships/image" Target="../media/image99.png"/><Relationship Id="rId7" Type="http://schemas.openxmlformats.org/officeDocument/2006/relationships/image" Target="../media/image100.png"/><Relationship Id="rId8" Type="http://schemas.openxmlformats.org/officeDocument/2006/relationships/image" Target="../media/image101.png"/><Relationship Id="rId9" Type="http://schemas.openxmlformats.org/officeDocument/2006/relationships/image" Target="../media/image102.png"/><Relationship Id="rId10" Type="http://schemas.openxmlformats.org/officeDocument/2006/relationships/image" Target="../media/image103.png"/><Relationship Id="rId11" Type="http://schemas.openxmlformats.org/officeDocument/2006/relationships/image" Target="../media/image104.png"/><Relationship Id="rId12" Type="http://schemas.openxmlformats.org/officeDocument/2006/relationships/image" Target="../media/image105.png"/><Relationship Id="rId13" Type="http://schemas.openxmlformats.org/officeDocument/2006/relationships/image" Target="../media/image106.png"/><Relationship Id="rId14" Type="http://schemas.openxmlformats.org/officeDocument/2006/relationships/image" Target="../media/image107.png"/><Relationship Id="rId15" Type="http://schemas.openxmlformats.org/officeDocument/2006/relationships/image" Target="../media/image108.png"/><Relationship Id="rId16" Type="http://schemas.openxmlformats.org/officeDocument/2006/relationships/image" Target="../media/image109.png"/><Relationship Id="rId17" Type="http://schemas.openxmlformats.org/officeDocument/2006/relationships/image" Target="../media/image110.png"/><Relationship Id="rId18" Type="http://schemas.openxmlformats.org/officeDocument/2006/relationships/image" Target="../media/image111.png"/><Relationship Id="rId19" Type="http://schemas.openxmlformats.org/officeDocument/2006/relationships/image" Target="../media/image112.png"/><Relationship Id="rId20" Type="http://schemas.openxmlformats.org/officeDocument/2006/relationships/image" Target="../media/image113.png"/><Relationship Id="rId21" Type="http://schemas.openxmlformats.org/officeDocument/2006/relationships/image" Target="../media/image114.png"/><Relationship Id="rId22" Type="http://schemas.openxmlformats.org/officeDocument/2006/relationships/image" Target="../media/image115.png"/><Relationship Id="rId23" Type="http://schemas.openxmlformats.org/officeDocument/2006/relationships/image" Target="../media/image116.png"/><Relationship Id="rId24" Type="http://schemas.openxmlformats.org/officeDocument/2006/relationships/image" Target="../media/image117.png"/><Relationship Id="rId25" Type="http://schemas.openxmlformats.org/officeDocument/2006/relationships/image" Target="../media/image118.png"/><Relationship Id="rId26" Type="http://schemas.openxmlformats.org/officeDocument/2006/relationships/image" Target="../media/image119.png"/><Relationship Id="rId27" Type="http://schemas.openxmlformats.org/officeDocument/2006/relationships/image" Target="../media/image120.png"/><Relationship Id="rId28" Type="http://schemas.openxmlformats.org/officeDocument/2006/relationships/image" Target="../media/image121.png"/><Relationship Id="rId29" Type="http://schemas.openxmlformats.org/officeDocument/2006/relationships/image" Target="../media/image122.png"/><Relationship Id="rId30" Type="http://schemas.openxmlformats.org/officeDocument/2006/relationships/image" Target="../media/image123.png"/><Relationship Id="rId31" Type="http://schemas.openxmlformats.org/officeDocument/2006/relationships/image" Target="../media/image124.png"/><Relationship Id="rId32" Type="http://schemas.openxmlformats.org/officeDocument/2006/relationships/image" Target="../media/image125.png"/><Relationship Id="rId33" Type="http://schemas.openxmlformats.org/officeDocument/2006/relationships/image" Target="../media/image126.png"/><Relationship Id="rId34" Type="http://schemas.openxmlformats.org/officeDocument/2006/relationships/image" Target="../media/image127.png"/><Relationship Id="rId35" Type="http://schemas.openxmlformats.org/officeDocument/2006/relationships/image" Target="../media/image128.png"/><Relationship Id="rId36" Type="http://schemas.openxmlformats.org/officeDocument/2006/relationships/image" Target="../media/image129.png"/><Relationship Id="rId37" Type="http://schemas.openxmlformats.org/officeDocument/2006/relationships/image" Target="../media/image130.png"/><Relationship Id="rId38" Type="http://schemas.openxmlformats.org/officeDocument/2006/relationships/image" Target="../media/image131.png"/><Relationship Id="rId39" Type="http://schemas.openxmlformats.org/officeDocument/2006/relationships/image" Target="../media/image132.png"/><Relationship Id="rId40" Type="http://schemas.openxmlformats.org/officeDocument/2006/relationships/image" Target="../media/image133.png"/><Relationship Id="rId41" Type="http://schemas.openxmlformats.org/officeDocument/2006/relationships/image" Target="../media/image134.png"/><Relationship Id="rId42" Type="http://schemas.openxmlformats.org/officeDocument/2006/relationships/image" Target="../media/image135.png"/><Relationship Id="rId43" Type="http://schemas.openxmlformats.org/officeDocument/2006/relationships/image" Target="../media/image136.png"/><Relationship Id="rId44" Type="http://schemas.openxmlformats.org/officeDocument/2006/relationships/image" Target="../media/image137.png"/><Relationship Id="rId45" Type="http://schemas.openxmlformats.org/officeDocument/2006/relationships/image" Target="../media/image138.png"/><Relationship Id="rId46" Type="http://schemas.openxmlformats.org/officeDocument/2006/relationships/image" Target="../media/image139.png"/><Relationship Id="rId47" Type="http://schemas.openxmlformats.org/officeDocument/2006/relationships/image" Target="../media/image140.png"/><Relationship Id="rId48" Type="http://schemas.openxmlformats.org/officeDocument/2006/relationships/image" Target="../media/image141.png"/><Relationship Id="rId49" Type="http://schemas.openxmlformats.org/officeDocument/2006/relationships/image" Target="../media/image142.png"/><Relationship Id="rId50" Type="http://schemas.openxmlformats.org/officeDocument/2006/relationships/image" Target="../media/image143.png"/><Relationship Id="rId51" Type="http://schemas.openxmlformats.org/officeDocument/2006/relationships/image" Target="../media/image144.png"/><Relationship Id="rId52" Type="http://schemas.openxmlformats.org/officeDocument/2006/relationships/image" Target="../media/image1.png"/><Relationship Id="rId53" Type="http://schemas.openxmlformats.org/officeDocument/2006/relationships/image" Target="../media/image3.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5.png"/><Relationship Id="rId3" Type="http://schemas.openxmlformats.org/officeDocument/2006/relationships/image" Target="../media/image1.png"/><Relationship Id="rId4" Type="http://schemas.openxmlformats.org/officeDocument/2006/relationships/image" Target="../media/image3.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6.png"/><Relationship Id="rId3" Type="http://schemas.openxmlformats.org/officeDocument/2006/relationships/image" Target="../media/image1.png"/><Relationship Id="rId4" Type="http://schemas.openxmlformats.org/officeDocument/2006/relationships/image" Target="../media/image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Line Waves">
    <p:bg bwMode="ltGray">
      <p:bgPr>
        <a:solidFill>
          <a:srgbClr val="EDECF6"/>
        </a:solidFill>
        <a:effectLst/>
      </p:bgPr>
    </p:bg>
    <p:spTree>
      <p:nvGrpSpPr>
        <p:cNvPr id="1" name=""/>
        <p:cNvGrpSpPr/>
        <p:nvPr/>
      </p:nvGrpSpPr>
      <p:grpSpPr>
        <a:xfrm>
          <a:off x="0" y="0"/>
          <a:ext cx="0" cy="0"/>
          <a:chOff x="0" y="0"/>
          <a:chExt cx="0" cy="0"/>
        </a:xfrm>
      </p:grpSpPr>
      <p:pic>
        <p:nvPicPr>
          <p:cNvPr id="5" name="Pearson Logo" descr="Pearson Logo">
            <a:extLst>
              <a:ext uri="{FF2B5EF4-FFF2-40B4-BE49-F238E27FC236}">
                <a16:creationId xmlns:a16="http://schemas.microsoft.com/office/drawing/2014/main" id="{CB63E741-46AA-21B9-89A4-C1DB8D7D3A36}"/>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544512" y="552450"/>
            <a:ext cx="2276856" cy="455371"/>
          </a:xfrm>
          <a:prstGeom prst="rect">
            <a:avLst/>
          </a:prstGeom>
        </p:spPr>
      </p:pic>
      <p:sp>
        <p:nvSpPr>
          <p:cNvPr id="2" name="Title">
            <a:extLst>
              <a:ext uri="{FF2B5EF4-FFF2-40B4-BE49-F238E27FC236}">
                <a16:creationId xmlns:a16="http://schemas.microsoft.com/office/drawing/2014/main" id="{2F08166A-83F0-2554-8E7D-B4BAD344F028}"/>
              </a:ext>
            </a:extLst>
          </p:cNvPr>
          <p:cNvSpPr>
            <a:spLocks noGrp="1"/>
          </p:cNvSpPr>
          <p:nvPr>
            <p:ph type="ctrTitle" hasCustomPrompt="1"/>
          </p:nvPr>
        </p:nvSpPr>
        <p:spPr>
          <a:xfrm>
            <a:off x="542924" y="1646237"/>
            <a:ext cx="6419088" cy="3187020"/>
          </a:xfrm>
        </p:spPr>
        <p:txBody>
          <a:bodyPr anchor="b"/>
          <a:lstStyle>
            <a:lvl1pPr algn="l">
              <a:defRPr sz="6000" b="1">
                <a:solidFill>
                  <a:schemeClr val="tx2"/>
                </a:solidFill>
                <a:latin typeface="+mj-lt"/>
                <a:cs typeface="Segoe UI" panose="020B0502040204020203" pitchFamily="34" charset="0"/>
              </a:defRPr>
            </a:lvl1pPr>
          </a:lstStyle>
          <a:p>
            <a:r>
              <a:rPr lang="en-US" noProof="0" dirty="0"/>
              <a:t>Place title here, maximum three lines lorem</a:t>
            </a:r>
          </a:p>
        </p:txBody>
      </p:sp>
      <p:sp>
        <p:nvSpPr>
          <p:cNvPr id="3" name="Subtitle">
            <a:extLst>
              <a:ext uri="{FF2B5EF4-FFF2-40B4-BE49-F238E27FC236}">
                <a16:creationId xmlns:a16="http://schemas.microsoft.com/office/drawing/2014/main" id="{8879E363-BBA4-E8FB-32B0-B30CAED83B60}"/>
              </a:ext>
            </a:extLst>
          </p:cNvPr>
          <p:cNvSpPr>
            <a:spLocks noGrp="1"/>
          </p:cNvSpPr>
          <p:nvPr>
            <p:ph type="subTitle" idx="1" hasCustomPrompt="1"/>
          </p:nvPr>
        </p:nvSpPr>
        <p:spPr>
          <a:xfrm>
            <a:off x="542926" y="5212670"/>
            <a:ext cx="5484812" cy="1097643"/>
          </a:xfrm>
        </p:spPr>
        <p:txBody>
          <a:bodyPr anchor="b">
            <a:normAutofit/>
          </a:bodyPr>
          <a:lstStyle>
            <a:lvl1pPr marL="0" indent="0" algn="l">
              <a:spcBef>
                <a:spcPts val="0"/>
              </a:spcBef>
              <a:buNone/>
              <a:defRPr sz="1600">
                <a:solidFill>
                  <a:schemeClr val="tx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dirty="0"/>
              <a:t>Place subtitle here</a:t>
            </a:r>
          </a:p>
        </p:txBody>
      </p:sp>
      <p:sp>
        <p:nvSpPr>
          <p:cNvPr id="12" name="Line Waves">
            <a:extLst>
              <a:ext uri="{FF2B5EF4-FFF2-40B4-BE49-F238E27FC236}">
                <a16:creationId xmlns:a16="http://schemas.microsoft.com/office/drawing/2014/main" id="{746E730C-477F-32ED-1626-4955ADB4B11C}"/>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ltGray">
          <a:xfrm>
            <a:off x="7480300" y="0"/>
            <a:ext cx="4711700" cy="6858000"/>
          </a:xfrm>
          <a:custGeom>
            <a:avLst/>
            <a:gdLst>
              <a:gd name="connsiteX0" fmla="*/ 4711700 w 4711700"/>
              <a:gd name="connsiteY0" fmla="*/ 5325905 h 6858000"/>
              <a:gd name="connsiteX1" fmla="*/ 4711700 w 4711700"/>
              <a:gd name="connsiteY1" fmla="*/ 5391006 h 6858000"/>
              <a:gd name="connsiteX2" fmla="*/ 4704808 w 4711700"/>
              <a:gd name="connsiteY2" fmla="*/ 5399555 h 6858000"/>
              <a:gd name="connsiteX3" fmla="*/ 3764472 w 4711700"/>
              <a:gd name="connsiteY3" fmla="*/ 6295965 h 6858000"/>
              <a:gd name="connsiteX4" fmla="*/ 3603154 w 4711700"/>
              <a:gd name="connsiteY4" fmla="*/ 6417638 h 6858000"/>
              <a:gd name="connsiteX5" fmla="*/ 3600368 w 4711700"/>
              <a:gd name="connsiteY5" fmla="*/ 6419017 h 6858000"/>
              <a:gd name="connsiteX6" fmla="*/ 3600368 w 4711700"/>
              <a:gd name="connsiteY6" fmla="*/ 6419739 h 6858000"/>
              <a:gd name="connsiteX7" fmla="*/ 3603154 w 4711700"/>
              <a:gd name="connsiteY7" fmla="*/ 6417638 h 6858000"/>
              <a:gd name="connsiteX8" fmla="*/ 3668908 w 4711700"/>
              <a:gd name="connsiteY8" fmla="*/ 6385071 h 6858000"/>
              <a:gd name="connsiteX9" fmla="*/ 4340008 w 4711700"/>
              <a:gd name="connsiteY9" fmla="*/ 6010591 h 6858000"/>
              <a:gd name="connsiteX10" fmla="*/ 4647319 w 4711700"/>
              <a:gd name="connsiteY10" fmla="*/ 5803944 h 6858000"/>
              <a:gd name="connsiteX11" fmla="*/ 4711700 w 4711700"/>
              <a:gd name="connsiteY11" fmla="*/ 5756906 h 6858000"/>
              <a:gd name="connsiteX12" fmla="*/ 4711700 w 4711700"/>
              <a:gd name="connsiteY12" fmla="*/ 5800336 h 6858000"/>
              <a:gd name="connsiteX13" fmla="*/ 4528344 w 4711700"/>
              <a:gd name="connsiteY13" fmla="*/ 5929051 h 6858000"/>
              <a:gd name="connsiteX14" fmla="*/ 4528344 w 4711700"/>
              <a:gd name="connsiteY14" fmla="*/ 5929773 h 6858000"/>
              <a:gd name="connsiteX15" fmla="*/ 4694552 w 4711700"/>
              <a:gd name="connsiteY15" fmla="*/ 5852144 h 6858000"/>
              <a:gd name="connsiteX16" fmla="*/ 4711700 w 4711700"/>
              <a:gd name="connsiteY16" fmla="*/ 5843682 h 6858000"/>
              <a:gd name="connsiteX17" fmla="*/ 4711700 w 4711700"/>
              <a:gd name="connsiteY17" fmla="*/ 5882657 h 6858000"/>
              <a:gd name="connsiteX18" fmla="*/ 4619018 w 4711700"/>
              <a:gd name="connsiteY18" fmla="*/ 5927033 h 6858000"/>
              <a:gd name="connsiteX19" fmla="*/ 4354438 w 4711700"/>
              <a:gd name="connsiteY19" fmla="*/ 6043063 h 6858000"/>
              <a:gd name="connsiteX20" fmla="*/ 3476974 w 4711700"/>
              <a:gd name="connsiteY20" fmla="*/ 6507053 h 6858000"/>
              <a:gd name="connsiteX21" fmla="*/ 2969779 w 4711700"/>
              <a:gd name="connsiteY21" fmla="*/ 6818062 h 6858000"/>
              <a:gd name="connsiteX22" fmla="*/ 2888238 w 4711700"/>
              <a:gd name="connsiteY22" fmla="*/ 6858000 h 6858000"/>
              <a:gd name="connsiteX23" fmla="*/ 2794044 w 4711700"/>
              <a:gd name="connsiteY23" fmla="*/ 6858000 h 6858000"/>
              <a:gd name="connsiteX24" fmla="*/ 2799890 w 4711700"/>
              <a:gd name="connsiteY24" fmla="*/ 6855274 h 6858000"/>
              <a:gd name="connsiteX25" fmla="*/ 3448830 w 4711700"/>
              <a:gd name="connsiteY25" fmla="*/ 6478909 h 6858000"/>
              <a:gd name="connsiteX26" fmla="*/ 4214448 w 4711700"/>
              <a:gd name="connsiteY26" fmla="*/ 5856891 h 6858000"/>
              <a:gd name="connsiteX27" fmla="*/ 4677851 w 4711700"/>
              <a:gd name="connsiteY27" fmla="*/ 5369022 h 6858000"/>
              <a:gd name="connsiteX28" fmla="*/ 4711700 w 4711700"/>
              <a:gd name="connsiteY28" fmla="*/ 3484095 h 6858000"/>
              <a:gd name="connsiteX29" fmla="*/ 4711700 w 4711700"/>
              <a:gd name="connsiteY29" fmla="*/ 3816054 h 6858000"/>
              <a:gd name="connsiteX30" fmla="*/ 4704243 w 4711700"/>
              <a:gd name="connsiteY30" fmla="*/ 3873577 h 6858000"/>
              <a:gd name="connsiteX31" fmla="*/ 2895380 w 4711700"/>
              <a:gd name="connsiteY31" fmla="*/ 6750399 h 6858000"/>
              <a:gd name="connsiteX32" fmla="*/ 2764462 w 4711700"/>
              <a:gd name="connsiteY32" fmla="*/ 6858000 h 6858000"/>
              <a:gd name="connsiteX33" fmla="*/ 2706432 w 4711700"/>
              <a:gd name="connsiteY33" fmla="*/ 6858000 h 6858000"/>
              <a:gd name="connsiteX34" fmla="*/ 2799171 w 4711700"/>
              <a:gd name="connsiteY34" fmla="*/ 6785323 h 6858000"/>
              <a:gd name="connsiteX35" fmla="*/ 3463984 w 4711700"/>
              <a:gd name="connsiteY35" fmla="*/ 6149860 h 6858000"/>
              <a:gd name="connsiteX36" fmla="*/ 4703886 w 4711700"/>
              <a:gd name="connsiteY36" fmla="*/ 3605161 h 6858000"/>
              <a:gd name="connsiteX37" fmla="*/ 3143957 w 4711700"/>
              <a:gd name="connsiteY37" fmla="*/ 0 h 6858000"/>
              <a:gd name="connsiteX38" fmla="*/ 3216472 w 4711700"/>
              <a:gd name="connsiteY38" fmla="*/ 0 h 6858000"/>
              <a:gd name="connsiteX39" fmla="*/ 3302324 w 4711700"/>
              <a:gd name="connsiteY39" fmla="*/ 53380 h 6858000"/>
              <a:gd name="connsiteX40" fmla="*/ 3440172 w 4711700"/>
              <a:gd name="connsiteY40" fmla="*/ 144706 h 6858000"/>
              <a:gd name="connsiteX41" fmla="*/ 4297432 w 4711700"/>
              <a:gd name="connsiteY41" fmla="*/ 584160 h 6858000"/>
              <a:gd name="connsiteX42" fmla="*/ 4557817 w 4711700"/>
              <a:gd name="connsiteY42" fmla="*/ 694858 h 6858000"/>
              <a:gd name="connsiteX43" fmla="*/ 4711700 w 4711700"/>
              <a:gd name="connsiteY43" fmla="*/ 767035 h 6858000"/>
              <a:gd name="connsiteX44" fmla="*/ 4711700 w 4711700"/>
              <a:gd name="connsiteY44" fmla="*/ 809707 h 6858000"/>
              <a:gd name="connsiteX45" fmla="*/ 4632122 w 4711700"/>
              <a:gd name="connsiteY45" fmla="*/ 770846 h 6858000"/>
              <a:gd name="connsiteX46" fmla="*/ 4470617 w 4711700"/>
              <a:gd name="connsiteY46" fmla="*/ 696730 h 6858000"/>
              <a:gd name="connsiteX47" fmla="*/ 4711700 w 4711700"/>
              <a:gd name="connsiteY47" fmla="*/ 863065 h 6858000"/>
              <a:gd name="connsiteX48" fmla="*/ 4711700 w 4711700"/>
              <a:gd name="connsiteY48" fmla="*/ 914720 h 6858000"/>
              <a:gd name="connsiteX49" fmla="*/ 4603048 w 4711700"/>
              <a:gd name="connsiteY49" fmla="*/ 839922 h 6858000"/>
              <a:gd name="connsiteX50" fmla="*/ 4142288 w 4711700"/>
              <a:gd name="connsiteY50" fmla="*/ 535814 h 6858000"/>
              <a:gd name="connsiteX51" fmla="*/ 4152390 w 4711700"/>
              <a:gd name="connsiteY51" fmla="*/ 537257 h 6858000"/>
              <a:gd name="connsiteX52" fmla="*/ 3551298 w 4711700"/>
              <a:gd name="connsiteY52" fmla="*/ 223360 h 6858000"/>
              <a:gd name="connsiteX53" fmla="*/ 4574496 w 4711700"/>
              <a:gd name="connsiteY53" fmla="*/ 1136433 h 6858000"/>
              <a:gd name="connsiteX54" fmla="*/ 4711700 w 4711700"/>
              <a:gd name="connsiteY54" fmla="*/ 1295940 h 6858000"/>
              <a:gd name="connsiteX55" fmla="*/ 4711700 w 4711700"/>
              <a:gd name="connsiteY55" fmla="*/ 1350804 h 6858000"/>
              <a:gd name="connsiteX56" fmla="*/ 4677851 w 4711700"/>
              <a:gd name="connsiteY56" fmla="*/ 1307689 h 6858000"/>
              <a:gd name="connsiteX57" fmla="*/ 4214448 w 4711700"/>
              <a:gd name="connsiteY57" fmla="*/ 820124 h 6858000"/>
              <a:gd name="connsiteX58" fmla="*/ 3417081 w 4711700"/>
              <a:gd name="connsiteY58" fmla="*/ 176457 h 6858000"/>
              <a:gd name="connsiteX59" fmla="*/ 3400484 w 4711700"/>
              <a:gd name="connsiteY59" fmla="*/ 173571 h 6858000"/>
              <a:gd name="connsiteX60" fmla="*/ 3400484 w 4711700"/>
              <a:gd name="connsiteY60" fmla="*/ 164911 h 6858000"/>
              <a:gd name="connsiteX61" fmla="*/ 3176517 w 4711700"/>
              <a:gd name="connsiteY61" fmla="*/ 19441 h 6858000"/>
              <a:gd name="connsiteX62" fmla="*/ 2910585 w 4711700"/>
              <a:gd name="connsiteY62" fmla="*/ 0 h 6858000"/>
              <a:gd name="connsiteX63" fmla="*/ 2962842 w 4711700"/>
              <a:gd name="connsiteY63" fmla="*/ 0 h 6858000"/>
              <a:gd name="connsiteX64" fmla="*/ 3038063 w 4711700"/>
              <a:gd name="connsiteY64" fmla="*/ 65828 h 6858000"/>
              <a:gd name="connsiteX65" fmla="*/ 4709840 w 4711700"/>
              <a:gd name="connsiteY65" fmla="*/ 2847195 h 6858000"/>
              <a:gd name="connsiteX66" fmla="*/ 4711700 w 4711700"/>
              <a:gd name="connsiteY66" fmla="*/ 2862365 h 6858000"/>
              <a:gd name="connsiteX67" fmla="*/ 4711700 w 4711700"/>
              <a:gd name="connsiteY67" fmla="*/ 3205908 h 6858000"/>
              <a:gd name="connsiteX68" fmla="*/ 4703886 w 4711700"/>
              <a:gd name="connsiteY68" fmla="*/ 3084842 h 6858000"/>
              <a:gd name="connsiteX69" fmla="*/ 3463984 w 4711700"/>
              <a:gd name="connsiteY69" fmla="*/ 540143 h 6858000"/>
              <a:gd name="connsiteX70" fmla="*/ 2967201 w 4711700"/>
              <a:gd name="connsiteY70" fmla="*/ 48497 h 6858000"/>
              <a:gd name="connsiteX71" fmla="*/ 2496042 w 4711700"/>
              <a:gd name="connsiteY71" fmla="*/ 0 h 6858000"/>
              <a:gd name="connsiteX72" fmla="*/ 2544370 w 4711700"/>
              <a:gd name="connsiteY72" fmla="*/ 0 h 6858000"/>
              <a:gd name="connsiteX73" fmla="*/ 2573903 w 4711700"/>
              <a:gd name="connsiteY73" fmla="*/ 33389 h 6858000"/>
              <a:gd name="connsiteX74" fmla="*/ 2740220 w 4711700"/>
              <a:gd name="connsiteY74" fmla="*/ 237793 h 6858000"/>
              <a:gd name="connsiteX75" fmla="*/ 3920758 w 4711700"/>
              <a:gd name="connsiteY75" fmla="*/ 3351496 h 6858000"/>
              <a:gd name="connsiteX76" fmla="*/ 2740220 w 4711700"/>
              <a:gd name="connsiteY76" fmla="*/ 6465199 h 6858000"/>
              <a:gd name="connsiteX77" fmla="*/ 2739498 w 4711700"/>
              <a:gd name="connsiteY77" fmla="*/ 6464478 h 6858000"/>
              <a:gd name="connsiteX78" fmla="*/ 2542084 w 4711700"/>
              <a:gd name="connsiteY78" fmla="*/ 6705267 h 6858000"/>
              <a:gd name="connsiteX79" fmla="*/ 2403944 w 4711700"/>
              <a:gd name="connsiteY79" fmla="*/ 6858000 h 6858000"/>
              <a:gd name="connsiteX80" fmla="*/ 2355645 w 4711700"/>
              <a:gd name="connsiteY80" fmla="*/ 6858000 h 6858000"/>
              <a:gd name="connsiteX81" fmla="*/ 2501021 w 4711700"/>
              <a:gd name="connsiteY81" fmla="*/ 6698569 h 6858000"/>
              <a:gd name="connsiteX82" fmla="*/ 2711356 w 4711700"/>
              <a:gd name="connsiteY82" fmla="*/ 6442829 h 6858000"/>
              <a:gd name="connsiteX83" fmla="*/ 3883956 w 4711700"/>
              <a:gd name="connsiteY83" fmla="*/ 3351496 h 6858000"/>
              <a:gd name="connsiteX84" fmla="*/ 2711356 w 4711700"/>
              <a:gd name="connsiteY84" fmla="*/ 260163 h 6858000"/>
              <a:gd name="connsiteX85" fmla="*/ 2534598 w 4711700"/>
              <a:gd name="connsiteY85" fmla="*/ 43333 h 6858000"/>
              <a:gd name="connsiteX86" fmla="*/ 1972022 w 4711700"/>
              <a:gd name="connsiteY86" fmla="*/ 0 h 6858000"/>
              <a:gd name="connsiteX87" fmla="*/ 2015655 w 4711700"/>
              <a:gd name="connsiteY87" fmla="*/ 0 h 6858000"/>
              <a:gd name="connsiteX88" fmla="*/ 2069898 w 4711700"/>
              <a:gd name="connsiteY88" fmla="*/ 82322 h 6858000"/>
              <a:gd name="connsiteX89" fmla="*/ 3090198 w 4711700"/>
              <a:gd name="connsiteY89" fmla="*/ 3358712 h 6858000"/>
              <a:gd name="connsiteX90" fmla="*/ 3088754 w 4711700"/>
              <a:gd name="connsiteY90" fmla="*/ 3358712 h 6858000"/>
              <a:gd name="connsiteX91" fmla="*/ 1988314 w 4711700"/>
              <a:gd name="connsiteY91" fmla="*/ 6756726 h 6858000"/>
              <a:gd name="connsiteX92" fmla="*/ 1915649 w 4711700"/>
              <a:gd name="connsiteY92" fmla="*/ 6858000 h 6858000"/>
              <a:gd name="connsiteX93" fmla="*/ 1874011 w 4711700"/>
              <a:gd name="connsiteY93" fmla="*/ 6858000 h 6858000"/>
              <a:gd name="connsiteX94" fmla="*/ 1958728 w 4711700"/>
              <a:gd name="connsiteY94" fmla="*/ 6736521 h 6858000"/>
              <a:gd name="connsiteX95" fmla="*/ 3053395 w 4711700"/>
              <a:gd name="connsiteY95" fmla="*/ 3358712 h 6858000"/>
              <a:gd name="connsiteX96" fmla="*/ 2039042 w 4711700"/>
              <a:gd name="connsiteY96" fmla="*/ 101809 h 6858000"/>
              <a:gd name="connsiteX97" fmla="*/ 1372759 w 4711700"/>
              <a:gd name="connsiteY97" fmla="*/ 0 h 6858000"/>
              <a:gd name="connsiteX98" fmla="*/ 1411030 w 4711700"/>
              <a:gd name="connsiteY98" fmla="*/ 0 h 6858000"/>
              <a:gd name="connsiteX99" fmla="*/ 1457169 w 4711700"/>
              <a:gd name="connsiteY99" fmla="*/ 87274 h 6858000"/>
              <a:gd name="connsiteX100" fmla="*/ 2260356 w 4711700"/>
              <a:gd name="connsiteY100" fmla="*/ 3365206 h 6858000"/>
              <a:gd name="connsiteX101" fmla="*/ 1417780 w 4711700"/>
              <a:gd name="connsiteY101" fmla="*/ 6715695 h 6858000"/>
              <a:gd name="connsiteX102" fmla="*/ 1341078 w 4711700"/>
              <a:gd name="connsiteY102" fmla="*/ 6858000 h 6858000"/>
              <a:gd name="connsiteX103" fmla="*/ 1303671 w 4711700"/>
              <a:gd name="connsiteY103" fmla="*/ 6858000 h 6858000"/>
              <a:gd name="connsiteX104" fmla="*/ 1380509 w 4711700"/>
              <a:gd name="connsiteY104" fmla="*/ 6714438 h 6858000"/>
              <a:gd name="connsiteX105" fmla="*/ 2224276 w 4711700"/>
              <a:gd name="connsiteY105" fmla="*/ 3365206 h 6858000"/>
              <a:gd name="connsiteX106" fmla="*/ 1419243 w 4711700"/>
              <a:gd name="connsiteY106" fmla="*/ 88531 h 6858000"/>
              <a:gd name="connsiteX107" fmla="*/ 723024 w 4711700"/>
              <a:gd name="connsiteY107" fmla="*/ 0 h 6858000"/>
              <a:gd name="connsiteX108" fmla="*/ 764516 w 4711700"/>
              <a:gd name="connsiteY108" fmla="*/ 0 h 6858000"/>
              <a:gd name="connsiteX109" fmla="*/ 830191 w 4711700"/>
              <a:gd name="connsiteY109" fmla="*/ 161235 h 6858000"/>
              <a:gd name="connsiteX110" fmla="*/ 1430516 w 4711700"/>
              <a:gd name="connsiteY110" fmla="*/ 3371700 h 6858000"/>
              <a:gd name="connsiteX111" fmla="*/ 724063 w 4711700"/>
              <a:gd name="connsiteY111" fmla="*/ 6835164 h 6858000"/>
              <a:gd name="connsiteX112" fmla="*/ 714043 w 4711700"/>
              <a:gd name="connsiteY112" fmla="*/ 6858000 h 6858000"/>
              <a:gd name="connsiteX113" fmla="*/ 672804 w 4711700"/>
              <a:gd name="connsiteY113" fmla="*/ 6858000 h 6858000"/>
              <a:gd name="connsiteX114" fmla="*/ 683248 w 4711700"/>
              <a:gd name="connsiteY114" fmla="*/ 6833990 h 6858000"/>
              <a:gd name="connsiteX115" fmla="*/ 1394436 w 4711700"/>
              <a:gd name="connsiteY115" fmla="*/ 3371700 h 6858000"/>
              <a:gd name="connsiteX116" fmla="*/ 789545 w 4711700"/>
              <a:gd name="connsiteY116" fmla="*/ 165091 h 6858000"/>
              <a:gd name="connsiteX117" fmla="*/ 34470 w 4711700"/>
              <a:gd name="connsiteY117" fmla="*/ 0 h 6858000"/>
              <a:gd name="connsiteX118" fmla="*/ 73778 w 4711700"/>
              <a:gd name="connsiteY118" fmla="*/ 0 h 6858000"/>
              <a:gd name="connsiteX119" fmla="*/ 79531 w 4711700"/>
              <a:gd name="connsiteY119" fmla="*/ 17015 h 6858000"/>
              <a:gd name="connsiteX120" fmla="*/ 600678 w 4711700"/>
              <a:gd name="connsiteY120" fmla="*/ 3378918 h 6858000"/>
              <a:gd name="connsiteX121" fmla="*/ 61608 w 4711700"/>
              <a:gd name="connsiteY121" fmla="*/ 6791700 h 6858000"/>
              <a:gd name="connsiteX122" fmla="*/ 38985 w 4711700"/>
              <a:gd name="connsiteY122" fmla="*/ 6858000 h 6858000"/>
              <a:gd name="connsiteX123" fmla="*/ 0 w 4711700"/>
              <a:gd name="connsiteY123" fmla="*/ 6858000 h 6858000"/>
              <a:gd name="connsiteX124" fmla="*/ 22908 w 4711700"/>
              <a:gd name="connsiteY124" fmla="*/ 6790607 h 6858000"/>
              <a:gd name="connsiteX125" fmla="*/ 564598 w 4711700"/>
              <a:gd name="connsiteY125" fmla="*/ 3378918 h 6858000"/>
              <a:gd name="connsiteX126" fmla="*/ 40563 w 4711700"/>
              <a:gd name="connsiteY126" fmla="*/ 1810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4711700" h="6858000">
                <a:moveTo>
                  <a:pt x="4711700" y="5325905"/>
                </a:moveTo>
                <a:lnTo>
                  <a:pt x="4711700" y="5391006"/>
                </a:lnTo>
                <a:lnTo>
                  <a:pt x="4704808" y="5399555"/>
                </a:lnTo>
                <a:cubicBezTo>
                  <a:pt x="4409979" y="5749140"/>
                  <a:pt x="4076582" y="6052929"/>
                  <a:pt x="3764472" y="6295965"/>
                </a:cubicBezTo>
                <a:lnTo>
                  <a:pt x="3603154" y="6417638"/>
                </a:lnTo>
                <a:lnTo>
                  <a:pt x="3600368" y="6419017"/>
                </a:lnTo>
                <a:lnTo>
                  <a:pt x="3600368" y="6419739"/>
                </a:lnTo>
                <a:lnTo>
                  <a:pt x="3603154" y="6417638"/>
                </a:lnTo>
                <a:lnTo>
                  <a:pt x="3668908" y="6385071"/>
                </a:lnTo>
                <a:cubicBezTo>
                  <a:pt x="3859827" y="6284463"/>
                  <a:pt x="4244666" y="6049739"/>
                  <a:pt x="4340008" y="6010591"/>
                </a:cubicBezTo>
                <a:cubicBezTo>
                  <a:pt x="4439228" y="5947452"/>
                  <a:pt x="4542236" y="5878539"/>
                  <a:pt x="4647319" y="5803944"/>
                </a:cubicBezTo>
                <a:lnTo>
                  <a:pt x="4711700" y="5756906"/>
                </a:lnTo>
                <a:lnTo>
                  <a:pt x="4711700" y="5800336"/>
                </a:lnTo>
                <a:lnTo>
                  <a:pt x="4528344" y="5929051"/>
                </a:lnTo>
                <a:lnTo>
                  <a:pt x="4528344" y="5929773"/>
                </a:lnTo>
                <a:cubicBezTo>
                  <a:pt x="4579984" y="5906321"/>
                  <a:pt x="4635620" y="5880411"/>
                  <a:pt x="4694552" y="5852144"/>
                </a:cubicBezTo>
                <a:lnTo>
                  <a:pt x="4711700" y="5843682"/>
                </a:lnTo>
                <a:lnTo>
                  <a:pt x="4711700" y="5882657"/>
                </a:lnTo>
                <a:lnTo>
                  <a:pt x="4619018" y="5927033"/>
                </a:lnTo>
                <a:cubicBezTo>
                  <a:pt x="4517610" y="5974196"/>
                  <a:pt x="4428042" y="6013117"/>
                  <a:pt x="4354438" y="6043063"/>
                </a:cubicBezTo>
                <a:cubicBezTo>
                  <a:pt x="3968384" y="6288408"/>
                  <a:pt x="3632117" y="6455097"/>
                  <a:pt x="3476974" y="6507053"/>
                </a:cubicBezTo>
                <a:cubicBezTo>
                  <a:pt x="3284668" y="6640549"/>
                  <a:pt x="3110040" y="6745542"/>
                  <a:pt x="2969779" y="6818062"/>
                </a:cubicBezTo>
                <a:lnTo>
                  <a:pt x="2888238" y="6858000"/>
                </a:lnTo>
                <a:lnTo>
                  <a:pt x="2794044" y="6858000"/>
                </a:lnTo>
                <a:lnTo>
                  <a:pt x="2799890" y="6855274"/>
                </a:lnTo>
                <a:cubicBezTo>
                  <a:pt x="2996039" y="6758778"/>
                  <a:pt x="3429889" y="6484592"/>
                  <a:pt x="3448830" y="6478909"/>
                </a:cubicBezTo>
                <a:cubicBezTo>
                  <a:pt x="3688402" y="6312221"/>
                  <a:pt x="3954672" y="6101513"/>
                  <a:pt x="4214448" y="5856891"/>
                </a:cubicBezTo>
                <a:cubicBezTo>
                  <a:pt x="4365984" y="5713834"/>
                  <a:pt x="4524826" y="5550256"/>
                  <a:pt x="4677851" y="5369022"/>
                </a:cubicBezTo>
                <a:close/>
                <a:moveTo>
                  <a:pt x="4711700" y="3484095"/>
                </a:moveTo>
                <a:lnTo>
                  <a:pt x="4711700" y="3816054"/>
                </a:lnTo>
                <a:lnTo>
                  <a:pt x="4704243" y="3873577"/>
                </a:lnTo>
                <a:cubicBezTo>
                  <a:pt x="4496842" y="5083742"/>
                  <a:pt x="3621834" y="6130845"/>
                  <a:pt x="2895380" y="6750399"/>
                </a:cubicBezTo>
                <a:lnTo>
                  <a:pt x="2764462" y="6858000"/>
                </a:lnTo>
                <a:lnTo>
                  <a:pt x="2706432" y="6858000"/>
                </a:lnTo>
                <a:lnTo>
                  <a:pt x="2799171" y="6785323"/>
                </a:lnTo>
                <a:cubicBezTo>
                  <a:pt x="3012455" y="6609779"/>
                  <a:pt x="3241822" y="6395295"/>
                  <a:pt x="3463984" y="6149860"/>
                </a:cubicBezTo>
                <a:cubicBezTo>
                  <a:pt x="4368781" y="5150986"/>
                  <a:pt x="4648175" y="4249899"/>
                  <a:pt x="4703886" y="3605161"/>
                </a:cubicBezTo>
                <a:close/>
                <a:moveTo>
                  <a:pt x="3143957" y="0"/>
                </a:moveTo>
                <a:lnTo>
                  <a:pt x="3216472" y="0"/>
                </a:lnTo>
                <a:lnTo>
                  <a:pt x="3302324" y="53380"/>
                </a:lnTo>
                <a:cubicBezTo>
                  <a:pt x="3346962" y="82040"/>
                  <a:pt x="3392997" y="112505"/>
                  <a:pt x="3440172" y="144706"/>
                </a:cubicBezTo>
                <a:cubicBezTo>
                  <a:pt x="3567174" y="177900"/>
                  <a:pt x="3901996" y="336652"/>
                  <a:pt x="4297432" y="584160"/>
                </a:cubicBezTo>
                <a:cubicBezTo>
                  <a:pt x="4366345" y="610859"/>
                  <a:pt x="4454831" y="648067"/>
                  <a:pt x="4557817" y="694858"/>
                </a:cubicBezTo>
                <a:lnTo>
                  <a:pt x="4711700" y="767035"/>
                </a:lnTo>
                <a:lnTo>
                  <a:pt x="4711700" y="809707"/>
                </a:lnTo>
                <a:lnTo>
                  <a:pt x="4632122" y="770846"/>
                </a:lnTo>
                <a:cubicBezTo>
                  <a:pt x="4574313" y="743488"/>
                  <a:pt x="4520227" y="718739"/>
                  <a:pt x="4470617" y="696730"/>
                </a:cubicBezTo>
                <a:lnTo>
                  <a:pt x="4711700" y="863065"/>
                </a:lnTo>
                <a:lnTo>
                  <a:pt x="4711700" y="914720"/>
                </a:lnTo>
                <a:lnTo>
                  <a:pt x="4603048" y="839922"/>
                </a:lnTo>
                <a:cubicBezTo>
                  <a:pt x="4372862" y="683516"/>
                  <a:pt x="4142288" y="535814"/>
                  <a:pt x="4142288" y="535814"/>
                </a:cubicBezTo>
                <a:cubicBezTo>
                  <a:pt x="4144454" y="535814"/>
                  <a:pt x="4148783" y="537257"/>
                  <a:pt x="4152390" y="537257"/>
                </a:cubicBezTo>
                <a:cubicBezTo>
                  <a:pt x="3900553" y="386442"/>
                  <a:pt x="3687681" y="280367"/>
                  <a:pt x="3551298" y="223360"/>
                </a:cubicBezTo>
                <a:cubicBezTo>
                  <a:pt x="3876560" y="456076"/>
                  <a:pt x="4243223" y="768146"/>
                  <a:pt x="4574496" y="1136433"/>
                </a:cubicBezTo>
                <a:lnTo>
                  <a:pt x="4711700" y="1295940"/>
                </a:lnTo>
                <a:lnTo>
                  <a:pt x="4711700" y="1350804"/>
                </a:lnTo>
                <a:lnTo>
                  <a:pt x="4677851" y="1307689"/>
                </a:lnTo>
                <a:cubicBezTo>
                  <a:pt x="4524826" y="1126488"/>
                  <a:pt x="4365984" y="963001"/>
                  <a:pt x="4214448" y="820124"/>
                </a:cubicBezTo>
                <a:cubicBezTo>
                  <a:pt x="3943128" y="564677"/>
                  <a:pt x="3664590" y="346754"/>
                  <a:pt x="3417081" y="176457"/>
                </a:cubicBezTo>
                <a:cubicBezTo>
                  <a:pt x="3411308" y="175014"/>
                  <a:pt x="3404814" y="173571"/>
                  <a:pt x="3400484" y="173571"/>
                </a:cubicBezTo>
                <a:lnTo>
                  <a:pt x="3400484" y="164911"/>
                </a:lnTo>
                <a:cubicBezTo>
                  <a:pt x="3322010" y="111333"/>
                  <a:pt x="3246919" y="62715"/>
                  <a:pt x="3176517" y="19441"/>
                </a:cubicBezTo>
                <a:close/>
                <a:moveTo>
                  <a:pt x="2910585" y="0"/>
                </a:moveTo>
                <a:lnTo>
                  <a:pt x="2962842" y="0"/>
                </a:lnTo>
                <a:lnTo>
                  <a:pt x="3038063" y="65828"/>
                </a:lnTo>
                <a:cubicBezTo>
                  <a:pt x="3738411" y="701597"/>
                  <a:pt x="4524309" y="1702882"/>
                  <a:pt x="4709840" y="2847195"/>
                </a:cubicBezTo>
                <a:lnTo>
                  <a:pt x="4711700" y="2862365"/>
                </a:lnTo>
                <a:lnTo>
                  <a:pt x="4711700" y="3205908"/>
                </a:lnTo>
                <a:lnTo>
                  <a:pt x="4703886" y="3084842"/>
                </a:lnTo>
                <a:cubicBezTo>
                  <a:pt x="4648175" y="2440105"/>
                  <a:pt x="4368781" y="1539018"/>
                  <a:pt x="3463984" y="540143"/>
                </a:cubicBezTo>
                <a:cubicBezTo>
                  <a:pt x="3299189" y="358300"/>
                  <a:pt x="3130436" y="193302"/>
                  <a:pt x="2967201" y="48497"/>
                </a:cubicBezTo>
                <a:close/>
                <a:moveTo>
                  <a:pt x="2496042" y="0"/>
                </a:moveTo>
                <a:lnTo>
                  <a:pt x="2544370" y="0"/>
                </a:lnTo>
                <a:lnTo>
                  <a:pt x="2573903" y="33389"/>
                </a:lnTo>
                <a:cubicBezTo>
                  <a:pt x="2629815" y="99246"/>
                  <a:pt x="2685378" y="167437"/>
                  <a:pt x="2740220" y="237793"/>
                </a:cubicBezTo>
                <a:cubicBezTo>
                  <a:pt x="3181118" y="803527"/>
                  <a:pt x="3920758" y="1958809"/>
                  <a:pt x="3920758" y="3351496"/>
                </a:cubicBezTo>
                <a:cubicBezTo>
                  <a:pt x="3920758" y="4744184"/>
                  <a:pt x="3181118" y="5900187"/>
                  <a:pt x="2740220" y="6465199"/>
                </a:cubicBezTo>
                <a:lnTo>
                  <a:pt x="2739498" y="6464478"/>
                </a:lnTo>
                <a:cubicBezTo>
                  <a:pt x="2674554" y="6547823"/>
                  <a:pt x="2608528" y="6628191"/>
                  <a:pt x="2542084" y="6705267"/>
                </a:cubicBezTo>
                <a:lnTo>
                  <a:pt x="2403944" y="6858000"/>
                </a:lnTo>
                <a:lnTo>
                  <a:pt x="2355645" y="6858000"/>
                </a:lnTo>
                <a:lnTo>
                  <a:pt x="2501021" y="6698569"/>
                </a:lnTo>
                <a:cubicBezTo>
                  <a:pt x="2571050" y="6617772"/>
                  <a:pt x="2641361" y="6532488"/>
                  <a:pt x="2711356" y="6442829"/>
                </a:cubicBezTo>
                <a:cubicBezTo>
                  <a:pt x="3149368" y="5881426"/>
                  <a:pt x="3883956" y="4733359"/>
                  <a:pt x="3883956" y="3351496"/>
                </a:cubicBezTo>
                <a:cubicBezTo>
                  <a:pt x="3883956" y="1969633"/>
                  <a:pt x="3149368" y="821567"/>
                  <a:pt x="2711356" y="260163"/>
                </a:cubicBezTo>
                <a:cubicBezTo>
                  <a:pt x="2652546" y="184756"/>
                  <a:pt x="2593510" y="112460"/>
                  <a:pt x="2534598" y="43333"/>
                </a:cubicBezTo>
                <a:close/>
                <a:moveTo>
                  <a:pt x="1972022" y="0"/>
                </a:moveTo>
                <a:lnTo>
                  <a:pt x="2015655" y="0"/>
                </a:lnTo>
                <a:lnTo>
                  <a:pt x="2069898" y="82322"/>
                </a:lnTo>
                <a:cubicBezTo>
                  <a:pt x="2484518" y="727171"/>
                  <a:pt x="3090198" y="1916415"/>
                  <a:pt x="3090198" y="3358712"/>
                </a:cubicBezTo>
                <a:lnTo>
                  <a:pt x="3088754" y="3358712"/>
                </a:lnTo>
                <a:cubicBezTo>
                  <a:pt x="3088754" y="4897885"/>
                  <a:pt x="2399626" y="6148417"/>
                  <a:pt x="1988314" y="6756726"/>
                </a:cubicBezTo>
                <a:lnTo>
                  <a:pt x="1915649" y="6858000"/>
                </a:lnTo>
                <a:lnTo>
                  <a:pt x="1874011" y="6858000"/>
                </a:lnTo>
                <a:lnTo>
                  <a:pt x="1958728" y="6736521"/>
                </a:lnTo>
                <a:cubicBezTo>
                  <a:pt x="2367875" y="6131099"/>
                  <a:pt x="3053395" y="4887782"/>
                  <a:pt x="3053395" y="3358712"/>
                </a:cubicBezTo>
                <a:cubicBezTo>
                  <a:pt x="3053395" y="1925209"/>
                  <a:pt x="2450887" y="742857"/>
                  <a:pt x="2039042" y="101809"/>
                </a:cubicBezTo>
                <a:close/>
                <a:moveTo>
                  <a:pt x="1372759" y="0"/>
                </a:moveTo>
                <a:lnTo>
                  <a:pt x="1411030" y="0"/>
                </a:lnTo>
                <a:lnTo>
                  <a:pt x="1457169" y="87274"/>
                </a:lnTo>
                <a:cubicBezTo>
                  <a:pt x="1910702" y="977243"/>
                  <a:pt x="2260356" y="2097626"/>
                  <a:pt x="2260356" y="3365206"/>
                </a:cubicBezTo>
                <a:cubicBezTo>
                  <a:pt x="2260356" y="4632787"/>
                  <a:pt x="1890218" y="5805093"/>
                  <a:pt x="1417780" y="6715695"/>
                </a:cubicBezTo>
                <a:lnTo>
                  <a:pt x="1341078" y="6858000"/>
                </a:lnTo>
                <a:lnTo>
                  <a:pt x="1303671" y="6858000"/>
                </a:lnTo>
                <a:lnTo>
                  <a:pt x="1380509" y="6714438"/>
                </a:lnTo>
                <a:cubicBezTo>
                  <a:pt x="1852709" y="5796813"/>
                  <a:pt x="2224276" y="4600541"/>
                  <a:pt x="2224276" y="3365206"/>
                </a:cubicBezTo>
                <a:cubicBezTo>
                  <a:pt x="2224276" y="2129873"/>
                  <a:pt x="1872717" y="985525"/>
                  <a:pt x="1419243" y="88531"/>
                </a:cubicBezTo>
                <a:close/>
                <a:moveTo>
                  <a:pt x="723024" y="0"/>
                </a:moveTo>
                <a:lnTo>
                  <a:pt x="764516" y="0"/>
                </a:lnTo>
                <a:lnTo>
                  <a:pt x="830191" y="161235"/>
                </a:lnTo>
                <a:cubicBezTo>
                  <a:pt x="1130151" y="922906"/>
                  <a:pt x="1430516" y="2007876"/>
                  <a:pt x="1430516" y="3371700"/>
                </a:cubicBezTo>
                <a:cubicBezTo>
                  <a:pt x="1430516" y="4849176"/>
                  <a:pt x="1054662" y="6057981"/>
                  <a:pt x="724063" y="6835164"/>
                </a:cubicBezTo>
                <a:lnTo>
                  <a:pt x="714043" y="6858000"/>
                </a:lnTo>
                <a:lnTo>
                  <a:pt x="672804" y="6858000"/>
                </a:lnTo>
                <a:lnTo>
                  <a:pt x="683248" y="6833990"/>
                </a:lnTo>
                <a:cubicBezTo>
                  <a:pt x="1014294" y="6048087"/>
                  <a:pt x="1394436" y="4807549"/>
                  <a:pt x="1394436" y="3371700"/>
                </a:cubicBezTo>
                <a:cubicBezTo>
                  <a:pt x="1394436" y="2046302"/>
                  <a:pt x="1090418" y="937654"/>
                  <a:pt x="789545" y="165091"/>
                </a:cubicBezTo>
                <a:close/>
                <a:moveTo>
                  <a:pt x="34470" y="0"/>
                </a:moveTo>
                <a:lnTo>
                  <a:pt x="73778" y="0"/>
                </a:lnTo>
                <a:lnTo>
                  <a:pt x="79531" y="17015"/>
                </a:lnTo>
                <a:cubicBezTo>
                  <a:pt x="344392" y="825727"/>
                  <a:pt x="600678" y="1956554"/>
                  <a:pt x="600678" y="3378918"/>
                </a:cubicBezTo>
                <a:cubicBezTo>
                  <a:pt x="600678" y="4801281"/>
                  <a:pt x="332483" y="5971645"/>
                  <a:pt x="61608" y="6791700"/>
                </a:cubicBezTo>
                <a:lnTo>
                  <a:pt x="38985" y="6858000"/>
                </a:lnTo>
                <a:lnTo>
                  <a:pt x="0" y="6858000"/>
                </a:lnTo>
                <a:lnTo>
                  <a:pt x="22908" y="6790607"/>
                </a:lnTo>
                <a:cubicBezTo>
                  <a:pt x="294497" y="5964426"/>
                  <a:pt x="564598" y="4773139"/>
                  <a:pt x="564598" y="3378918"/>
                </a:cubicBezTo>
                <a:cubicBezTo>
                  <a:pt x="564598" y="1984696"/>
                  <a:pt x="305930" y="832946"/>
                  <a:pt x="40563" y="18108"/>
                </a:cubicBezTo>
                <a:close/>
              </a:path>
            </a:pathLst>
          </a:custGeom>
          <a:gradFill flip="none" rotWithShape="1">
            <a:gsLst>
              <a:gs pos="0">
                <a:srgbClr val="EDECF6"/>
              </a:gs>
              <a:gs pos="82000">
                <a:srgbClr val="C1BFFF"/>
              </a:gs>
            </a:gsLst>
            <a:lin ang="0" scaled="1"/>
            <a:tileRect/>
          </a:gradFill>
          <a:ln w="20455" cap="flat">
            <a:noFill/>
            <a:prstDash val="solid"/>
            <a:miter/>
          </a:ln>
        </p:spPr>
        <p:txBody>
          <a:bodyPr wrap="square" rtlCol="0" anchor="ctr">
            <a:noAutofit/>
          </a:bodyPr>
          <a:lstStyle/>
          <a:p>
            <a:endParaRPr lang="en-US" noProof="0">
              <a:latin typeface="+mj-lt"/>
            </a:endParaRPr>
          </a:p>
        </p:txBody>
      </p:sp>
    </p:spTree>
    <p:extLst>
      <p:ext uri="{BB962C8B-B14F-4D97-AF65-F5344CB8AC3E}">
        <p14:creationId xmlns:p14="http://schemas.microsoft.com/office/powerpoint/2010/main" val="3733735961"/>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Slide with Image">
    <p:bg>
      <p:bgPr>
        <a:solidFill>
          <a:srgbClr val="EDECF6"/>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2F08166A-83F0-2554-8E7D-B4BAD344F028}"/>
              </a:ext>
            </a:extLst>
          </p:cNvPr>
          <p:cNvSpPr>
            <a:spLocks noGrp="1"/>
          </p:cNvSpPr>
          <p:nvPr>
            <p:ph type="ctrTitle" hasCustomPrompt="1"/>
          </p:nvPr>
        </p:nvSpPr>
        <p:spPr>
          <a:xfrm>
            <a:off x="542924" y="1646237"/>
            <a:ext cx="6419088" cy="3187020"/>
          </a:xfrm>
        </p:spPr>
        <p:txBody>
          <a:bodyPr anchor="b"/>
          <a:lstStyle>
            <a:lvl1pPr algn="l">
              <a:defRPr sz="6000" b="1">
                <a:solidFill>
                  <a:srgbClr val="0D004D"/>
                </a:solidFill>
                <a:latin typeface="+mj-lt"/>
                <a:cs typeface="Segoe UI" panose="020B0502040204020203" pitchFamily="34" charset="0"/>
              </a:defRPr>
            </a:lvl1pPr>
          </a:lstStyle>
          <a:p>
            <a:r>
              <a:rPr lang="en-US" noProof="0" dirty="0"/>
              <a:t>Place title here, maximum three lines lorem</a:t>
            </a:r>
          </a:p>
        </p:txBody>
      </p:sp>
      <p:sp>
        <p:nvSpPr>
          <p:cNvPr id="3" name="Subtitle">
            <a:extLst>
              <a:ext uri="{FF2B5EF4-FFF2-40B4-BE49-F238E27FC236}">
                <a16:creationId xmlns:a16="http://schemas.microsoft.com/office/drawing/2014/main" id="{8879E363-BBA4-E8FB-32B0-B30CAED83B60}"/>
              </a:ext>
            </a:extLst>
          </p:cNvPr>
          <p:cNvSpPr>
            <a:spLocks noGrp="1"/>
          </p:cNvSpPr>
          <p:nvPr>
            <p:ph type="subTitle" idx="1" hasCustomPrompt="1"/>
          </p:nvPr>
        </p:nvSpPr>
        <p:spPr>
          <a:xfrm>
            <a:off x="542926" y="5212670"/>
            <a:ext cx="5484812" cy="1097643"/>
          </a:xfrm>
        </p:spPr>
        <p:txBody>
          <a:bodyPr anchor="b">
            <a:normAutofit/>
          </a:bodyPr>
          <a:lstStyle>
            <a:lvl1pPr marL="0" indent="0" algn="l">
              <a:spcBef>
                <a:spcPts val="0"/>
              </a:spcBef>
              <a:buNone/>
              <a:defRPr sz="1600">
                <a:solidFill>
                  <a:srgbClr val="0D004D"/>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dirty="0"/>
              <a:t>Place subtitle here</a:t>
            </a:r>
          </a:p>
        </p:txBody>
      </p:sp>
      <p:pic>
        <p:nvPicPr>
          <p:cNvPr id="5" name="Pearson Logo" descr="Pearson Logo">
            <a:extLst>
              <a:ext uri="{FF2B5EF4-FFF2-40B4-BE49-F238E27FC236}">
                <a16:creationId xmlns:a16="http://schemas.microsoft.com/office/drawing/2014/main" id="{2A1A85FA-3939-44BE-B494-7453E32E7B06}"/>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023797019"/>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Key Statement Left with Line Waves">
    <p:bg bwMode="ltGray">
      <p:bgPr>
        <a:solidFill>
          <a:srgbClr val="EDECF6"/>
        </a:solidFill>
        <a:effectLst/>
      </p:bgPr>
    </p:bg>
    <p:spTree>
      <p:nvGrpSpPr>
        <p:cNvPr id="1" name=""/>
        <p:cNvGrpSpPr/>
        <p:nvPr/>
      </p:nvGrpSpPr>
      <p:grpSpPr>
        <a:xfrm>
          <a:off x="0" y="0"/>
          <a:ext cx="0" cy="0"/>
          <a:chOff x="0" y="0"/>
          <a:chExt cx="0" cy="0"/>
        </a:xfrm>
      </p:grpSpPr>
      <p:sp>
        <p:nvSpPr>
          <p:cNvPr id="7" name="Line Waves">
            <a:extLst>
              <a:ext uri="{FF2B5EF4-FFF2-40B4-BE49-F238E27FC236}">
                <a16:creationId xmlns:a16="http://schemas.microsoft.com/office/drawing/2014/main" id="{911A2453-AC41-EE81-E953-43830E68389E}"/>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ltGray">
          <a:xfrm>
            <a:off x="6155506" y="-5633"/>
            <a:ext cx="5473808" cy="6881122"/>
          </a:xfrm>
          <a:custGeom>
            <a:avLst/>
            <a:gdLst>
              <a:gd name="connsiteX0" fmla="*/ 3028051 w 5473808"/>
              <a:gd name="connsiteY0" fmla="*/ 1049274 h 6881122"/>
              <a:gd name="connsiteX1" fmla="*/ 3486113 w 5473808"/>
              <a:gd name="connsiteY1" fmla="*/ 1381194 h 6881122"/>
              <a:gd name="connsiteX2" fmla="*/ 4740527 w 5473808"/>
              <a:gd name="connsiteY2" fmla="*/ 3375897 h 6881122"/>
              <a:gd name="connsiteX3" fmla="*/ 3486113 w 5473808"/>
              <a:gd name="connsiteY3" fmla="*/ 5370601 h 6881122"/>
              <a:gd name="connsiteX4" fmla="*/ 3079017 w 5473808"/>
              <a:gd name="connsiteY4" fmla="*/ 5668755 h 6881122"/>
              <a:gd name="connsiteX5" fmla="*/ 3079017 w 5473808"/>
              <a:gd name="connsiteY5" fmla="*/ 5669393 h 6881122"/>
              <a:gd name="connsiteX6" fmla="*/ 5441317 w 5473808"/>
              <a:gd name="connsiteY6" fmla="*/ 3370800 h 6881122"/>
              <a:gd name="connsiteX7" fmla="*/ 3028051 w 5473808"/>
              <a:gd name="connsiteY7" fmla="*/ 1049274 h 6881122"/>
              <a:gd name="connsiteX8" fmla="*/ 2216408 w 5473808"/>
              <a:gd name="connsiteY8" fmla="*/ 631348 h 6881122"/>
              <a:gd name="connsiteX9" fmla="*/ 4007883 w 5473808"/>
              <a:gd name="connsiteY9" fmla="*/ 3382269 h 6881122"/>
              <a:gd name="connsiteX10" fmla="*/ 2404613 w 5473808"/>
              <a:gd name="connsiteY10" fmla="*/ 5992694 h 6881122"/>
              <a:gd name="connsiteX11" fmla="*/ 2262190 w 5473808"/>
              <a:gd name="connsiteY11" fmla="*/ 6100116 h 6881122"/>
              <a:gd name="connsiteX12" fmla="*/ 2259730 w 5473808"/>
              <a:gd name="connsiteY12" fmla="*/ 6101334 h 6881122"/>
              <a:gd name="connsiteX13" fmla="*/ 2259730 w 5473808"/>
              <a:gd name="connsiteY13" fmla="*/ 6101971 h 6881122"/>
              <a:gd name="connsiteX14" fmla="*/ 2262190 w 5473808"/>
              <a:gd name="connsiteY14" fmla="*/ 6100116 h 6881122"/>
              <a:gd name="connsiteX15" fmla="*/ 2320243 w 5473808"/>
              <a:gd name="connsiteY15" fmla="*/ 6071364 h 6881122"/>
              <a:gd name="connsiteX16" fmla="*/ 2912739 w 5473808"/>
              <a:gd name="connsiteY16" fmla="*/ 5740745 h 6881122"/>
              <a:gd name="connsiteX17" fmla="*/ 3466363 w 5473808"/>
              <a:gd name="connsiteY17" fmla="*/ 5345755 h 6881122"/>
              <a:gd name="connsiteX18" fmla="*/ 4708673 w 5473808"/>
              <a:gd name="connsiteY18" fmla="*/ 3375897 h 6881122"/>
              <a:gd name="connsiteX19" fmla="*/ 3466363 w 5473808"/>
              <a:gd name="connsiteY19" fmla="*/ 1406040 h 6881122"/>
              <a:gd name="connsiteX20" fmla="*/ 2738178 w 5473808"/>
              <a:gd name="connsiteY20" fmla="*/ 907205 h 6881122"/>
              <a:gd name="connsiteX21" fmla="*/ 2747097 w 5473808"/>
              <a:gd name="connsiteY21" fmla="*/ 908479 h 6881122"/>
              <a:gd name="connsiteX22" fmla="*/ 2216408 w 5473808"/>
              <a:gd name="connsiteY22" fmla="*/ 631348 h 6881122"/>
              <a:gd name="connsiteX23" fmla="*/ 1469111 w 5473808"/>
              <a:gd name="connsiteY23" fmla="*/ 244002 h 6881122"/>
              <a:gd name="connsiteX24" fmla="*/ 3275238 w 5473808"/>
              <a:gd name="connsiteY24" fmla="*/ 3388001 h 6881122"/>
              <a:gd name="connsiteX25" fmla="*/ 3274602 w 5473808"/>
              <a:gd name="connsiteY25" fmla="*/ 3388001 h 6881122"/>
              <a:gd name="connsiteX26" fmla="*/ 1493320 w 5473808"/>
              <a:gd name="connsiteY26" fmla="*/ 6512252 h 6881122"/>
              <a:gd name="connsiteX27" fmla="*/ 2125942 w 5473808"/>
              <a:gd name="connsiteY27" fmla="*/ 6154211 h 6881122"/>
              <a:gd name="connsiteX28" fmla="*/ 2801886 w 5473808"/>
              <a:gd name="connsiteY28" fmla="*/ 5605047 h 6881122"/>
              <a:gd name="connsiteX29" fmla="*/ 3975392 w 5473808"/>
              <a:gd name="connsiteY29" fmla="*/ 3381631 h 6881122"/>
              <a:gd name="connsiteX30" fmla="*/ 2801886 w 5473808"/>
              <a:gd name="connsiteY30" fmla="*/ 1158215 h 6881122"/>
              <a:gd name="connsiteX31" fmla="*/ 2097911 w 5473808"/>
              <a:gd name="connsiteY31" fmla="*/ 589938 h 6881122"/>
              <a:gd name="connsiteX32" fmla="*/ 2083258 w 5473808"/>
              <a:gd name="connsiteY32" fmla="*/ 587390 h 6881122"/>
              <a:gd name="connsiteX33" fmla="*/ 2083258 w 5473808"/>
              <a:gd name="connsiteY33" fmla="*/ 579745 h 6881122"/>
              <a:gd name="connsiteX34" fmla="*/ 1469111 w 5473808"/>
              <a:gd name="connsiteY34" fmla="*/ 244002 h 6881122"/>
              <a:gd name="connsiteX35" fmla="*/ 501384 w 5473808"/>
              <a:gd name="connsiteY35" fmla="*/ 636 h 6881122"/>
              <a:gd name="connsiteX36" fmla="*/ 542157 w 5473808"/>
              <a:gd name="connsiteY36" fmla="*/ 636 h 6881122"/>
              <a:gd name="connsiteX37" fmla="*/ 837763 w 5473808"/>
              <a:gd name="connsiteY37" fmla="*/ 399449 h 6881122"/>
              <a:gd name="connsiteX38" fmla="*/ 1809314 w 5473808"/>
              <a:gd name="connsiteY38" fmla="*/ 3399469 h 6881122"/>
              <a:gd name="connsiteX39" fmla="*/ 1808039 w 5473808"/>
              <a:gd name="connsiteY39" fmla="*/ 3399469 h 6881122"/>
              <a:gd name="connsiteX40" fmla="*/ 836489 w 5473808"/>
              <a:gd name="connsiteY40" fmla="*/ 6399488 h 6881122"/>
              <a:gd name="connsiteX41" fmla="*/ 471441 w 5473808"/>
              <a:gd name="connsiteY41" fmla="*/ 6881122 h 6881122"/>
              <a:gd name="connsiteX42" fmla="*/ 430668 w 5473808"/>
              <a:gd name="connsiteY42" fmla="*/ 6881122 h 6881122"/>
              <a:gd name="connsiteX43" fmla="*/ 810369 w 5473808"/>
              <a:gd name="connsiteY43" fmla="*/ 6381650 h 6881122"/>
              <a:gd name="connsiteX44" fmla="*/ 1776822 w 5473808"/>
              <a:gd name="connsiteY44" fmla="*/ 3399469 h 6881122"/>
              <a:gd name="connsiteX45" fmla="*/ 811006 w 5473808"/>
              <a:gd name="connsiteY45" fmla="*/ 417288 h 6881122"/>
              <a:gd name="connsiteX46" fmla="*/ 501384 w 5473808"/>
              <a:gd name="connsiteY46" fmla="*/ 636 h 6881122"/>
              <a:gd name="connsiteX47" fmla="*/ 45233 w 5473808"/>
              <a:gd name="connsiteY47" fmla="*/ 636 h 6881122"/>
              <a:gd name="connsiteX48" fmla="*/ 78361 w 5473808"/>
              <a:gd name="connsiteY48" fmla="*/ 636 h 6881122"/>
              <a:gd name="connsiteX49" fmla="*/ 1076668 w 5473808"/>
              <a:gd name="connsiteY49" fmla="*/ 3405202 h 6881122"/>
              <a:gd name="connsiteX50" fmla="*/ 32491 w 5473808"/>
              <a:gd name="connsiteY50" fmla="*/ 6881122 h 6881122"/>
              <a:gd name="connsiteX51" fmla="*/ 0 w 5473808"/>
              <a:gd name="connsiteY51" fmla="*/ 6881122 h 6881122"/>
              <a:gd name="connsiteX52" fmla="*/ 1044814 w 5473808"/>
              <a:gd name="connsiteY52" fmla="*/ 3405202 h 6881122"/>
              <a:gd name="connsiteX53" fmla="*/ 45233 w 5473808"/>
              <a:gd name="connsiteY53" fmla="*/ 636 h 6881122"/>
              <a:gd name="connsiteX54" fmla="*/ 1059467 w 5473808"/>
              <a:gd name="connsiteY54" fmla="*/ 0 h 6881122"/>
              <a:gd name="connsiteX55" fmla="*/ 1120627 w 5473808"/>
              <a:gd name="connsiteY55" fmla="*/ 0 h 6881122"/>
              <a:gd name="connsiteX56" fmla="*/ 1428975 w 5473808"/>
              <a:gd name="connsiteY56" fmla="*/ 212148 h 6881122"/>
              <a:gd name="connsiteX57" fmla="*/ 1428975 w 5473808"/>
              <a:gd name="connsiteY57" fmla="*/ 205140 h 6881122"/>
              <a:gd name="connsiteX58" fmla="*/ 2118298 w 5473808"/>
              <a:gd name="connsiteY58" fmla="*/ 561906 h 6881122"/>
              <a:gd name="connsiteX59" fmla="*/ 2875151 w 5473808"/>
              <a:gd name="connsiteY59" fmla="*/ 949889 h 6881122"/>
              <a:gd name="connsiteX60" fmla="*/ 4148041 w 5473808"/>
              <a:gd name="connsiteY60" fmla="*/ 1625833 h 6881122"/>
              <a:gd name="connsiteX61" fmla="*/ 4148678 w 5473808"/>
              <a:gd name="connsiteY61" fmla="*/ 1625833 h 6881122"/>
              <a:gd name="connsiteX62" fmla="*/ 5473808 w 5473808"/>
              <a:gd name="connsiteY62" fmla="*/ 3369527 h 6881122"/>
              <a:gd name="connsiteX63" fmla="*/ 4148678 w 5473808"/>
              <a:gd name="connsiteY63" fmla="*/ 5113220 h 6881122"/>
              <a:gd name="connsiteX64" fmla="*/ 2925480 w 5473808"/>
              <a:gd name="connsiteY64" fmla="*/ 5769414 h 6881122"/>
              <a:gd name="connsiteX65" fmla="*/ 2150789 w 5473808"/>
              <a:gd name="connsiteY65" fmla="*/ 6179058 h 6881122"/>
              <a:gd name="connsiteX66" fmla="*/ 1437257 w 5473808"/>
              <a:gd name="connsiteY66" fmla="*/ 6556211 h 6881122"/>
              <a:gd name="connsiteX67" fmla="*/ 919946 w 5473808"/>
              <a:gd name="connsiteY67" fmla="*/ 6880485 h 6881122"/>
              <a:gd name="connsiteX68" fmla="*/ 824384 w 5473808"/>
              <a:gd name="connsiteY68" fmla="*/ 6880485 h 6881122"/>
              <a:gd name="connsiteX69" fmla="*/ 2139321 w 5473808"/>
              <a:gd name="connsiteY69" fmla="*/ 5863702 h 6881122"/>
              <a:gd name="connsiteX70" fmla="*/ 3244021 w 5473808"/>
              <a:gd name="connsiteY70" fmla="*/ 3387364 h 6881122"/>
              <a:gd name="connsiteX71" fmla="*/ 2139321 w 5473808"/>
              <a:gd name="connsiteY71" fmla="*/ 911027 h 6881122"/>
              <a:gd name="connsiteX72" fmla="*/ 1059467 w 5473808"/>
              <a:gd name="connsiteY72" fmla="*/ 0 h 6881122"/>
              <a:gd name="connsiteX73" fmla="*/ 861972 w 5473808"/>
              <a:gd name="connsiteY73" fmla="*/ 0 h 6881122"/>
              <a:gd name="connsiteX74" fmla="*/ 909753 w 5473808"/>
              <a:gd name="connsiteY74" fmla="*/ 0 h 6881122"/>
              <a:gd name="connsiteX75" fmla="*/ 1500328 w 5473808"/>
              <a:gd name="connsiteY75" fmla="*/ 644090 h 6881122"/>
              <a:gd name="connsiteX76" fmla="*/ 2542594 w 5473808"/>
              <a:gd name="connsiteY76" fmla="*/ 3393098 h 6881122"/>
              <a:gd name="connsiteX77" fmla="*/ 1500328 w 5473808"/>
              <a:gd name="connsiteY77" fmla="*/ 6142107 h 6881122"/>
              <a:gd name="connsiteX78" fmla="*/ 1499691 w 5473808"/>
              <a:gd name="connsiteY78" fmla="*/ 6141470 h 6881122"/>
              <a:gd name="connsiteX79" fmla="*/ 803361 w 5473808"/>
              <a:gd name="connsiteY79" fmla="*/ 6880485 h 6881122"/>
              <a:gd name="connsiteX80" fmla="*/ 753668 w 5473808"/>
              <a:gd name="connsiteY80" fmla="*/ 6880485 h 6881122"/>
              <a:gd name="connsiteX81" fmla="*/ 1474845 w 5473808"/>
              <a:gd name="connsiteY81" fmla="*/ 6122357 h 6881122"/>
              <a:gd name="connsiteX82" fmla="*/ 2510103 w 5473808"/>
              <a:gd name="connsiteY82" fmla="*/ 3393098 h 6881122"/>
              <a:gd name="connsiteX83" fmla="*/ 1474845 w 5473808"/>
              <a:gd name="connsiteY83" fmla="*/ 663840 h 6881122"/>
              <a:gd name="connsiteX84" fmla="*/ 861972 w 5473808"/>
              <a:gd name="connsiteY84" fmla="*/ 0 h 6881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5473808" h="6881122">
                <a:moveTo>
                  <a:pt x="3028051" y="1049274"/>
                </a:moveTo>
                <a:cubicBezTo>
                  <a:pt x="3177765" y="1148022"/>
                  <a:pt x="3333850" y="1259511"/>
                  <a:pt x="3486113" y="1381194"/>
                </a:cubicBezTo>
                <a:cubicBezTo>
                  <a:pt x="4058212" y="1837345"/>
                  <a:pt x="4740527" y="2554062"/>
                  <a:pt x="4740527" y="3375897"/>
                </a:cubicBezTo>
                <a:cubicBezTo>
                  <a:pt x="4740527" y="4197733"/>
                  <a:pt x="4058212" y="4914450"/>
                  <a:pt x="3486113" y="5370601"/>
                </a:cubicBezTo>
                <a:cubicBezTo>
                  <a:pt x="3350414" y="5478905"/>
                  <a:pt x="3212805" y="5578290"/>
                  <a:pt x="3079017" y="5668755"/>
                </a:cubicBezTo>
                <a:lnTo>
                  <a:pt x="3079017" y="5669393"/>
                </a:lnTo>
                <a:cubicBezTo>
                  <a:pt x="3808476" y="5338110"/>
                  <a:pt x="5441317" y="4451291"/>
                  <a:pt x="5441317" y="3370800"/>
                </a:cubicBezTo>
                <a:cubicBezTo>
                  <a:pt x="5441317" y="2290309"/>
                  <a:pt x="3728841" y="1360170"/>
                  <a:pt x="3028051" y="1049274"/>
                </a:cubicBezTo>
                <a:close/>
                <a:moveTo>
                  <a:pt x="2216408" y="631348"/>
                </a:moveTo>
                <a:cubicBezTo>
                  <a:pt x="2982181" y="1179239"/>
                  <a:pt x="4007883" y="2225328"/>
                  <a:pt x="4007883" y="3382269"/>
                </a:cubicBezTo>
                <a:cubicBezTo>
                  <a:pt x="4007883" y="4466900"/>
                  <a:pt x="3139423" y="5420507"/>
                  <a:pt x="2404613" y="5992694"/>
                </a:cubicBezTo>
                <a:lnTo>
                  <a:pt x="2262190" y="6100116"/>
                </a:lnTo>
                <a:lnTo>
                  <a:pt x="2259730" y="6101334"/>
                </a:lnTo>
                <a:lnTo>
                  <a:pt x="2259730" y="6101971"/>
                </a:lnTo>
                <a:lnTo>
                  <a:pt x="2262190" y="6100116"/>
                </a:lnTo>
                <a:lnTo>
                  <a:pt x="2320243" y="6071364"/>
                </a:lnTo>
                <a:cubicBezTo>
                  <a:pt x="2488800" y="5982539"/>
                  <a:pt x="2828564" y="5775308"/>
                  <a:pt x="2912739" y="5740745"/>
                </a:cubicBezTo>
                <a:cubicBezTo>
                  <a:pt x="3087937" y="5629256"/>
                  <a:pt x="3276513" y="5497380"/>
                  <a:pt x="3466363" y="5345755"/>
                </a:cubicBezTo>
                <a:cubicBezTo>
                  <a:pt x="4033366" y="4894063"/>
                  <a:pt x="4708673" y="4184991"/>
                  <a:pt x="4708673" y="3375897"/>
                </a:cubicBezTo>
                <a:cubicBezTo>
                  <a:pt x="4708673" y="2566804"/>
                  <a:pt x="4033366" y="1857731"/>
                  <a:pt x="3466363" y="1406040"/>
                </a:cubicBezTo>
                <a:cubicBezTo>
                  <a:pt x="3259311" y="1241036"/>
                  <a:pt x="2738178" y="907205"/>
                  <a:pt x="2738178" y="907205"/>
                </a:cubicBezTo>
                <a:cubicBezTo>
                  <a:pt x="2740090" y="907205"/>
                  <a:pt x="2743912" y="908479"/>
                  <a:pt x="2747097" y="908479"/>
                </a:cubicBezTo>
                <a:cubicBezTo>
                  <a:pt x="2524756" y="775329"/>
                  <a:pt x="2336817" y="681678"/>
                  <a:pt x="2216408" y="631348"/>
                </a:cubicBezTo>
                <a:close/>
                <a:moveTo>
                  <a:pt x="1469111" y="244002"/>
                </a:moveTo>
                <a:cubicBezTo>
                  <a:pt x="2223416" y="832666"/>
                  <a:pt x="3275238" y="2026558"/>
                  <a:pt x="3275238" y="3388001"/>
                </a:cubicBezTo>
                <a:lnTo>
                  <a:pt x="3274602" y="3388001"/>
                </a:lnTo>
                <a:cubicBezTo>
                  <a:pt x="3274602" y="4734793"/>
                  <a:pt x="2245714" y="5917217"/>
                  <a:pt x="1493320" y="6512252"/>
                </a:cubicBezTo>
                <a:cubicBezTo>
                  <a:pt x="1609269" y="6475301"/>
                  <a:pt x="2106830" y="6159945"/>
                  <a:pt x="2125942" y="6154211"/>
                </a:cubicBezTo>
                <a:cubicBezTo>
                  <a:pt x="2337454" y="6007046"/>
                  <a:pt x="2572537" y="5821018"/>
                  <a:pt x="2801886" y="5605047"/>
                </a:cubicBezTo>
                <a:cubicBezTo>
                  <a:pt x="3337035" y="5099841"/>
                  <a:pt x="3975392" y="4304762"/>
                  <a:pt x="3975392" y="3381631"/>
                </a:cubicBezTo>
                <a:cubicBezTo>
                  <a:pt x="3975392" y="2458500"/>
                  <a:pt x="3337035" y="1662784"/>
                  <a:pt x="2801886" y="1158215"/>
                </a:cubicBezTo>
                <a:cubicBezTo>
                  <a:pt x="2562344" y="932688"/>
                  <a:pt x="2316430" y="740289"/>
                  <a:pt x="2097911" y="589938"/>
                </a:cubicBezTo>
                <a:cubicBezTo>
                  <a:pt x="2092814" y="588664"/>
                  <a:pt x="2087081" y="587390"/>
                  <a:pt x="2083258" y="587390"/>
                </a:cubicBezTo>
                <a:lnTo>
                  <a:pt x="2083258" y="579745"/>
                </a:lnTo>
                <a:cubicBezTo>
                  <a:pt x="1806127" y="390531"/>
                  <a:pt x="1576778" y="271397"/>
                  <a:pt x="1469111" y="244002"/>
                </a:cubicBezTo>
                <a:close/>
                <a:moveTo>
                  <a:pt x="501384" y="636"/>
                </a:moveTo>
                <a:lnTo>
                  <a:pt x="542157" y="636"/>
                </a:lnTo>
                <a:cubicBezTo>
                  <a:pt x="640905" y="122319"/>
                  <a:pt x="740290" y="255469"/>
                  <a:pt x="837763" y="399449"/>
                </a:cubicBezTo>
                <a:cubicBezTo>
                  <a:pt x="1200900" y="937148"/>
                  <a:pt x="1809314" y="2041211"/>
                  <a:pt x="1809314" y="3399469"/>
                </a:cubicBezTo>
                <a:lnTo>
                  <a:pt x="1808039" y="3399469"/>
                </a:lnTo>
                <a:cubicBezTo>
                  <a:pt x="1808039" y="4758365"/>
                  <a:pt x="1199626" y="5862428"/>
                  <a:pt x="836489" y="6399488"/>
                </a:cubicBezTo>
                <a:cubicBezTo>
                  <a:pt x="716081" y="6577234"/>
                  <a:pt x="593124" y="6737779"/>
                  <a:pt x="471441" y="6881122"/>
                </a:cubicBezTo>
                <a:lnTo>
                  <a:pt x="430668" y="6881122"/>
                </a:lnTo>
                <a:cubicBezTo>
                  <a:pt x="556810" y="6733956"/>
                  <a:pt x="684864" y="6567041"/>
                  <a:pt x="810369" y="6381650"/>
                </a:cubicBezTo>
                <a:cubicBezTo>
                  <a:pt x="1171594" y="5847138"/>
                  <a:pt x="1776822" y="4749446"/>
                  <a:pt x="1776822" y="3399469"/>
                </a:cubicBezTo>
                <a:cubicBezTo>
                  <a:pt x="1776822" y="2049493"/>
                  <a:pt x="1171594" y="951801"/>
                  <a:pt x="811006" y="417288"/>
                </a:cubicBezTo>
                <a:cubicBezTo>
                  <a:pt x="709073" y="265663"/>
                  <a:pt x="604591" y="126778"/>
                  <a:pt x="501384" y="636"/>
                </a:cubicBezTo>
                <a:close/>
                <a:moveTo>
                  <a:pt x="45233" y="636"/>
                </a:moveTo>
                <a:lnTo>
                  <a:pt x="78361" y="636"/>
                </a:lnTo>
                <a:cubicBezTo>
                  <a:pt x="609050" y="847318"/>
                  <a:pt x="1076668" y="2027831"/>
                  <a:pt x="1076668" y="3405202"/>
                </a:cubicBezTo>
                <a:cubicBezTo>
                  <a:pt x="1076668" y="4782574"/>
                  <a:pt x="581656" y="6032529"/>
                  <a:pt x="32491" y="6881122"/>
                </a:cubicBezTo>
                <a:lnTo>
                  <a:pt x="0" y="6881122"/>
                </a:lnTo>
                <a:cubicBezTo>
                  <a:pt x="547890" y="6037626"/>
                  <a:pt x="1044814" y="4747535"/>
                  <a:pt x="1044814" y="3405202"/>
                </a:cubicBezTo>
                <a:cubicBezTo>
                  <a:pt x="1044814" y="2062872"/>
                  <a:pt x="574648" y="842221"/>
                  <a:pt x="45233" y="636"/>
                </a:cubicBezTo>
                <a:close/>
                <a:moveTo>
                  <a:pt x="1059467" y="0"/>
                </a:moveTo>
                <a:lnTo>
                  <a:pt x="1120627" y="0"/>
                </a:lnTo>
                <a:cubicBezTo>
                  <a:pt x="1213004" y="56063"/>
                  <a:pt x="1316848" y="126779"/>
                  <a:pt x="1428975" y="212148"/>
                </a:cubicBezTo>
                <a:lnTo>
                  <a:pt x="1428975" y="205140"/>
                </a:lnTo>
                <a:cubicBezTo>
                  <a:pt x="1516255" y="205140"/>
                  <a:pt x="1785104" y="334468"/>
                  <a:pt x="2118298" y="561906"/>
                </a:cubicBezTo>
                <a:cubicBezTo>
                  <a:pt x="2230424" y="591212"/>
                  <a:pt x="2526030" y="731370"/>
                  <a:pt x="2875151" y="949889"/>
                </a:cubicBezTo>
                <a:cubicBezTo>
                  <a:pt x="3118516" y="1044177"/>
                  <a:pt x="3638375" y="1286906"/>
                  <a:pt x="4148041" y="1625833"/>
                </a:cubicBezTo>
                <a:lnTo>
                  <a:pt x="4148678" y="1625833"/>
                </a:lnTo>
                <a:cubicBezTo>
                  <a:pt x="4753269" y="2027832"/>
                  <a:pt x="5473808" y="2656632"/>
                  <a:pt x="5473808" y="3369527"/>
                </a:cubicBezTo>
                <a:cubicBezTo>
                  <a:pt x="5473808" y="4082421"/>
                  <a:pt x="4753269" y="4711221"/>
                  <a:pt x="4148678" y="5113220"/>
                </a:cubicBezTo>
                <a:cubicBezTo>
                  <a:pt x="3670866" y="5431123"/>
                  <a:pt x="3185410" y="5663659"/>
                  <a:pt x="2925480" y="5769414"/>
                </a:cubicBezTo>
                <a:cubicBezTo>
                  <a:pt x="2584642" y="5986022"/>
                  <a:pt x="2287761" y="6133188"/>
                  <a:pt x="2150789" y="6179058"/>
                </a:cubicBezTo>
                <a:cubicBezTo>
                  <a:pt x="1811224" y="6414778"/>
                  <a:pt x="1534093" y="6549840"/>
                  <a:pt x="1437257" y="6556211"/>
                </a:cubicBezTo>
                <a:cubicBezTo>
                  <a:pt x="1230842" y="6714207"/>
                  <a:pt x="1049274" y="6825696"/>
                  <a:pt x="919946" y="6880485"/>
                </a:cubicBezTo>
                <a:lnTo>
                  <a:pt x="824384" y="6880485"/>
                </a:lnTo>
                <a:cubicBezTo>
                  <a:pt x="1048000" y="6825059"/>
                  <a:pt x="1616277" y="6441536"/>
                  <a:pt x="2139321" y="5863702"/>
                </a:cubicBezTo>
                <a:cubicBezTo>
                  <a:pt x="3052260" y="4855838"/>
                  <a:pt x="3244021" y="3960738"/>
                  <a:pt x="3244021" y="3387364"/>
                </a:cubicBezTo>
                <a:cubicBezTo>
                  <a:pt x="3244021" y="2813991"/>
                  <a:pt x="3052260" y="1918891"/>
                  <a:pt x="2139321" y="911027"/>
                </a:cubicBezTo>
                <a:cubicBezTo>
                  <a:pt x="1751338" y="482908"/>
                  <a:pt x="1338509" y="160545"/>
                  <a:pt x="1059467" y="0"/>
                </a:cubicBezTo>
                <a:close/>
                <a:moveTo>
                  <a:pt x="861972" y="0"/>
                </a:moveTo>
                <a:lnTo>
                  <a:pt x="909753" y="0"/>
                </a:lnTo>
                <a:cubicBezTo>
                  <a:pt x="1102789" y="177746"/>
                  <a:pt x="1306655" y="395628"/>
                  <a:pt x="1500328" y="644090"/>
                </a:cubicBezTo>
                <a:cubicBezTo>
                  <a:pt x="1889585" y="1143562"/>
                  <a:pt x="2542594" y="2163531"/>
                  <a:pt x="2542594" y="3393098"/>
                </a:cubicBezTo>
                <a:cubicBezTo>
                  <a:pt x="2542594" y="4622667"/>
                  <a:pt x="1889585" y="5643272"/>
                  <a:pt x="1500328" y="6142107"/>
                </a:cubicBezTo>
                <a:lnTo>
                  <a:pt x="1499691" y="6141470"/>
                </a:lnTo>
                <a:cubicBezTo>
                  <a:pt x="1270342" y="6435802"/>
                  <a:pt x="1025702" y="6688087"/>
                  <a:pt x="803361" y="6880485"/>
                </a:cubicBezTo>
                <a:lnTo>
                  <a:pt x="753668" y="6880485"/>
                </a:lnTo>
                <a:cubicBezTo>
                  <a:pt x="976010" y="6693820"/>
                  <a:pt x="1227657" y="6438987"/>
                  <a:pt x="1474845" y="6122357"/>
                </a:cubicBezTo>
                <a:cubicBezTo>
                  <a:pt x="1861554" y="5626708"/>
                  <a:pt x="2510103" y="4613110"/>
                  <a:pt x="2510103" y="3393098"/>
                </a:cubicBezTo>
                <a:cubicBezTo>
                  <a:pt x="2510103" y="2173087"/>
                  <a:pt x="1861554" y="1159489"/>
                  <a:pt x="1474845" y="663840"/>
                </a:cubicBezTo>
                <a:cubicBezTo>
                  <a:pt x="1267156" y="397539"/>
                  <a:pt x="1056282" y="175198"/>
                  <a:pt x="861972" y="0"/>
                </a:cubicBezTo>
                <a:close/>
              </a:path>
            </a:pathLst>
          </a:custGeom>
          <a:gradFill flip="none" rotWithShape="1">
            <a:gsLst>
              <a:gs pos="0">
                <a:srgbClr val="EDECF6"/>
              </a:gs>
              <a:gs pos="55000">
                <a:srgbClr val="C1BFFF"/>
              </a:gs>
            </a:gsLst>
            <a:lin ang="0" scaled="1"/>
            <a:tileRect/>
          </a:gradFill>
          <a:ln w="20455" cap="flat">
            <a:noFill/>
            <a:prstDash val="solid"/>
            <a:miter/>
          </a:ln>
        </p:spPr>
        <p:txBody>
          <a:bodyPr wrap="square" rtlCol="0" anchor="ctr">
            <a:noAutofit/>
          </a:bodyPr>
          <a:lstStyle/>
          <a:p>
            <a:endParaRPr lang="en-US" noProof="0">
              <a:latin typeface="+mj-lt"/>
            </a:endParaRPr>
          </a:p>
        </p:txBody>
      </p:sp>
      <p:sp>
        <p:nvSpPr>
          <p:cNvPr id="3" name="Key Statement">
            <a:extLst>
              <a:ext uri="{FF2B5EF4-FFF2-40B4-BE49-F238E27FC236}">
                <a16:creationId xmlns:a16="http://schemas.microsoft.com/office/drawing/2014/main" id="{2A559805-1316-9942-C597-186EB6A2AE19}"/>
              </a:ext>
            </a:extLst>
          </p:cNvPr>
          <p:cNvSpPr>
            <a:spLocks noGrp="1"/>
          </p:cNvSpPr>
          <p:nvPr>
            <p:ph type="body" sz="quarter" idx="28" hasCustomPrompt="1"/>
          </p:nvPr>
        </p:nvSpPr>
        <p:spPr>
          <a:xfrm>
            <a:off x="557186" y="1094819"/>
            <a:ext cx="6412611" cy="4668361"/>
          </a:xfrm>
        </p:spPr>
        <p:txBody>
          <a:bodyPr anchor="ctr"/>
          <a:lstStyle>
            <a:lvl1pPr marL="0" indent="0" algn="l">
              <a:lnSpc>
                <a:spcPct val="90000"/>
              </a:lnSpc>
              <a:spcAft>
                <a:spcPts val="0"/>
              </a:spcAft>
              <a:buNone/>
              <a:defRPr sz="6000" b="1">
                <a:latin typeface="+mj-lt"/>
              </a:defRPr>
            </a:lvl1pPr>
            <a:lvl2pPr marL="232200" indent="0">
              <a:buNone/>
              <a:defRPr/>
            </a:lvl2pPr>
            <a:lvl3pPr marL="462600" indent="0">
              <a:buNone/>
              <a:defRPr/>
            </a:lvl3pPr>
            <a:lvl4pPr marL="693000" indent="0">
              <a:buNone/>
              <a:defRPr/>
            </a:lvl4pPr>
            <a:lvl5pPr marL="923400" indent="0">
              <a:buNone/>
              <a:defRPr/>
            </a:lvl5pPr>
          </a:lstStyle>
          <a:p>
            <a:pPr lvl="0"/>
            <a:r>
              <a:rPr lang="en-US" dirty="0"/>
              <a:t>Place key statement here, lorem ipsum dolor sit </a:t>
            </a:r>
            <a:r>
              <a:rPr lang="en-US" dirty="0" err="1"/>
              <a:t>amet</a:t>
            </a:r>
            <a:r>
              <a:rPr lang="en-US" dirty="0"/>
              <a:t>.</a:t>
            </a:r>
          </a:p>
        </p:txBody>
      </p:sp>
      <p:pic>
        <p:nvPicPr>
          <p:cNvPr id="4" name="Pearson Logo" descr="Pearson Logo">
            <a:extLst>
              <a:ext uri="{FF2B5EF4-FFF2-40B4-BE49-F238E27FC236}">
                <a16:creationId xmlns:a16="http://schemas.microsoft.com/office/drawing/2014/main" id="{75FD581C-C2BD-F715-7DE4-664022D04D1B}"/>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87400011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with Image Placeholder B">
    <p:bg bwMode="ltGray">
      <p:bgPr>
        <a:solidFill>
          <a:srgbClr val="EDECF6"/>
        </a:solidFill>
        <a:effectLst/>
      </p:bgPr>
    </p:bg>
    <p:spTree>
      <p:nvGrpSpPr>
        <p:cNvPr id="1" name=""/>
        <p:cNvGrpSpPr/>
        <p:nvPr/>
      </p:nvGrpSpPr>
      <p:grpSpPr>
        <a:xfrm>
          <a:off x="0" y="0"/>
          <a:ext cx="0" cy="0"/>
          <a:chOff x="0" y="0"/>
          <a:chExt cx="0" cy="0"/>
        </a:xfrm>
      </p:grpSpPr>
      <p:sp>
        <p:nvSpPr>
          <p:cNvPr id="8" name="Quotation">
            <a:extLst>
              <a:ext uri="{FF2B5EF4-FFF2-40B4-BE49-F238E27FC236}">
                <a16:creationId xmlns:a16="http://schemas.microsoft.com/office/drawing/2014/main" id="{BBEF9890-75BC-5C24-5AA0-A82B0C4C3E37}"/>
              </a:ext>
            </a:extLst>
          </p:cNvPr>
          <p:cNvSpPr>
            <a:spLocks noGrp="1"/>
          </p:cNvSpPr>
          <p:nvPr>
            <p:ph type="body" sz="quarter" idx="30" hasCustomPrompt="1"/>
          </p:nvPr>
        </p:nvSpPr>
        <p:spPr>
          <a:xfrm>
            <a:off x="312738" y="1962150"/>
            <a:ext cx="5711825" cy="2932113"/>
          </a:xfrm>
        </p:spPr>
        <p:txBody>
          <a:bodyPr/>
          <a:lstStyle>
            <a:lvl1pPr marL="228600" indent="-228600">
              <a:lnSpc>
                <a:spcPct val="90000"/>
              </a:lnSpc>
              <a:buNone/>
              <a:defRPr sz="3200" b="1">
                <a:latin typeface="+mj-lt"/>
              </a:defRPr>
            </a:lvl1pPr>
          </a:lstStyle>
          <a:p>
            <a:pPr lvl="0"/>
            <a:r>
              <a:rPr lang="en-US" dirty="0"/>
              <a:t>“Place long quote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a:t>
            </a:r>
          </a:p>
        </p:txBody>
      </p:sp>
      <p:sp>
        <p:nvSpPr>
          <p:cNvPr id="11" name="Attribution">
            <a:extLst>
              <a:ext uri="{FF2B5EF4-FFF2-40B4-BE49-F238E27FC236}">
                <a16:creationId xmlns:a16="http://schemas.microsoft.com/office/drawing/2014/main" id="{79113399-D790-C8DB-ED59-5A5DFCEA1024}"/>
              </a:ext>
            </a:extLst>
          </p:cNvPr>
          <p:cNvSpPr>
            <a:spLocks noGrp="1"/>
          </p:cNvSpPr>
          <p:nvPr>
            <p:ph type="body" sz="quarter" idx="13" hasCustomPrompt="1"/>
          </p:nvPr>
        </p:nvSpPr>
        <p:spPr>
          <a:xfrm>
            <a:off x="550164" y="4952625"/>
            <a:ext cx="5474399" cy="810000"/>
          </a:xfrm>
        </p:spPr>
        <p:txBody>
          <a:bodyPr anchor="ctr" anchorCtr="0"/>
          <a:lstStyle>
            <a:lvl1pPr marL="0" indent="0" algn="l">
              <a:spcAft>
                <a:spcPts val="0"/>
              </a:spcAft>
              <a:buNone/>
              <a:defRPr>
                <a:latin typeface="+mj-lt"/>
              </a:defRPr>
            </a:lvl1pPr>
          </a:lstStyle>
          <a:p>
            <a:pPr lvl="0"/>
            <a:r>
              <a:rPr lang="en-US" noProof="0" dirty="0" err="1"/>
              <a:t>Firstname</a:t>
            </a:r>
            <a:r>
              <a:rPr lang="en-US" noProof="0" dirty="0"/>
              <a:t> Lastname</a:t>
            </a:r>
            <a:br>
              <a:rPr lang="en-US" noProof="0" dirty="0"/>
            </a:br>
            <a:r>
              <a:rPr lang="en-US" noProof="0" dirty="0"/>
              <a:t>Role, Company</a:t>
            </a:r>
          </a:p>
        </p:txBody>
      </p:sp>
      <p:sp>
        <p:nvSpPr>
          <p:cNvPr id="4" name="Picture">
            <a:extLst>
              <a:ext uri="{FF2B5EF4-FFF2-40B4-BE49-F238E27FC236}">
                <a16:creationId xmlns:a16="http://schemas.microsoft.com/office/drawing/2014/main" id="{B69B57BA-F7E0-AF21-28BE-CC52D57EA390}"/>
              </a:ext>
              <a:ext uri="{C183D7F6-B498-43B3-948B-1728B52AA6E4}">
                <adec:decorative xmlns:adec="http://schemas.microsoft.com/office/drawing/2017/decorative" val="1"/>
              </a:ext>
            </a:extLst>
          </p:cNvPr>
          <p:cNvSpPr>
            <a:spLocks noGrp="1"/>
          </p:cNvSpPr>
          <p:nvPr>
            <p:ph type="pic" sz="quarter" idx="28" hasCustomPrompt="1"/>
          </p:nvPr>
        </p:nvSpPr>
        <p:spPr>
          <a:xfrm>
            <a:off x="6959822" y="546099"/>
            <a:ext cx="4684969" cy="5775960"/>
          </a:xfrm>
          <a:custGeom>
            <a:avLst/>
            <a:gdLst>
              <a:gd name="connsiteX0" fmla="*/ 155419 w 4684969"/>
              <a:gd name="connsiteY0" fmla="*/ 0 h 5775960"/>
              <a:gd name="connsiteX1" fmla="*/ 4532504 w 4684969"/>
              <a:gd name="connsiteY1" fmla="*/ 0 h 5775960"/>
              <a:gd name="connsiteX2" fmla="*/ 4684969 w 4684969"/>
              <a:gd name="connsiteY2" fmla="*/ 152465 h 5775960"/>
              <a:gd name="connsiteX3" fmla="*/ 4684969 w 4684969"/>
              <a:gd name="connsiteY3" fmla="*/ 1255551 h 5775960"/>
              <a:gd name="connsiteX4" fmla="*/ 4684969 w 4684969"/>
              <a:gd name="connsiteY4" fmla="*/ 2625686 h 5775960"/>
              <a:gd name="connsiteX5" fmla="*/ 4684969 w 4684969"/>
              <a:gd name="connsiteY5" fmla="*/ 3728772 h 5775960"/>
              <a:gd name="connsiteX6" fmla="*/ 4682015 w 4684969"/>
              <a:gd name="connsiteY6" fmla="*/ 3743404 h 5775960"/>
              <a:gd name="connsiteX7" fmla="*/ 4682015 w 4684969"/>
              <a:gd name="connsiteY7" fmla="*/ 5623495 h 5775960"/>
              <a:gd name="connsiteX8" fmla="*/ 4529550 w 4684969"/>
              <a:gd name="connsiteY8" fmla="*/ 5775960 h 5775960"/>
              <a:gd name="connsiteX9" fmla="*/ 152465 w 4684969"/>
              <a:gd name="connsiteY9" fmla="*/ 5775960 h 5775960"/>
              <a:gd name="connsiteX10" fmla="*/ 0 w 4684969"/>
              <a:gd name="connsiteY10" fmla="*/ 5623495 h 5775960"/>
              <a:gd name="connsiteX11" fmla="*/ 0 w 4684969"/>
              <a:gd name="connsiteY11" fmla="*/ 3150274 h 5775960"/>
              <a:gd name="connsiteX12" fmla="*/ 2954 w 4684969"/>
              <a:gd name="connsiteY12" fmla="*/ 3135643 h 5775960"/>
              <a:gd name="connsiteX13" fmla="*/ 2954 w 4684969"/>
              <a:gd name="connsiteY13" fmla="*/ 2625686 h 5775960"/>
              <a:gd name="connsiteX14" fmla="*/ 2954 w 4684969"/>
              <a:gd name="connsiteY14" fmla="*/ 1255551 h 5775960"/>
              <a:gd name="connsiteX15" fmla="*/ 2954 w 4684969"/>
              <a:gd name="connsiteY15" fmla="*/ 152465 h 5775960"/>
              <a:gd name="connsiteX16" fmla="*/ 155419 w 4684969"/>
              <a:gd name="connsiteY16" fmla="*/ 0 h 5775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684969" h="5775960">
                <a:moveTo>
                  <a:pt x="155419" y="0"/>
                </a:moveTo>
                <a:lnTo>
                  <a:pt x="4532504" y="0"/>
                </a:lnTo>
                <a:cubicBezTo>
                  <a:pt x="4616708" y="0"/>
                  <a:pt x="4684969" y="68261"/>
                  <a:pt x="4684969" y="152465"/>
                </a:cubicBezTo>
                <a:lnTo>
                  <a:pt x="4684969" y="1255551"/>
                </a:lnTo>
                <a:lnTo>
                  <a:pt x="4684969" y="2625686"/>
                </a:lnTo>
                <a:lnTo>
                  <a:pt x="4684969" y="3728772"/>
                </a:lnTo>
                <a:lnTo>
                  <a:pt x="4682015" y="3743404"/>
                </a:lnTo>
                <a:lnTo>
                  <a:pt x="4682015" y="5623495"/>
                </a:lnTo>
                <a:cubicBezTo>
                  <a:pt x="4682015" y="5707699"/>
                  <a:pt x="4613754" y="5775960"/>
                  <a:pt x="4529550" y="5775960"/>
                </a:cubicBezTo>
                <a:lnTo>
                  <a:pt x="152465" y="5775960"/>
                </a:lnTo>
                <a:cubicBezTo>
                  <a:pt x="68261" y="5775960"/>
                  <a:pt x="0" y="5707699"/>
                  <a:pt x="0" y="5623495"/>
                </a:cubicBezTo>
                <a:lnTo>
                  <a:pt x="0" y="3150274"/>
                </a:lnTo>
                <a:lnTo>
                  <a:pt x="2954" y="3135643"/>
                </a:lnTo>
                <a:lnTo>
                  <a:pt x="2954" y="2625686"/>
                </a:lnTo>
                <a:lnTo>
                  <a:pt x="2954" y="1255551"/>
                </a:lnTo>
                <a:lnTo>
                  <a:pt x="2954" y="152465"/>
                </a:lnTo>
                <a:cubicBezTo>
                  <a:pt x="2954" y="68261"/>
                  <a:pt x="71215" y="0"/>
                  <a:pt x="155419" y="0"/>
                </a:cubicBezTo>
                <a:close/>
              </a:path>
            </a:pathLst>
          </a:custGeom>
        </p:spPr>
        <p:txBody>
          <a:bodyPr wrap="square" tIns="91440" anchor="t" anchorCtr="0">
            <a:noAutofit/>
          </a:bodyPr>
          <a:lstStyle>
            <a:lvl1pPr marL="0" indent="0" algn="ctr">
              <a:spcAft>
                <a:spcPts val="0"/>
              </a:spcAft>
              <a:buNone/>
              <a:defRPr sz="1400">
                <a:latin typeface="+mj-lt"/>
              </a:defRPr>
            </a:lvl1pPr>
          </a:lstStyle>
          <a:p>
            <a:r>
              <a:rPr lang="en-US" noProof="0" dirty="0"/>
              <a:t>Add picture here</a:t>
            </a:r>
          </a:p>
        </p:txBody>
      </p:sp>
      <p:pic>
        <p:nvPicPr>
          <p:cNvPr id="2" name="Pearson Logo" descr="Pearson Logo">
            <a:extLst>
              <a:ext uri="{FF2B5EF4-FFF2-40B4-BE49-F238E27FC236}">
                <a16:creationId xmlns:a16="http://schemas.microsoft.com/office/drawing/2014/main" id="{BCE36E47-9B14-54DA-B29A-8A52C6890A6A}"/>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808945956"/>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bg bwMode="ltGray">
      <p:bgPr>
        <a:solidFill>
          <a:srgbClr val="EDECF6"/>
        </a:solidFill>
        <a:effectLst/>
      </p:bgPr>
    </p:bg>
    <p:spTree>
      <p:nvGrpSpPr>
        <p:cNvPr id="1" name=""/>
        <p:cNvGrpSpPr/>
        <p:nvPr/>
      </p:nvGrpSpPr>
      <p:grpSpPr>
        <a:xfrm>
          <a:off x="0" y="0"/>
          <a:ext cx="0" cy="0"/>
          <a:chOff x="0" y="0"/>
          <a:chExt cx="0" cy="0"/>
        </a:xfrm>
      </p:grpSpPr>
      <p:sp>
        <p:nvSpPr>
          <p:cNvPr id="7" name="Section">
            <a:extLst>
              <a:ext uri="{FF2B5EF4-FFF2-40B4-BE49-F238E27FC236}">
                <a16:creationId xmlns:a16="http://schemas.microsoft.com/office/drawing/2014/main" id="{51008C76-10DB-547B-4449-87B5BDB90F4F}"/>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B77DC554-B106-D84B-B0E2-4BB654FA8963}"/>
              </a:ext>
            </a:extLst>
          </p:cNvPr>
          <p:cNvSpPr>
            <a:spLocks noGrp="1"/>
          </p:cNvSpPr>
          <p:nvPr>
            <p:ph type="title" hasCustomPrompt="1"/>
          </p:nvPr>
        </p:nvSpPr>
        <p:spPr>
          <a:xfrm>
            <a:off x="550164" y="552450"/>
            <a:ext cx="11091672" cy="819150"/>
          </a:xfrm>
        </p:spPr>
        <p:txBody>
          <a:bodyPr/>
          <a:lstStyle>
            <a:lvl1pPr>
              <a:defRPr>
                <a:latin typeface="+mj-lt"/>
              </a:defRPr>
            </a:lvl1pPr>
          </a:lstStyle>
          <a:p>
            <a:r>
              <a:rPr lang="en-US" noProof="0" dirty="0"/>
              <a:t>Place headline here</a:t>
            </a:r>
          </a:p>
        </p:txBody>
      </p:sp>
      <p:pic>
        <p:nvPicPr>
          <p:cNvPr id="3" name="Pearson Logo" descr="Pearson Logo">
            <a:extLst>
              <a:ext uri="{FF2B5EF4-FFF2-40B4-BE49-F238E27FC236}">
                <a16:creationId xmlns:a16="http://schemas.microsoft.com/office/drawing/2014/main" id="{8CA230E9-E917-0A12-5EE6-E349C17C5607}"/>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3366922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aption Only">
    <p:bg bwMode="ltGray">
      <p:bgPr>
        <a:solidFill>
          <a:srgbClr val="EDECF6"/>
        </a:solidFill>
        <a:effectLst/>
      </p:bgPr>
    </p:bg>
    <p:spTree>
      <p:nvGrpSpPr>
        <p:cNvPr id="1" name=""/>
        <p:cNvGrpSpPr/>
        <p:nvPr/>
      </p:nvGrpSpPr>
      <p:grpSpPr>
        <a:xfrm>
          <a:off x="0" y="0"/>
          <a:ext cx="0" cy="0"/>
          <a:chOff x="0" y="0"/>
          <a:chExt cx="0" cy="0"/>
        </a:xfrm>
      </p:grpSpPr>
      <p:sp>
        <p:nvSpPr>
          <p:cNvPr id="7" name="Section">
            <a:extLst>
              <a:ext uri="{FF2B5EF4-FFF2-40B4-BE49-F238E27FC236}">
                <a16:creationId xmlns:a16="http://schemas.microsoft.com/office/drawing/2014/main" id="{51008C76-10DB-547B-4449-87B5BDB90F4F}"/>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B77DC554-B106-D84B-B0E2-4BB654FA8963}"/>
              </a:ext>
            </a:extLst>
          </p:cNvPr>
          <p:cNvSpPr>
            <a:spLocks noGrp="1"/>
          </p:cNvSpPr>
          <p:nvPr>
            <p:ph type="title" hasCustomPrompt="1"/>
          </p:nvPr>
        </p:nvSpPr>
        <p:spPr>
          <a:xfrm>
            <a:off x="550164" y="1060704"/>
            <a:ext cx="3611880" cy="1700784"/>
          </a:xfrm>
        </p:spPr>
        <p:txBody>
          <a:bodyPr/>
          <a:lstStyle>
            <a:lvl1pPr>
              <a:defRPr>
                <a:latin typeface="+mj-lt"/>
              </a:defRPr>
            </a:lvl1pPr>
          </a:lstStyle>
          <a:p>
            <a:r>
              <a:rPr lang="en-US" noProof="0" dirty="0"/>
              <a:t>Place headline here</a:t>
            </a:r>
          </a:p>
        </p:txBody>
      </p:sp>
      <p:pic>
        <p:nvPicPr>
          <p:cNvPr id="3" name="Pearson Logo" descr="Pearson Logo">
            <a:extLst>
              <a:ext uri="{FF2B5EF4-FFF2-40B4-BE49-F238E27FC236}">
                <a16:creationId xmlns:a16="http://schemas.microsoft.com/office/drawing/2014/main" id="{216BD5ED-FFE4-1A1F-FEC1-34FDBEE5FC38}"/>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4241249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aption Only Dark B">
    <p:bg bwMode="gray">
      <p:bgRef idx="1001">
        <a:schemeClr val="bg2"/>
      </p:bgRef>
    </p:bg>
    <p:spTree>
      <p:nvGrpSpPr>
        <p:cNvPr id="1" name=""/>
        <p:cNvGrpSpPr/>
        <p:nvPr/>
      </p:nvGrpSpPr>
      <p:grpSpPr>
        <a:xfrm>
          <a:off x="0" y="0"/>
          <a:ext cx="0" cy="0"/>
          <a:chOff x="0" y="0"/>
          <a:chExt cx="0" cy="0"/>
        </a:xfrm>
      </p:grpSpPr>
      <p:sp>
        <p:nvSpPr>
          <p:cNvPr id="6" name="Section">
            <a:extLst>
              <a:ext uri="{FF2B5EF4-FFF2-40B4-BE49-F238E27FC236}">
                <a16:creationId xmlns:a16="http://schemas.microsoft.com/office/drawing/2014/main" id="{C3F5BB9A-EE45-B960-B743-E16FDB97B4E6}"/>
              </a:ext>
            </a:extLst>
          </p:cNvPr>
          <p:cNvSpPr>
            <a:spLocks noGrp="1"/>
          </p:cNvSpPr>
          <p:nvPr>
            <p:ph type="body" sz="quarter" idx="27" hasCustomPrompt="1"/>
          </p:nvPr>
        </p:nvSpPr>
        <p:spPr bwMode="white">
          <a:xfrm>
            <a:off x="550164" y="0"/>
            <a:ext cx="3607200" cy="547200"/>
          </a:xfrm>
        </p:spPr>
        <p:txBody>
          <a:bodyPr anchor="ctr" anchorCtr="0"/>
          <a:lstStyle>
            <a:lvl1pPr marL="0" indent="0">
              <a:spcAft>
                <a:spcPts val="0"/>
              </a:spcAft>
              <a:buNone/>
              <a:defRPr sz="1000" cap="all" baseline="0">
                <a:solidFill>
                  <a:srgbClr val="C1BFFF"/>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B77DC554-B106-D84B-B0E2-4BB654FA8963}"/>
              </a:ext>
            </a:extLst>
          </p:cNvPr>
          <p:cNvSpPr>
            <a:spLocks noGrp="1"/>
          </p:cNvSpPr>
          <p:nvPr>
            <p:ph type="title" hasCustomPrompt="1"/>
          </p:nvPr>
        </p:nvSpPr>
        <p:spPr bwMode="white">
          <a:xfrm>
            <a:off x="550164" y="1060704"/>
            <a:ext cx="3611880" cy="1700784"/>
          </a:xfrm>
        </p:spPr>
        <p:txBody>
          <a:bodyPr/>
          <a:lstStyle>
            <a:lvl1pPr>
              <a:defRPr sz="4000">
                <a:solidFill>
                  <a:schemeClr val="tx2"/>
                </a:solidFill>
                <a:latin typeface="+mj-lt"/>
              </a:defRPr>
            </a:lvl1pPr>
          </a:lstStyle>
          <a:p>
            <a:r>
              <a:rPr lang="en-US" noProof="0" dirty="0"/>
              <a:t>Place headline here</a:t>
            </a:r>
          </a:p>
        </p:txBody>
      </p:sp>
      <p:pic>
        <p:nvPicPr>
          <p:cNvPr id="3" name="Pearson Logo" descr="Pearson Logo">
            <a:extLst>
              <a:ext uri="{FF2B5EF4-FFF2-40B4-BE49-F238E27FC236}">
                <a16:creationId xmlns:a16="http://schemas.microsoft.com/office/drawing/2014/main" id="{B5342FDA-46C7-617E-DB0D-1E566276679F}"/>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941583095"/>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Ref idx="1001">
        <a:schemeClr val="bg1"/>
      </p:bgRef>
    </p:bg>
    <p:spTree>
      <p:nvGrpSpPr>
        <p:cNvPr id="1" name=""/>
        <p:cNvGrpSpPr/>
        <p:nvPr/>
      </p:nvGrpSpPr>
      <p:grpSpPr>
        <a:xfrm>
          <a:off x="0" y="0"/>
          <a:ext cx="0" cy="0"/>
          <a:chOff x="0" y="0"/>
          <a:chExt cx="0" cy="0"/>
        </a:xfrm>
      </p:grpSpPr>
      <p:sp>
        <p:nvSpPr>
          <p:cNvPr id="8" name="Section">
            <a:extLst>
              <a:ext uri="{FF2B5EF4-FFF2-40B4-BE49-F238E27FC236}">
                <a16:creationId xmlns:a16="http://schemas.microsoft.com/office/drawing/2014/main" id="{1198415D-8549-B0A2-B49C-4DD0F7B93F3F}"/>
              </a:ext>
            </a:extLst>
          </p:cNvPr>
          <p:cNvSpPr>
            <a:spLocks noGrp="1"/>
          </p:cNvSpPr>
          <p:nvPr>
            <p:ph type="body" sz="quarter" idx="27" hasCustomPrompt="1"/>
          </p:nvPr>
        </p:nvSpPr>
        <p:spPr bwMode="black">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58E6F1EA-6CF7-3128-DEA7-11609358DF4C}"/>
              </a:ext>
            </a:extLst>
          </p:cNvPr>
          <p:cNvSpPr>
            <a:spLocks noGrp="1"/>
          </p:cNvSpPr>
          <p:nvPr>
            <p:ph type="title" hasCustomPrompt="1"/>
          </p:nvPr>
        </p:nvSpPr>
        <p:spPr bwMode="black"/>
        <p:txBody>
          <a:bodyPr/>
          <a:lstStyle>
            <a:lvl1pPr>
              <a:defRPr>
                <a:latin typeface="+mj-lt"/>
              </a:defRPr>
            </a:lvl1pPr>
          </a:lstStyle>
          <a:p>
            <a:r>
              <a:rPr lang="en-US" noProof="0" dirty="0"/>
              <a:t>Place headline here</a:t>
            </a:r>
          </a:p>
        </p:txBody>
      </p:sp>
      <p:sp>
        <p:nvSpPr>
          <p:cNvPr id="3" name="Content">
            <a:extLst>
              <a:ext uri="{FF2B5EF4-FFF2-40B4-BE49-F238E27FC236}">
                <a16:creationId xmlns:a16="http://schemas.microsoft.com/office/drawing/2014/main" id="{6D28ED81-2168-60B7-3C56-6C4C72659C6F}"/>
              </a:ext>
            </a:extLst>
          </p:cNvPr>
          <p:cNvSpPr>
            <a:spLocks noGrp="1"/>
          </p:cNvSpPr>
          <p:nvPr>
            <p:ph idx="1"/>
          </p:nvPr>
        </p:nvSpPr>
        <p:spPr bwMode="black">
          <a:xfrm>
            <a:off x="550164" y="1918336"/>
            <a:ext cx="11091672" cy="3844800"/>
          </a:xfrm>
        </p:spPr>
        <p:txBody>
          <a:bodyPr/>
          <a:lstStyle>
            <a:lvl1pPr marL="0" indent="0">
              <a:buNone/>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Source">
            <a:extLst>
              <a:ext uri="{FF2B5EF4-FFF2-40B4-BE49-F238E27FC236}">
                <a16:creationId xmlns:a16="http://schemas.microsoft.com/office/drawing/2014/main" id="{CAE04B0A-33E1-1409-5B92-0FF8FB4CFAFF}"/>
              </a:ext>
            </a:extLst>
          </p:cNvPr>
          <p:cNvSpPr>
            <a:spLocks noGrp="1"/>
          </p:cNvSpPr>
          <p:nvPr>
            <p:ph type="body" sz="quarter" idx="14" hasCustomPrompt="1"/>
          </p:nvPr>
        </p:nvSpPr>
        <p:spPr bwMode="black">
          <a:xfrm>
            <a:off x="550164" y="5761354"/>
            <a:ext cx="3607200" cy="547200"/>
          </a:xfrm>
        </p:spPr>
        <p:txBody>
          <a:bodyPr anchor="b" anchorCtr="0">
            <a:noAutofit/>
          </a:bodyPr>
          <a:lstStyle>
            <a:lvl1pPr marL="0" indent="0">
              <a:spcAft>
                <a:spcPts val="0"/>
              </a:spcAft>
              <a:buNone/>
              <a:defRPr sz="800">
                <a:latin typeface="+mj-lt"/>
              </a:defRPr>
            </a:lvl1pPr>
            <a:lvl2pPr>
              <a:defRPr sz="800"/>
            </a:lvl2pPr>
            <a:lvl3pPr>
              <a:defRPr sz="800"/>
            </a:lvl3pPr>
            <a:lvl4pPr>
              <a:defRPr sz="800"/>
            </a:lvl4pPr>
            <a:lvl5pPr>
              <a:defRPr sz="800"/>
            </a:lvl5pPr>
          </a:lstStyle>
          <a:p>
            <a:pPr lvl="0"/>
            <a:r>
              <a:rPr lang="en-US" noProof="0" dirty="0"/>
              <a:t>Place source here</a:t>
            </a:r>
          </a:p>
        </p:txBody>
      </p:sp>
      <p:pic>
        <p:nvPicPr>
          <p:cNvPr id="4" name="Pearson Logo" descr="Pearson Logo">
            <a:extLst>
              <a:ext uri="{FF2B5EF4-FFF2-40B4-BE49-F238E27FC236}">
                <a16:creationId xmlns:a16="http://schemas.microsoft.com/office/drawing/2014/main" id="{200557E4-F984-BD89-3BEA-34FE0C6B5D6B}"/>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4055344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bwMode="ltGray">
      <p:bgRef idx="1001">
        <a:schemeClr val="bg1"/>
      </p:bgRef>
    </p:bg>
    <p:spTree>
      <p:nvGrpSpPr>
        <p:cNvPr id="1" name=""/>
        <p:cNvGrpSpPr/>
        <p:nvPr/>
      </p:nvGrpSpPr>
      <p:grpSpPr>
        <a:xfrm>
          <a:off x="0" y="0"/>
          <a:ext cx="0" cy="0"/>
          <a:chOff x="0" y="0"/>
          <a:chExt cx="0" cy="0"/>
        </a:xfrm>
      </p:grpSpPr>
      <p:sp>
        <p:nvSpPr>
          <p:cNvPr id="8" name="Section">
            <a:extLst>
              <a:ext uri="{FF2B5EF4-FFF2-40B4-BE49-F238E27FC236}">
                <a16:creationId xmlns:a16="http://schemas.microsoft.com/office/drawing/2014/main" id="{1198415D-8549-B0A2-B49C-4DD0F7B93F3F}"/>
              </a:ext>
            </a:extLst>
          </p:cNvPr>
          <p:cNvSpPr>
            <a:spLocks noGrp="1"/>
          </p:cNvSpPr>
          <p:nvPr>
            <p:ph type="body" sz="quarter" idx="27" hasCustomPrompt="1"/>
          </p:nvPr>
        </p:nvSpPr>
        <p:spPr bwMode="black">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58E6F1EA-6CF7-3128-DEA7-11609358DF4C}"/>
              </a:ext>
            </a:extLst>
          </p:cNvPr>
          <p:cNvSpPr>
            <a:spLocks noGrp="1"/>
          </p:cNvSpPr>
          <p:nvPr>
            <p:ph type="title" hasCustomPrompt="1"/>
          </p:nvPr>
        </p:nvSpPr>
        <p:spPr bwMode="black">
          <a:xfrm>
            <a:off x="550164" y="552450"/>
            <a:ext cx="11091672" cy="819150"/>
          </a:xfrm>
        </p:spPr>
        <p:txBody>
          <a:bodyPr/>
          <a:lstStyle>
            <a:lvl1pPr>
              <a:defRPr>
                <a:latin typeface="+mj-lt"/>
              </a:defRPr>
            </a:lvl1pPr>
          </a:lstStyle>
          <a:p>
            <a:r>
              <a:rPr lang="en-US" noProof="0" dirty="0"/>
              <a:t>Place headline here</a:t>
            </a:r>
          </a:p>
        </p:txBody>
      </p:sp>
      <p:sp>
        <p:nvSpPr>
          <p:cNvPr id="9" name="Subhead 1">
            <a:extLst>
              <a:ext uri="{FF2B5EF4-FFF2-40B4-BE49-F238E27FC236}">
                <a16:creationId xmlns:a16="http://schemas.microsoft.com/office/drawing/2014/main" id="{07EAE08C-E86C-DE1B-AA27-8CE1AC9C3F1B}"/>
              </a:ext>
            </a:extLst>
          </p:cNvPr>
          <p:cNvSpPr>
            <a:spLocks noGrp="1"/>
          </p:cNvSpPr>
          <p:nvPr>
            <p:ph type="body" idx="29" hasCustomPrompt="1"/>
          </p:nvPr>
        </p:nvSpPr>
        <p:spPr bwMode="gray">
          <a:xfrm>
            <a:off x="550164" y="1918336"/>
            <a:ext cx="5148072" cy="402336"/>
          </a:xfrm>
        </p:spPr>
        <p:txBody>
          <a:bodyPr anchor="t" anchorCtr="0"/>
          <a:lstStyle>
            <a:lvl1pPr marL="0" indent="0">
              <a:spcAft>
                <a:spcPts val="0"/>
              </a:spcAft>
              <a:buNone/>
              <a:defRPr sz="1600" b="0">
                <a:solidFill>
                  <a:srgbClr val="0D004D"/>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3" name="Content 1">
            <a:extLst>
              <a:ext uri="{FF2B5EF4-FFF2-40B4-BE49-F238E27FC236}">
                <a16:creationId xmlns:a16="http://schemas.microsoft.com/office/drawing/2014/main" id="{6D28ED81-2168-60B7-3C56-6C4C72659C6F}"/>
              </a:ext>
            </a:extLst>
          </p:cNvPr>
          <p:cNvSpPr>
            <a:spLocks noGrp="1"/>
          </p:cNvSpPr>
          <p:nvPr>
            <p:ph idx="1"/>
          </p:nvPr>
        </p:nvSpPr>
        <p:spPr bwMode="black">
          <a:xfrm>
            <a:off x="550164" y="2324991"/>
            <a:ext cx="5148072" cy="3438144"/>
          </a:xfrm>
        </p:spPr>
        <p:txBody>
          <a:bodyPr/>
          <a:lstStyle>
            <a:lvl1pPr>
              <a:defRPr sz="1400">
                <a:latin typeface="+mj-lt"/>
              </a:defRPr>
            </a:lvl1pPr>
            <a:lvl2pPr>
              <a:defRPr sz="1400">
                <a:latin typeface="+mj-lt"/>
              </a:defRPr>
            </a:lvl2pPr>
            <a:lvl3pPr>
              <a:defRPr sz="1400">
                <a:latin typeface="+mj-lt"/>
              </a:defRPr>
            </a:lvl3pPr>
            <a:lvl4pPr>
              <a:defRPr sz="1400">
                <a:latin typeface="+mj-lt"/>
              </a:defRPr>
            </a:lvl4pPr>
            <a:lvl5pPr>
              <a:defRPr sz="1400">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Subhead 2">
            <a:extLst>
              <a:ext uri="{FF2B5EF4-FFF2-40B4-BE49-F238E27FC236}">
                <a16:creationId xmlns:a16="http://schemas.microsoft.com/office/drawing/2014/main" id="{A727872E-DF2F-7764-CD07-F1FB20D810BF}"/>
              </a:ext>
            </a:extLst>
          </p:cNvPr>
          <p:cNvSpPr>
            <a:spLocks noGrp="1"/>
          </p:cNvSpPr>
          <p:nvPr>
            <p:ph type="body" idx="30" hasCustomPrompt="1"/>
          </p:nvPr>
        </p:nvSpPr>
        <p:spPr bwMode="gray">
          <a:xfrm>
            <a:off x="6493764" y="1918336"/>
            <a:ext cx="5148072" cy="402336"/>
          </a:xfrm>
        </p:spPr>
        <p:txBody>
          <a:bodyPr anchor="t" anchorCtr="0"/>
          <a:lstStyle>
            <a:lvl1pPr marL="0" indent="0">
              <a:spcAft>
                <a:spcPts val="0"/>
              </a:spcAft>
              <a:buNone/>
              <a:defRPr sz="1600" b="0">
                <a:solidFill>
                  <a:srgbClr val="0D004D"/>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4" name="Content 2">
            <a:extLst>
              <a:ext uri="{FF2B5EF4-FFF2-40B4-BE49-F238E27FC236}">
                <a16:creationId xmlns:a16="http://schemas.microsoft.com/office/drawing/2014/main" id="{BA46652D-59D0-2597-E788-FF03D2F1B8AE}"/>
              </a:ext>
            </a:extLst>
          </p:cNvPr>
          <p:cNvSpPr>
            <a:spLocks noGrp="1"/>
          </p:cNvSpPr>
          <p:nvPr>
            <p:ph idx="28"/>
          </p:nvPr>
        </p:nvSpPr>
        <p:spPr bwMode="black">
          <a:xfrm>
            <a:off x="6493764" y="2324991"/>
            <a:ext cx="5148072" cy="3438144"/>
          </a:xfrm>
        </p:spPr>
        <p:txBody>
          <a:bodyPr/>
          <a:lstStyle>
            <a:lvl1pPr>
              <a:defRPr sz="1400">
                <a:latin typeface="+mj-lt"/>
              </a:defRPr>
            </a:lvl1pPr>
            <a:lvl2pPr>
              <a:defRPr sz="1400">
                <a:latin typeface="+mj-lt"/>
              </a:defRPr>
            </a:lvl2pPr>
            <a:lvl3pPr>
              <a:defRPr sz="1400">
                <a:latin typeface="+mj-lt"/>
              </a:defRPr>
            </a:lvl3pPr>
            <a:lvl4pPr>
              <a:defRPr sz="1400">
                <a:latin typeface="+mj-lt"/>
              </a:defRPr>
            </a:lvl4pPr>
            <a:lvl5pPr>
              <a:defRPr sz="1400">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Source">
            <a:extLst>
              <a:ext uri="{FF2B5EF4-FFF2-40B4-BE49-F238E27FC236}">
                <a16:creationId xmlns:a16="http://schemas.microsoft.com/office/drawing/2014/main" id="{CAE04B0A-33E1-1409-5B92-0FF8FB4CFAFF}"/>
              </a:ext>
            </a:extLst>
          </p:cNvPr>
          <p:cNvSpPr>
            <a:spLocks noGrp="1"/>
          </p:cNvSpPr>
          <p:nvPr>
            <p:ph type="body" sz="quarter" idx="14" hasCustomPrompt="1"/>
          </p:nvPr>
        </p:nvSpPr>
        <p:spPr bwMode="black">
          <a:xfrm>
            <a:off x="550164" y="5761354"/>
            <a:ext cx="3607200" cy="547200"/>
          </a:xfrm>
        </p:spPr>
        <p:txBody>
          <a:bodyPr anchor="b" anchorCtr="0">
            <a:noAutofit/>
          </a:bodyPr>
          <a:lstStyle>
            <a:lvl1pPr marL="0" indent="0">
              <a:spcAft>
                <a:spcPts val="0"/>
              </a:spcAft>
              <a:buNone/>
              <a:defRPr sz="800">
                <a:latin typeface="+mj-lt"/>
              </a:defRPr>
            </a:lvl1pPr>
            <a:lvl2pPr>
              <a:defRPr sz="800"/>
            </a:lvl2pPr>
            <a:lvl3pPr>
              <a:defRPr sz="800"/>
            </a:lvl3pPr>
            <a:lvl4pPr>
              <a:defRPr sz="800"/>
            </a:lvl4pPr>
            <a:lvl5pPr>
              <a:defRPr sz="800"/>
            </a:lvl5pPr>
          </a:lstStyle>
          <a:p>
            <a:pPr lvl="0"/>
            <a:r>
              <a:rPr lang="en-US" noProof="0"/>
              <a:t>Place source here</a:t>
            </a:r>
          </a:p>
        </p:txBody>
      </p:sp>
      <p:pic>
        <p:nvPicPr>
          <p:cNvPr id="11" name="Pearson Logo" descr="Pearson Logo">
            <a:extLst>
              <a:ext uri="{FF2B5EF4-FFF2-40B4-BE49-F238E27FC236}">
                <a16:creationId xmlns:a16="http://schemas.microsoft.com/office/drawing/2014/main" id="{3D6BD849-3711-5FF7-467F-EED67ACAE3EE}"/>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39357876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2 Col">
    <p:bg bwMode="ltGray">
      <p:bgPr>
        <a:solidFill>
          <a:srgbClr val="EDECF6"/>
        </a:solidFill>
        <a:effectLst/>
      </p:bgPr>
    </p:bg>
    <p:spTree>
      <p:nvGrpSpPr>
        <p:cNvPr id="1" name=""/>
        <p:cNvGrpSpPr/>
        <p:nvPr/>
      </p:nvGrpSpPr>
      <p:grpSpPr>
        <a:xfrm>
          <a:off x="0" y="0"/>
          <a:ext cx="0" cy="0"/>
          <a:chOff x="0" y="0"/>
          <a:chExt cx="0" cy="0"/>
        </a:xfrm>
      </p:grpSpPr>
      <p:sp>
        <p:nvSpPr>
          <p:cNvPr id="12" name="Section">
            <a:extLst>
              <a:ext uri="{FF2B5EF4-FFF2-40B4-BE49-F238E27FC236}">
                <a16:creationId xmlns:a16="http://schemas.microsoft.com/office/drawing/2014/main" id="{A34E4C6B-5D79-B45A-E43E-64E148A689AA}"/>
              </a:ext>
            </a:extLst>
          </p:cNvPr>
          <p:cNvSpPr>
            <a:spLocks noGrp="1"/>
          </p:cNvSpPr>
          <p:nvPr>
            <p:ph type="body" sz="quarter" idx="27" hasCustomPrompt="1"/>
          </p:nvPr>
        </p:nvSpPr>
        <p:spPr bwMode="auto">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10" name="Title">
            <a:extLst>
              <a:ext uri="{FF2B5EF4-FFF2-40B4-BE49-F238E27FC236}">
                <a16:creationId xmlns:a16="http://schemas.microsoft.com/office/drawing/2014/main" id="{6D097E3A-836D-C88E-C5FF-DA199AB3273F}"/>
              </a:ext>
            </a:extLst>
          </p:cNvPr>
          <p:cNvSpPr>
            <a:spLocks noGrp="1"/>
          </p:cNvSpPr>
          <p:nvPr>
            <p:ph type="title" hasCustomPrompt="1"/>
          </p:nvPr>
        </p:nvSpPr>
        <p:spPr bwMode="auto">
          <a:xfrm>
            <a:off x="550164" y="1370209"/>
            <a:ext cx="3605276" cy="2046885"/>
          </a:xfrm>
        </p:spPr>
        <p:txBody>
          <a:bodyPr/>
          <a:lstStyle>
            <a:lvl1pPr>
              <a:defRPr>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br>
              <a:rPr lang="en-US" noProof="0" dirty="0"/>
            </a:br>
            <a:endParaRPr lang="en-US" noProof="0" dirty="0"/>
          </a:p>
        </p:txBody>
      </p:sp>
      <p:sp>
        <p:nvSpPr>
          <p:cNvPr id="3" name="Subhead 1">
            <a:extLst>
              <a:ext uri="{FF2B5EF4-FFF2-40B4-BE49-F238E27FC236}">
                <a16:creationId xmlns:a16="http://schemas.microsoft.com/office/drawing/2014/main" id="{1D8D160B-6BB7-235F-B8C9-392F2A862DC3}"/>
              </a:ext>
            </a:extLst>
          </p:cNvPr>
          <p:cNvSpPr>
            <a:spLocks noGrp="1"/>
          </p:cNvSpPr>
          <p:nvPr>
            <p:ph type="body" idx="1" hasCustomPrompt="1"/>
          </p:nvPr>
        </p:nvSpPr>
        <p:spPr bwMode="auto">
          <a:xfrm>
            <a:off x="5229198" y="1370209"/>
            <a:ext cx="2798790" cy="548285"/>
          </a:xfrm>
        </p:spPr>
        <p:txBody>
          <a:bodyPr anchor="t" anchorCtr="0"/>
          <a:lstStyle>
            <a:lvl1pPr marL="0" indent="0">
              <a:spcAft>
                <a:spcPts val="0"/>
              </a:spcAft>
              <a:buNone/>
              <a:defRPr sz="1600" b="1" i="0">
                <a:solidFill>
                  <a:srgbClr val="512EAB"/>
                </a:solidFill>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14" name="Text 1">
            <a:extLst>
              <a:ext uri="{FF2B5EF4-FFF2-40B4-BE49-F238E27FC236}">
                <a16:creationId xmlns:a16="http://schemas.microsoft.com/office/drawing/2014/main" id="{77F77711-B0B4-D754-EE55-C42626C53CE0}"/>
              </a:ext>
            </a:extLst>
          </p:cNvPr>
          <p:cNvSpPr>
            <a:spLocks noGrp="1"/>
          </p:cNvSpPr>
          <p:nvPr>
            <p:ph type="body" sz="quarter" idx="29"/>
          </p:nvPr>
        </p:nvSpPr>
        <p:spPr bwMode="auto">
          <a:xfrm>
            <a:off x="5229924" y="2108200"/>
            <a:ext cx="2798064" cy="3118104"/>
          </a:xfrm>
        </p:spPr>
        <p:txBody>
          <a:bodyPr/>
          <a:lstStyle>
            <a:lvl1pPr marL="0" indent="0">
              <a:buFont typeface="Plus Jakarta Sans" pitchFamily="2" charset="0"/>
              <a:buNone/>
              <a:defRPr sz="1200">
                <a:latin typeface="+mj-lt"/>
              </a:defRPr>
            </a:lvl1pPr>
            <a:lvl2pPr>
              <a:defRPr sz="1200">
                <a:latin typeface="+mj-lt"/>
              </a:defRPr>
            </a:lvl2pPr>
            <a:lvl3pPr>
              <a:defRPr sz="1200">
                <a:latin typeface="+mj-lt"/>
              </a:defRPr>
            </a:lvl3pPr>
            <a:lvl4pPr>
              <a:defRPr sz="1200">
                <a:latin typeface="+mj-lt"/>
              </a:defRPr>
            </a:lvl4pPr>
            <a:lvl5pPr>
              <a:defRPr sz="1200">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cxnSp>
        <p:nvCxnSpPr>
          <p:cNvPr id="5" name="Straight Connector 1">
            <a:extLst>
              <a:ext uri="{FF2B5EF4-FFF2-40B4-BE49-F238E27FC236}">
                <a16:creationId xmlns:a16="http://schemas.microsoft.com/office/drawing/2014/main" id="{42CCE2CB-C2F1-C23D-5038-0F0F96F10CB4}"/>
              </a:ext>
              <a:ext uri="{C183D7F6-B498-43B3-948B-1728B52AA6E4}">
                <adec:decorative xmlns:adec="http://schemas.microsoft.com/office/drawing/2017/decorative" val="1"/>
              </a:ext>
            </a:extLst>
          </p:cNvPr>
          <p:cNvCxnSpPr>
            <a:cxnSpLocks/>
          </p:cNvCxnSpPr>
          <p:nvPr userDrawn="1"/>
        </p:nvCxnSpPr>
        <p:spPr bwMode="black">
          <a:xfrm>
            <a:off x="5229198" y="5762625"/>
            <a:ext cx="2808000"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2" name="Subhead 2">
            <a:extLst>
              <a:ext uri="{FF2B5EF4-FFF2-40B4-BE49-F238E27FC236}">
                <a16:creationId xmlns:a16="http://schemas.microsoft.com/office/drawing/2014/main" id="{12DD4D0C-231A-A197-B394-0D844D72DDF7}"/>
              </a:ext>
            </a:extLst>
          </p:cNvPr>
          <p:cNvSpPr>
            <a:spLocks noGrp="1"/>
          </p:cNvSpPr>
          <p:nvPr>
            <p:ph type="body" idx="13" hasCustomPrompt="1"/>
          </p:nvPr>
        </p:nvSpPr>
        <p:spPr bwMode="auto">
          <a:xfrm>
            <a:off x="8836025" y="1370209"/>
            <a:ext cx="2798790" cy="548285"/>
          </a:xfrm>
        </p:spPr>
        <p:txBody>
          <a:bodyPr anchor="t" anchorCtr="0"/>
          <a:lstStyle>
            <a:lvl1pPr marL="0" indent="0">
              <a:spcAft>
                <a:spcPts val="0"/>
              </a:spcAft>
              <a:buNone/>
              <a:defRPr sz="1600" b="1" i="0">
                <a:solidFill>
                  <a:srgbClr val="512EAB"/>
                </a:solidFill>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15" name="Text 2">
            <a:extLst>
              <a:ext uri="{FF2B5EF4-FFF2-40B4-BE49-F238E27FC236}">
                <a16:creationId xmlns:a16="http://schemas.microsoft.com/office/drawing/2014/main" id="{301A2659-47C6-F860-230D-57CD888618C9}"/>
              </a:ext>
            </a:extLst>
          </p:cNvPr>
          <p:cNvSpPr>
            <a:spLocks noGrp="1"/>
          </p:cNvSpPr>
          <p:nvPr>
            <p:ph type="body" sz="quarter" idx="30"/>
          </p:nvPr>
        </p:nvSpPr>
        <p:spPr bwMode="auto">
          <a:xfrm>
            <a:off x="8836751" y="2108200"/>
            <a:ext cx="2798064" cy="3118104"/>
          </a:xfrm>
        </p:spPr>
        <p:txBody>
          <a:bodyPr/>
          <a:lstStyle>
            <a:lvl1pPr>
              <a:defRPr sz="1200">
                <a:latin typeface="+mj-lt"/>
              </a:defRPr>
            </a:lvl1pPr>
            <a:lvl2pPr>
              <a:defRPr sz="1200">
                <a:latin typeface="+mj-lt"/>
              </a:defRPr>
            </a:lvl2pPr>
            <a:lvl3pPr>
              <a:defRPr sz="1200">
                <a:latin typeface="+mj-lt"/>
              </a:defRPr>
            </a:lvl3pPr>
            <a:lvl4pPr>
              <a:defRPr sz="1200">
                <a:latin typeface="+mj-lt"/>
              </a:defRPr>
            </a:lvl4pPr>
            <a:lvl5pPr>
              <a:defRPr sz="1200">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cxnSp>
        <p:nvCxnSpPr>
          <p:cNvPr id="7" name="Straight Connector 2">
            <a:extLst>
              <a:ext uri="{FF2B5EF4-FFF2-40B4-BE49-F238E27FC236}">
                <a16:creationId xmlns:a16="http://schemas.microsoft.com/office/drawing/2014/main" id="{804BE8F5-7759-8837-7CFF-9934B51864A3}"/>
              </a:ext>
              <a:ext uri="{C183D7F6-B498-43B3-948B-1728B52AA6E4}">
                <adec:decorative xmlns:adec="http://schemas.microsoft.com/office/drawing/2017/decorative" val="1"/>
              </a:ext>
            </a:extLst>
          </p:cNvPr>
          <p:cNvCxnSpPr>
            <a:cxnSpLocks/>
          </p:cNvCxnSpPr>
          <p:nvPr userDrawn="1"/>
        </p:nvCxnSpPr>
        <p:spPr bwMode="black">
          <a:xfrm>
            <a:off x="8823298" y="5762625"/>
            <a:ext cx="2808000"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13" name="Source">
            <a:extLst>
              <a:ext uri="{FF2B5EF4-FFF2-40B4-BE49-F238E27FC236}">
                <a16:creationId xmlns:a16="http://schemas.microsoft.com/office/drawing/2014/main" id="{F282657E-E1F3-2CB7-0B06-06559C9DE77B}"/>
              </a:ext>
            </a:extLst>
          </p:cNvPr>
          <p:cNvSpPr>
            <a:spLocks noGrp="1"/>
          </p:cNvSpPr>
          <p:nvPr>
            <p:ph type="body" sz="quarter" idx="28" hasCustomPrompt="1"/>
          </p:nvPr>
        </p:nvSpPr>
        <p:spPr bwMode="auto">
          <a:xfrm>
            <a:off x="550164" y="5761354"/>
            <a:ext cx="3607200" cy="547200"/>
          </a:xfrm>
        </p:spPr>
        <p:txBody>
          <a:bodyPr anchor="b" anchorCtr="0">
            <a:noAutofit/>
          </a:bodyPr>
          <a:lstStyle>
            <a:lvl1pPr marL="0" indent="0">
              <a:spcAft>
                <a:spcPts val="0"/>
              </a:spcAft>
              <a:buNone/>
              <a:defRPr sz="800">
                <a:latin typeface="+mj-lt"/>
              </a:defRPr>
            </a:lvl1pPr>
            <a:lvl2pPr>
              <a:defRPr sz="800"/>
            </a:lvl2pPr>
            <a:lvl3pPr>
              <a:defRPr sz="800"/>
            </a:lvl3pPr>
            <a:lvl4pPr>
              <a:defRPr sz="800"/>
            </a:lvl4pPr>
            <a:lvl5pPr>
              <a:defRPr sz="800"/>
            </a:lvl5pPr>
          </a:lstStyle>
          <a:p>
            <a:pPr lvl="0"/>
            <a:r>
              <a:rPr lang="en-US" noProof="0" dirty="0"/>
              <a:t>Place source here</a:t>
            </a:r>
          </a:p>
        </p:txBody>
      </p:sp>
      <p:pic>
        <p:nvPicPr>
          <p:cNvPr id="4" name="Pearson Logo" descr="Pearson Logo">
            <a:extLst>
              <a:ext uri="{FF2B5EF4-FFF2-40B4-BE49-F238E27FC236}">
                <a16:creationId xmlns:a16="http://schemas.microsoft.com/office/drawing/2014/main" id="{856DCC0B-B1CB-72B2-39DB-D4B8E543C823}"/>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491465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3 Col">
    <p:bg bwMode="ltGray">
      <p:bgPr>
        <a:solidFill>
          <a:srgbClr val="EDECF6"/>
        </a:solidFill>
        <a:effectLst/>
      </p:bgPr>
    </p:bg>
    <p:spTree>
      <p:nvGrpSpPr>
        <p:cNvPr id="1" name=""/>
        <p:cNvGrpSpPr/>
        <p:nvPr/>
      </p:nvGrpSpPr>
      <p:grpSpPr>
        <a:xfrm>
          <a:off x="0" y="0"/>
          <a:ext cx="0" cy="0"/>
          <a:chOff x="0" y="0"/>
          <a:chExt cx="0" cy="0"/>
        </a:xfrm>
      </p:grpSpPr>
      <p:sp>
        <p:nvSpPr>
          <p:cNvPr id="2" name="Section">
            <a:extLst>
              <a:ext uri="{FF2B5EF4-FFF2-40B4-BE49-F238E27FC236}">
                <a16:creationId xmlns:a16="http://schemas.microsoft.com/office/drawing/2014/main" id="{B46011D7-D3D9-E78A-4E0E-EE1A5B247FC2}"/>
              </a:ext>
            </a:extLst>
          </p:cNvPr>
          <p:cNvSpPr>
            <a:spLocks noGrp="1"/>
          </p:cNvSpPr>
          <p:nvPr>
            <p:ph type="body" sz="quarter" idx="27" hasCustomPrompt="1"/>
          </p:nvPr>
        </p:nvSpPr>
        <p:spPr bwMode="gray">
          <a:xfrm>
            <a:off x="550164" y="0"/>
            <a:ext cx="3607200" cy="547200"/>
          </a:xfrm>
        </p:spPr>
        <p:txBody>
          <a:bodyPr anchor="ctr" anchorCtr="0"/>
          <a:lstStyle>
            <a:lvl1pPr marL="0" indent="0">
              <a:spcAft>
                <a:spcPts val="0"/>
              </a:spcAft>
              <a:buNone/>
              <a:defRPr lang="en-US" sz="1000" kern="1200" cap="all" baseline="0" dirty="0">
                <a:solidFill>
                  <a:srgbClr val="512EAB"/>
                </a:solidFill>
                <a:latin typeface="+mj-lt"/>
                <a:ea typeface="+mn-ea"/>
                <a:cs typeface="Segoe UI" panose="020B0502040204020203" pitchFamily="34" charset="0"/>
              </a:defRPr>
            </a:lvl1pPr>
          </a:lstStyle>
          <a:p>
            <a:pPr marL="0" lvl="0" indent="0" algn="l" defTabSz="914400" rtl="0" eaLnBrk="1" latinLnBrk="0" hangingPunct="1">
              <a:lnSpc>
                <a:spcPct val="100000"/>
              </a:lnSpc>
              <a:spcBef>
                <a:spcPts val="0"/>
              </a:spcBef>
              <a:spcAft>
                <a:spcPts val="0"/>
              </a:spcAft>
              <a:buFont typeface="Plus Jakarta Sans" panose="020B0604020202020204" pitchFamily="34" charset="0"/>
              <a:buNone/>
            </a:pPr>
            <a:r>
              <a:rPr lang="en-US" noProof="0" dirty="0"/>
              <a:t>Section title</a:t>
            </a:r>
          </a:p>
        </p:txBody>
      </p:sp>
      <p:sp>
        <p:nvSpPr>
          <p:cNvPr id="10" name="Title">
            <a:extLst>
              <a:ext uri="{FF2B5EF4-FFF2-40B4-BE49-F238E27FC236}">
                <a16:creationId xmlns:a16="http://schemas.microsoft.com/office/drawing/2014/main" id="{6D097E3A-836D-C88E-C5FF-DA199AB3273F}"/>
              </a:ext>
            </a:extLst>
          </p:cNvPr>
          <p:cNvSpPr>
            <a:spLocks noGrp="1"/>
          </p:cNvSpPr>
          <p:nvPr>
            <p:ph type="title" hasCustomPrompt="1"/>
          </p:nvPr>
        </p:nvSpPr>
        <p:spPr bwMode="gray">
          <a:xfrm>
            <a:off x="550164" y="552450"/>
            <a:ext cx="11091672" cy="819150"/>
          </a:xfrm>
        </p:spPr>
        <p:txBody>
          <a:bodyPr/>
          <a:lstStyle>
            <a:lvl1pPr>
              <a:defRPr>
                <a:latin typeface="+mj-lt"/>
              </a:defRPr>
            </a:lvl1pPr>
          </a:lstStyle>
          <a:p>
            <a:r>
              <a:rPr lang="en-US" noProof="0" dirty="0"/>
              <a:t>Place headline here</a:t>
            </a:r>
          </a:p>
        </p:txBody>
      </p:sp>
      <p:sp>
        <p:nvSpPr>
          <p:cNvPr id="4" name="Rounded Rectangle 1">
            <a:extLst>
              <a:ext uri="{FF2B5EF4-FFF2-40B4-BE49-F238E27FC236}">
                <a16:creationId xmlns:a16="http://schemas.microsoft.com/office/drawing/2014/main" id="{3ADF9686-3955-45BC-803C-08C23156E943}"/>
              </a:ext>
              <a:ext uri="{C183D7F6-B498-43B3-948B-1728B52AA6E4}">
                <adec:decorative xmlns:adec="http://schemas.microsoft.com/office/drawing/2017/decorative" val="1"/>
              </a:ext>
            </a:extLst>
          </p:cNvPr>
          <p:cNvSpPr/>
          <p:nvPr userDrawn="1"/>
        </p:nvSpPr>
        <p:spPr bwMode="gray">
          <a:xfrm>
            <a:off x="550164" y="1644648"/>
            <a:ext cx="3428347" cy="4391757"/>
          </a:xfrm>
          <a:prstGeom prst="roundRect">
            <a:avLst>
              <a:gd name="adj" fmla="val 5109"/>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mj-lt"/>
            </a:endParaRPr>
          </a:p>
        </p:txBody>
      </p:sp>
      <p:sp>
        <p:nvSpPr>
          <p:cNvPr id="42" name="Subhead 1">
            <a:extLst>
              <a:ext uri="{FF2B5EF4-FFF2-40B4-BE49-F238E27FC236}">
                <a16:creationId xmlns:a16="http://schemas.microsoft.com/office/drawing/2014/main" id="{5D7DE015-F779-D7DF-38B5-B232433543E3}"/>
              </a:ext>
            </a:extLst>
          </p:cNvPr>
          <p:cNvSpPr>
            <a:spLocks noGrp="1"/>
          </p:cNvSpPr>
          <p:nvPr>
            <p:ph type="body" sz="quarter" idx="16" hasCustomPrompt="1"/>
          </p:nvPr>
        </p:nvSpPr>
        <p:spPr bwMode="gray">
          <a:xfrm>
            <a:off x="823764" y="1917698"/>
            <a:ext cx="2881147" cy="295688"/>
          </a:xfrm>
        </p:spPr>
        <p:txBody>
          <a:bodyPr/>
          <a:lstStyle>
            <a:lvl1pPr marL="0" indent="0">
              <a:buNone/>
              <a:defRPr sz="1200" b="0" cap="all" baseline="0">
                <a:solidFill>
                  <a:srgbClr val="0D004D"/>
                </a:solidFill>
                <a:latin typeface="+mj-lt"/>
                <a:cs typeface="Segoe UI" panose="020B0502040204020203" pitchFamily="34" charset="0"/>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noProof="0" dirty="0"/>
              <a:t>SUBHEAD</a:t>
            </a:r>
          </a:p>
        </p:txBody>
      </p:sp>
      <p:sp>
        <p:nvSpPr>
          <p:cNvPr id="40" name="Description 1">
            <a:extLst>
              <a:ext uri="{FF2B5EF4-FFF2-40B4-BE49-F238E27FC236}">
                <a16:creationId xmlns:a16="http://schemas.microsoft.com/office/drawing/2014/main" id="{200DDE1B-BD22-FFF3-B49F-A0CFC2E212C8}"/>
              </a:ext>
            </a:extLst>
          </p:cNvPr>
          <p:cNvSpPr>
            <a:spLocks noGrp="1"/>
          </p:cNvSpPr>
          <p:nvPr>
            <p:ph type="body" idx="1" hasCustomPrompt="1"/>
          </p:nvPr>
        </p:nvSpPr>
        <p:spPr bwMode="gray">
          <a:xfrm>
            <a:off x="824620" y="2213386"/>
            <a:ext cx="2879434" cy="1286599"/>
          </a:xfrm>
        </p:spPr>
        <p:txBody>
          <a:bodyPr anchor="t" anchorCtr="0"/>
          <a:lstStyle>
            <a:lvl1pPr marL="0" indent="0">
              <a:spcAft>
                <a:spcPts val="0"/>
              </a:spcAft>
              <a:buNone/>
              <a:defRPr sz="1600" b="1" i="0">
                <a:solidFill>
                  <a:srgbClr val="0D004D"/>
                </a:solidFill>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long subhead here</a:t>
            </a:r>
          </a:p>
        </p:txBody>
      </p:sp>
      <p:sp>
        <p:nvSpPr>
          <p:cNvPr id="41" name="Text 1">
            <a:extLst>
              <a:ext uri="{FF2B5EF4-FFF2-40B4-BE49-F238E27FC236}">
                <a16:creationId xmlns:a16="http://schemas.microsoft.com/office/drawing/2014/main" id="{5076CBFB-6431-4165-78BC-8CD0FD4AE1AC}"/>
              </a:ext>
            </a:extLst>
          </p:cNvPr>
          <p:cNvSpPr>
            <a:spLocks noGrp="1"/>
          </p:cNvSpPr>
          <p:nvPr>
            <p:ph type="body" sz="quarter" idx="15"/>
          </p:nvPr>
        </p:nvSpPr>
        <p:spPr bwMode="gray">
          <a:xfrm>
            <a:off x="823764" y="3499986"/>
            <a:ext cx="2881147" cy="2262640"/>
          </a:xfrm>
        </p:spPr>
        <p:txBody>
          <a:bodyPr/>
          <a:lstStyle>
            <a:lvl1pPr marL="0" indent="0">
              <a:buNone/>
              <a:defRPr sz="1200">
                <a:solidFill>
                  <a:srgbClr val="0D004D"/>
                </a:solidFill>
                <a:latin typeface="+mj-lt"/>
                <a:cs typeface="Segoe UI" panose="020B0502040204020203" pitchFamily="34" charset="0"/>
              </a:defRPr>
            </a:lvl1pPr>
            <a:lvl2pPr>
              <a:defRPr sz="1200">
                <a:solidFill>
                  <a:srgbClr val="0D004D"/>
                </a:solidFill>
                <a:latin typeface="+mj-lt"/>
                <a:cs typeface="Segoe UI" panose="020B0502040204020203" pitchFamily="34" charset="0"/>
              </a:defRPr>
            </a:lvl2pPr>
            <a:lvl3pPr>
              <a:defRPr sz="1200">
                <a:solidFill>
                  <a:srgbClr val="0D004D"/>
                </a:solidFill>
                <a:latin typeface="+mj-lt"/>
                <a:cs typeface="Segoe UI" panose="020B0502040204020203" pitchFamily="34" charset="0"/>
              </a:defRPr>
            </a:lvl3pPr>
            <a:lvl4pPr>
              <a:defRPr sz="1200">
                <a:solidFill>
                  <a:srgbClr val="0D004D"/>
                </a:solidFill>
                <a:latin typeface="+mj-lt"/>
                <a:cs typeface="Segoe UI" panose="020B0502040204020203" pitchFamily="34" charset="0"/>
              </a:defRPr>
            </a:lvl4pPr>
            <a:lvl5pPr>
              <a:defRPr sz="1200">
                <a:solidFill>
                  <a:srgbClr val="0D004D"/>
                </a:solidFill>
                <a:latin typeface="+mj-lt"/>
                <a:cs typeface="Segoe UI" panose="020B0502040204020203"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Rounded Rectangle 2">
            <a:extLst>
              <a:ext uri="{FF2B5EF4-FFF2-40B4-BE49-F238E27FC236}">
                <a16:creationId xmlns:a16="http://schemas.microsoft.com/office/drawing/2014/main" id="{2BFAB769-0302-A0F4-0B4E-E933B063A704}"/>
              </a:ext>
              <a:ext uri="{C183D7F6-B498-43B3-948B-1728B52AA6E4}">
                <adec:decorative xmlns:adec="http://schemas.microsoft.com/office/drawing/2017/decorative" val="1"/>
              </a:ext>
            </a:extLst>
          </p:cNvPr>
          <p:cNvSpPr/>
          <p:nvPr userDrawn="1"/>
        </p:nvSpPr>
        <p:spPr bwMode="gray">
          <a:xfrm>
            <a:off x="4382271" y="1644648"/>
            <a:ext cx="3428347" cy="4391757"/>
          </a:xfrm>
          <a:prstGeom prst="roundRect">
            <a:avLst>
              <a:gd name="adj" fmla="val 5109"/>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mj-lt"/>
            </a:endParaRPr>
          </a:p>
        </p:txBody>
      </p:sp>
      <p:sp>
        <p:nvSpPr>
          <p:cNvPr id="48" name="Subhead 2">
            <a:extLst>
              <a:ext uri="{FF2B5EF4-FFF2-40B4-BE49-F238E27FC236}">
                <a16:creationId xmlns:a16="http://schemas.microsoft.com/office/drawing/2014/main" id="{EBB6A4C3-F20C-97B6-A6E2-7FE2F60C625B}"/>
              </a:ext>
              <a:ext uri="{C183D7F6-B498-43B3-948B-1728B52AA6E4}">
                <adec:decorative xmlns:adec="http://schemas.microsoft.com/office/drawing/2017/decorative" val="0"/>
              </a:ext>
            </a:extLst>
          </p:cNvPr>
          <p:cNvSpPr>
            <a:spLocks noGrp="1"/>
          </p:cNvSpPr>
          <p:nvPr>
            <p:ph type="body" sz="quarter" idx="19" hasCustomPrompt="1"/>
          </p:nvPr>
        </p:nvSpPr>
        <p:spPr bwMode="gray">
          <a:xfrm>
            <a:off x="4655426" y="1917698"/>
            <a:ext cx="2881147" cy="295688"/>
          </a:xfrm>
        </p:spPr>
        <p:txBody>
          <a:bodyPr/>
          <a:lstStyle>
            <a:lvl1pPr marL="0" indent="0">
              <a:buNone/>
              <a:defRPr sz="1200" b="0" cap="all" baseline="0">
                <a:solidFill>
                  <a:srgbClr val="0D004D"/>
                </a:solidFill>
                <a:latin typeface="+mj-lt"/>
                <a:cs typeface="Segoe UI" panose="020B0502040204020203" pitchFamily="34" charset="0"/>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noProof="0"/>
              <a:t>SUBHEAD</a:t>
            </a:r>
          </a:p>
        </p:txBody>
      </p:sp>
      <p:sp>
        <p:nvSpPr>
          <p:cNvPr id="46" name="Description 2">
            <a:extLst>
              <a:ext uri="{FF2B5EF4-FFF2-40B4-BE49-F238E27FC236}">
                <a16:creationId xmlns:a16="http://schemas.microsoft.com/office/drawing/2014/main" id="{F47F8685-5701-1F62-373B-06DF4BA775FC}"/>
              </a:ext>
            </a:extLst>
          </p:cNvPr>
          <p:cNvSpPr>
            <a:spLocks noGrp="1"/>
          </p:cNvSpPr>
          <p:nvPr>
            <p:ph type="body" idx="17" hasCustomPrompt="1"/>
          </p:nvPr>
        </p:nvSpPr>
        <p:spPr bwMode="gray">
          <a:xfrm>
            <a:off x="4656282" y="2213386"/>
            <a:ext cx="2879434" cy="1286599"/>
          </a:xfrm>
        </p:spPr>
        <p:txBody>
          <a:bodyPr anchor="t" anchorCtr="0"/>
          <a:lstStyle>
            <a:lvl1pPr marL="0" indent="0">
              <a:spcAft>
                <a:spcPts val="0"/>
              </a:spcAft>
              <a:buNone/>
              <a:defRPr sz="1600" b="1" i="0">
                <a:solidFill>
                  <a:srgbClr val="0D004D"/>
                </a:solidFill>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Place long subhead here</a:t>
            </a:r>
          </a:p>
        </p:txBody>
      </p:sp>
      <p:sp>
        <p:nvSpPr>
          <p:cNvPr id="47" name="Text 3">
            <a:extLst>
              <a:ext uri="{FF2B5EF4-FFF2-40B4-BE49-F238E27FC236}">
                <a16:creationId xmlns:a16="http://schemas.microsoft.com/office/drawing/2014/main" id="{BE7C743A-BCC0-336E-7A19-A4EE4A53B95F}"/>
              </a:ext>
            </a:extLst>
          </p:cNvPr>
          <p:cNvSpPr>
            <a:spLocks noGrp="1"/>
          </p:cNvSpPr>
          <p:nvPr>
            <p:ph type="body" sz="quarter" idx="18"/>
          </p:nvPr>
        </p:nvSpPr>
        <p:spPr bwMode="gray">
          <a:xfrm>
            <a:off x="4655426" y="3499986"/>
            <a:ext cx="2881147" cy="2262640"/>
          </a:xfrm>
        </p:spPr>
        <p:txBody>
          <a:bodyPr/>
          <a:lstStyle>
            <a:lvl1pPr marL="0" indent="0">
              <a:buNone/>
              <a:defRPr sz="1200">
                <a:solidFill>
                  <a:srgbClr val="0D004D"/>
                </a:solidFill>
                <a:latin typeface="+mj-lt"/>
                <a:cs typeface="Segoe UI" panose="020B0502040204020203" pitchFamily="34" charset="0"/>
              </a:defRPr>
            </a:lvl1pPr>
            <a:lvl2pPr>
              <a:defRPr sz="1200">
                <a:solidFill>
                  <a:srgbClr val="0D004D"/>
                </a:solidFill>
                <a:latin typeface="+mj-lt"/>
                <a:cs typeface="Segoe UI" panose="020B0502040204020203" pitchFamily="34" charset="0"/>
              </a:defRPr>
            </a:lvl2pPr>
            <a:lvl3pPr>
              <a:defRPr sz="1200">
                <a:solidFill>
                  <a:srgbClr val="0D004D"/>
                </a:solidFill>
                <a:latin typeface="+mj-lt"/>
                <a:cs typeface="Segoe UI" panose="020B0502040204020203" pitchFamily="34" charset="0"/>
              </a:defRPr>
            </a:lvl3pPr>
            <a:lvl4pPr>
              <a:defRPr sz="1200">
                <a:solidFill>
                  <a:srgbClr val="0D004D"/>
                </a:solidFill>
                <a:latin typeface="+mj-lt"/>
                <a:cs typeface="Segoe UI" panose="020B0502040204020203" pitchFamily="34" charset="0"/>
              </a:defRPr>
            </a:lvl4pPr>
            <a:lvl5pPr>
              <a:defRPr sz="1200">
                <a:solidFill>
                  <a:srgbClr val="0D004D"/>
                </a:solidFill>
                <a:latin typeface="+mj-lt"/>
                <a:cs typeface="Segoe UI" panose="020B0502040204020203"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Rounded Rectangle 3">
            <a:extLst>
              <a:ext uri="{FF2B5EF4-FFF2-40B4-BE49-F238E27FC236}">
                <a16:creationId xmlns:a16="http://schemas.microsoft.com/office/drawing/2014/main" id="{21B29E7D-1997-B853-9D90-E1307B9773AB}"/>
              </a:ext>
              <a:ext uri="{C183D7F6-B498-43B3-948B-1728B52AA6E4}">
                <adec:decorative xmlns:adec="http://schemas.microsoft.com/office/drawing/2017/decorative" val="1"/>
              </a:ext>
            </a:extLst>
          </p:cNvPr>
          <p:cNvSpPr/>
          <p:nvPr userDrawn="1"/>
        </p:nvSpPr>
        <p:spPr bwMode="gray">
          <a:xfrm>
            <a:off x="8214378" y="1644648"/>
            <a:ext cx="3428347" cy="4391757"/>
          </a:xfrm>
          <a:prstGeom prst="roundRect">
            <a:avLst>
              <a:gd name="adj" fmla="val 5109"/>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mj-lt"/>
            </a:endParaRPr>
          </a:p>
        </p:txBody>
      </p:sp>
      <p:sp>
        <p:nvSpPr>
          <p:cNvPr id="51" name="Subhead 3">
            <a:extLst>
              <a:ext uri="{FF2B5EF4-FFF2-40B4-BE49-F238E27FC236}">
                <a16:creationId xmlns:a16="http://schemas.microsoft.com/office/drawing/2014/main" id="{5A1FB4BC-6AF4-B4B9-1A86-51C3E2DA5795}"/>
              </a:ext>
            </a:extLst>
          </p:cNvPr>
          <p:cNvSpPr>
            <a:spLocks noGrp="1"/>
          </p:cNvSpPr>
          <p:nvPr>
            <p:ph type="body" sz="quarter" idx="22" hasCustomPrompt="1"/>
          </p:nvPr>
        </p:nvSpPr>
        <p:spPr bwMode="gray">
          <a:xfrm>
            <a:off x="8487089" y="1917698"/>
            <a:ext cx="2881147" cy="295688"/>
          </a:xfrm>
        </p:spPr>
        <p:txBody>
          <a:bodyPr/>
          <a:lstStyle>
            <a:lvl1pPr marL="0" indent="0">
              <a:buNone/>
              <a:defRPr sz="1200" b="0" cap="all" baseline="0">
                <a:solidFill>
                  <a:srgbClr val="0D004D"/>
                </a:solidFill>
                <a:latin typeface="+mj-lt"/>
                <a:cs typeface="Segoe UI" panose="020B0502040204020203" pitchFamily="34" charset="0"/>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noProof="0" dirty="0"/>
              <a:t>SUBHEAD</a:t>
            </a:r>
          </a:p>
        </p:txBody>
      </p:sp>
      <p:sp>
        <p:nvSpPr>
          <p:cNvPr id="49" name="Description 3">
            <a:extLst>
              <a:ext uri="{FF2B5EF4-FFF2-40B4-BE49-F238E27FC236}">
                <a16:creationId xmlns:a16="http://schemas.microsoft.com/office/drawing/2014/main" id="{4DC1BED2-6693-F56C-FF2D-6E6FC1A4CE61}"/>
              </a:ext>
            </a:extLst>
          </p:cNvPr>
          <p:cNvSpPr>
            <a:spLocks noGrp="1"/>
          </p:cNvSpPr>
          <p:nvPr>
            <p:ph type="body" idx="20" hasCustomPrompt="1"/>
          </p:nvPr>
        </p:nvSpPr>
        <p:spPr bwMode="gray">
          <a:xfrm>
            <a:off x="8487945" y="2213386"/>
            <a:ext cx="2879434" cy="1286599"/>
          </a:xfrm>
        </p:spPr>
        <p:txBody>
          <a:bodyPr anchor="t" anchorCtr="0"/>
          <a:lstStyle>
            <a:lvl1pPr marL="0" indent="0">
              <a:spcAft>
                <a:spcPts val="0"/>
              </a:spcAft>
              <a:buNone/>
              <a:defRPr sz="1600" b="1" i="0">
                <a:solidFill>
                  <a:srgbClr val="0D004D"/>
                </a:solidFill>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long subhead here</a:t>
            </a:r>
          </a:p>
        </p:txBody>
      </p:sp>
      <p:sp>
        <p:nvSpPr>
          <p:cNvPr id="50" name="Text 3">
            <a:extLst>
              <a:ext uri="{FF2B5EF4-FFF2-40B4-BE49-F238E27FC236}">
                <a16:creationId xmlns:a16="http://schemas.microsoft.com/office/drawing/2014/main" id="{09237A8C-DCDD-DC0E-AA67-A5786935C66E}"/>
              </a:ext>
            </a:extLst>
          </p:cNvPr>
          <p:cNvSpPr>
            <a:spLocks noGrp="1"/>
          </p:cNvSpPr>
          <p:nvPr>
            <p:ph type="body" sz="quarter" idx="21"/>
          </p:nvPr>
        </p:nvSpPr>
        <p:spPr bwMode="gray">
          <a:xfrm>
            <a:off x="8487089" y="3499986"/>
            <a:ext cx="2881147" cy="2262640"/>
          </a:xfrm>
        </p:spPr>
        <p:txBody>
          <a:bodyPr/>
          <a:lstStyle>
            <a:lvl1pPr marL="0" indent="0">
              <a:buNone/>
              <a:defRPr sz="1200">
                <a:solidFill>
                  <a:srgbClr val="0D004D"/>
                </a:solidFill>
                <a:latin typeface="+mj-lt"/>
                <a:cs typeface="Segoe UI" panose="020B0502040204020203" pitchFamily="34" charset="0"/>
              </a:defRPr>
            </a:lvl1pPr>
            <a:lvl2pPr>
              <a:defRPr sz="1200">
                <a:solidFill>
                  <a:srgbClr val="0D004D"/>
                </a:solidFill>
                <a:latin typeface="+mj-lt"/>
                <a:cs typeface="Segoe UI" panose="020B0502040204020203" pitchFamily="34" charset="0"/>
              </a:defRPr>
            </a:lvl2pPr>
            <a:lvl3pPr>
              <a:defRPr sz="1200">
                <a:solidFill>
                  <a:srgbClr val="0D004D"/>
                </a:solidFill>
                <a:latin typeface="+mj-lt"/>
                <a:cs typeface="Segoe UI" panose="020B0502040204020203" pitchFamily="34" charset="0"/>
              </a:defRPr>
            </a:lvl3pPr>
            <a:lvl4pPr>
              <a:defRPr sz="1200">
                <a:solidFill>
                  <a:srgbClr val="0D004D"/>
                </a:solidFill>
                <a:latin typeface="+mj-lt"/>
                <a:cs typeface="Segoe UI" panose="020B0502040204020203" pitchFamily="34" charset="0"/>
              </a:defRPr>
            </a:lvl4pPr>
            <a:lvl5pPr>
              <a:defRPr sz="1200">
                <a:solidFill>
                  <a:srgbClr val="0D004D"/>
                </a:solidFill>
                <a:latin typeface="+mj-lt"/>
                <a:cs typeface="Segoe UI" panose="020B0502040204020203"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pic>
        <p:nvPicPr>
          <p:cNvPr id="6" name="Pearson Logo" descr="Pearson Logo">
            <a:extLst>
              <a:ext uri="{FF2B5EF4-FFF2-40B4-BE49-F238E27FC236}">
                <a16:creationId xmlns:a16="http://schemas.microsoft.com/office/drawing/2014/main" id="{64CDC671-0CF0-895C-0B8D-DB186C26B098}"/>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942259489"/>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Caption A">
    <p:bg bwMode="gray">
      <p:bgPr>
        <a:solidFill>
          <a:srgbClr val="EDECF6"/>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46E64CD-6DE6-4D96-7625-AA99DA689BA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white">
          <a:xfrm flipH="1">
            <a:off x="0" y="-806"/>
            <a:ext cx="4294188" cy="685880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mj-lt"/>
            </a:endParaRPr>
          </a:p>
        </p:txBody>
      </p:sp>
      <p:sp>
        <p:nvSpPr>
          <p:cNvPr id="3" name="Section">
            <a:extLst>
              <a:ext uri="{FF2B5EF4-FFF2-40B4-BE49-F238E27FC236}">
                <a16:creationId xmlns:a16="http://schemas.microsoft.com/office/drawing/2014/main" id="{2B8FF2E3-6DDB-FDAC-7C65-54DDB199611F}"/>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lang="en-US" sz="1000" kern="1200" cap="all" baseline="0" dirty="0">
                <a:solidFill>
                  <a:srgbClr val="512EAB"/>
                </a:solidFill>
                <a:latin typeface="+mj-lt"/>
                <a:ea typeface="+mn-ea"/>
                <a:cs typeface="Segoe UI" panose="020B0502040204020203" pitchFamily="34" charset="0"/>
              </a:defRPr>
            </a:lvl1pPr>
          </a:lstStyle>
          <a:p>
            <a:pPr marL="0" lvl="0" indent="0" algn="l" defTabSz="914400" rtl="0" eaLnBrk="1" latinLnBrk="0" hangingPunct="1">
              <a:lnSpc>
                <a:spcPct val="100000"/>
              </a:lnSpc>
              <a:spcBef>
                <a:spcPts val="0"/>
              </a:spcBef>
              <a:spcAft>
                <a:spcPts val="0"/>
              </a:spcAft>
              <a:buFont typeface="Plus Jakarta Sans" panose="020B0604020202020204" pitchFamily="34" charset="0"/>
              <a:buNone/>
            </a:pPr>
            <a:r>
              <a:rPr lang="en-US" noProof="0" dirty="0"/>
              <a:t>Section title</a:t>
            </a:r>
          </a:p>
        </p:txBody>
      </p:sp>
      <p:sp>
        <p:nvSpPr>
          <p:cNvPr id="8" name="Title">
            <a:extLst>
              <a:ext uri="{FF2B5EF4-FFF2-40B4-BE49-F238E27FC236}">
                <a16:creationId xmlns:a16="http://schemas.microsoft.com/office/drawing/2014/main" id="{3C56CD4F-3DA7-5552-4C4E-F47949F9E491}"/>
              </a:ext>
            </a:extLst>
          </p:cNvPr>
          <p:cNvSpPr>
            <a:spLocks noGrp="1"/>
          </p:cNvSpPr>
          <p:nvPr>
            <p:ph type="title" hasCustomPrompt="1"/>
          </p:nvPr>
        </p:nvSpPr>
        <p:spPr>
          <a:xfrm>
            <a:off x="550164" y="1050244"/>
            <a:ext cx="3605276" cy="1807256"/>
          </a:xfrm>
        </p:spPr>
        <p:txBody>
          <a:bodyPr/>
          <a:lstStyle>
            <a:lvl1pPr>
              <a:defRPr>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br>
              <a:rPr lang="en-US" noProof="0" dirty="0"/>
            </a:br>
            <a:endParaRPr lang="en-US" noProof="0" dirty="0"/>
          </a:p>
        </p:txBody>
      </p:sp>
      <p:sp>
        <p:nvSpPr>
          <p:cNvPr id="4" name="Text">
            <a:extLst>
              <a:ext uri="{FF2B5EF4-FFF2-40B4-BE49-F238E27FC236}">
                <a16:creationId xmlns:a16="http://schemas.microsoft.com/office/drawing/2014/main" id="{760F39E3-45AC-1A04-8912-893DAC0E3C63}"/>
              </a:ext>
            </a:extLst>
          </p:cNvPr>
          <p:cNvSpPr>
            <a:spLocks noGrp="1"/>
          </p:cNvSpPr>
          <p:nvPr>
            <p:ph type="body" sz="half" idx="2" hasCustomPrompt="1"/>
          </p:nvPr>
        </p:nvSpPr>
        <p:spPr>
          <a:xfrm>
            <a:off x="550164" y="3213100"/>
            <a:ext cx="3336036" cy="2549525"/>
          </a:xfrm>
        </p:spPr>
        <p:txBody>
          <a:bodyPr/>
          <a:lstStyle>
            <a:lvl1pPr marL="0" indent="0">
              <a:buNone/>
              <a:defRPr sz="1600">
                <a:latin typeface="+mj-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dirty="0"/>
              <a:t>Place text here </a:t>
            </a:r>
          </a:p>
        </p:txBody>
      </p:sp>
      <p:sp>
        <p:nvSpPr>
          <p:cNvPr id="9" name="Content">
            <a:extLst>
              <a:ext uri="{FF2B5EF4-FFF2-40B4-BE49-F238E27FC236}">
                <a16:creationId xmlns:a16="http://schemas.microsoft.com/office/drawing/2014/main" id="{D1303120-1537-F993-4316-074426C88077}"/>
              </a:ext>
            </a:extLst>
          </p:cNvPr>
          <p:cNvSpPr>
            <a:spLocks noGrp="1"/>
          </p:cNvSpPr>
          <p:nvPr>
            <p:ph sz="quarter" idx="13"/>
          </p:nvPr>
        </p:nvSpPr>
        <p:spPr>
          <a:xfrm>
            <a:off x="5092700" y="546100"/>
            <a:ext cx="6551613" cy="5215254"/>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cxnSp>
        <p:nvCxnSpPr>
          <p:cNvPr id="44" name="Straight Connector 43">
            <a:extLst>
              <a:ext uri="{FF2B5EF4-FFF2-40B4-BE49-F238E27FC236}">
                <a16:creationId xmlns:a16="http://schemas.microsoft.com/office/drawing/2014/main" id="{C970609C-4F75-F5B5-D900-D7F2DCE40F47}"/>
              </a:ext>
              <a:ext uri="{C183D7F6-B498-43B3-948B-1728B52AA6E4}">
                <adec:decorative xmlns:adec="http://schemas.microsoft.com/office/drawing/2017/decorative" val="1"/>
              </a:ext>
            </a:extLst>
          </p:cNvPr>
          <p:cNvCxnSpPr>
            <a:cxnSpLocks/>
          </p:cNvCxnSpPr>
          <p:nvPr userDrawn="1"/>
        </p:nvCxnSpPr>
        <p:spPr bwMode="black">
          <a:xfrm>
            <a:off x="550091" y="5762625"/>
            <a:ext cx="11094222" cy="0"/>
          </a:xfrm>
          <a:prstGeom prst="line">
            <a:avLst/>
          </a:prstGeom>
          <a:ln w="9525">
            <a:solidFill>
              <a:srgbClr val="C1BFFF"/>
            </a:solidFill>
          </a:ln>
        </p:spPr>
        <p:style>
          <a:lnRef idx="2">
            <a:schemeClr val="accent1"/>
          </a:lnRef>
          <a:fillRef idx="0">
            <a:schemeClr val="accent1"/>
          </a:fillRef>
          <a:effectRef idx="1">
            <a:schemeClr val="accent1"/>
          </a:effectRef>
          <a:fontRef idx="minor">
            <a:schemeClr val="tx1"/>
          </a:fontRef>
        </p:style>
      </p:cxnSp>
      <p:sp>
        <p:nvSpPr>
          <p:cNvPr id="2" name="Source">
            <a:extLst>
              <a:ext uri="{FF2B5EF4-FFF2-40B4-BE49-F238E27FC236}">
                <a16:creationId xmlns:a16="http://schemas.microsoft.com/office/drawing/2014/main" id="{315BF4B9-1318-5EEB-220A-29BD725A1B6B}"/>
              </a:ext>
            </a:extLst>
          </p:cNvPr>
          <p:cNvSpPr>
            <a:spLocks noGrp="1"/>
          </p:cNvSpPr>
          <p:nvPr>
            <p:ph type="body" sz="quarter" idx="14" hasCustomPrompt="1"/>
          </p:nvPr>
        </p:nvSpPr>
        <p:spPr>
          <a:xfrm>
            <a:off x="550164" y="5761354"/>
            <a:ext cx="3607200" cy="547200"/>
          </a:xfrm>
        </p:spPr>
        <p:txBody>
          <a:bodyPr anchor="b" anchorCtr="0">
            <a:noAutofit/>
          </a:bodyPr>
          <a:lstStyle>
            <a:lvl1pPr marL="0" indent="0">
              <a:spcAft>
                <a:spcPts val="0"/>
              </a:spcAft>
              <a:buNone/>
              <a:defRPr sz="800">
                <a:latin typeface="+mj-lt"/>
              </a:defRPr>
            </a:lvl1pPr>
            <a:lvl2pPr>
              <a:defRPr sz="800"/>
            </a:lvl2pPr>
            <a:lvl3pPr>
              <a:defRPr sz="800"/>
            </a:lvl3pPr>
            <a:lvl4pPr>
              <a:defRPr sz="800"/>
            </a:lvl4pPr>
            <a:lvl5pPr>
              <a:defRPr sz="800"/>
            </a:lvl5pPr>
          </a:lstStyle>
          <a:p>
            <a:pPr lvl="0"/>
            <a:r>
              <a:rPr lang="en-US" noProof="0" dirty="0"/>
              <a:t>Place source here</a:t>
            </a:r>
          </a:p>
        </p:txBody>
      </p:sp>
      <p:pic>
        <p:nvPicPr>
          <p:cNvPr id="5" name="Pearson Logo" descr="Pearson Logo">
            <a:extLst>
              <a:ext uri="{FF2B5EF4-FFF2-40B4-BE49-F238E27FC236}">
                <a16:creationId xmlns:a16="http://schemas.microsoft.com/office/drawing/2014/main" id="{3E987B33-7436-2787-573E-F803E6DF8A88}"/>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3829299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with Caption B">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9" name="Title">
            <a:extLst>
              <a:ext uri="{FF2B5EF4-FFF2-40B4-BE49-F238E27FC236}">
                <a16:creationId xmlns:a16="http://schemas.microsoft.com/office/drawing/2014/main" id="{0BAA8580-747A-61E4-43BE-A79D36CBD6DE}"/>
              </a:ext>
            </a:extLst>
          </p:cNvPr>
          <p:cNvSpPr>
            <a:spLocks noGrp="1"/>
          </p:cNvSpPr>
          <p:nvPr>
            <p:ph type="title" hasCustomPrompt="1"/>
          </p:nvPr>
        </p:nvSpPr>
        <p:spPr>
          <a:xfrm>
            <a:off x="550164" y="1372552"/>
            <a:ext cx="3607499" cy="1866900"/>
          </a:xfrm>
        </p:spPr>
        <p:txBody>
          <a:bodyPr/>
          <a:lstStyle>
            <a:lvl1pPr>
              <a:defRPr>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endParaRPr lang="en-US" noProof="0" dirty="0"/>
          </a:p>
        </p:txBody>
      </p:sp>
      <p:sp>
        <p:nvSpPr>
          <p:cNvPr id="14" name="Text">
            <a:extLst>
              <a:ext uri="{FF2B5EF4-FFF2-40B4-BE49-F238E27FC236}">
                <a16:creationId xmlns:a16="http://schemas.microsoft.com/office/drawing/2014/main" id="{87635D7D-69A6-0770-E49C-F406ED8B6F91}"/>
              </a:ext>
            </a:extLst>
          </p:cNvPr>
          <p:cNvSpPr>
            <a:spLocks noGrp="1"/>
          </p:cNvSpPr>
          <p:nvPr>
            <p:ph type="body" sz="quarter" idx="28"/>
          </p:nvPr>
        </p:nvSpPr>
        <p:spPr>
          <a:xfrm>
            <a:off x="542926" y="3439478"/>
            <a:ext cx="3605276" cy="2323147"/>
          </a:xfrm>
        </p:spPr>
        <p:txBody>
          <a:bodyPr/>
          <a:lstStyle>
            <a:lvl1pPr marL="0" indent="0">
              <a:buNone/>
              <a:defRPr sz="1400">
                <a:latin typeface="+mj-lt"/>
                <a:cs typeface="Segoe UI" panose="020B0502040204020203" pitchFamily="34" charset="0"/>
              </a:defRPr>
            </a:lvl1pPr>
            <a:lvl2pPr>
              <a:defRPr sz="1400">
                <a:latin typeface="+mj-lt"/>
                <a:cs typeface="Segoe UI" panose="020B0502040204020203" pitchFamily="34" charset="0"/>
              </a:defRPr>
            </a:lvl2pPr>
            <a:lvl3pPr>
              <a:defRPr sz="1400">
                <a:latin typeface="+mj-lt"/>
                <a:cs typeface="Segoe UI" panose="020B0502040204020203" pitchFamily="34" charset="0"/>
              </a:defRPr>
            </a:lvl3pPr>
            <a:lvl4pPr>
              <a:defRPr sz="1400">
                <a:latin typeface="+mj-lt"/>
                <a:cs typeface="Segoe UI" panose="020B0502040204020203" pitchFamily="34" charset="0"/>
              </a:defRPr>
            </a:lvl4pPr>
            <a:lvl5pPr>
              <a:defRPr sz="1400">
                <a:latin typeface="+mj-lt"/>
                <a:cs typeface="Segoe UI" panose="020B0502040204020203"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Rounded Rectangle 5">
            <a:extLst>
              <a:ext uri="{FF2B5EF4-FFF2-40B4-BE49-F238E27FC236}">
                <a16:creationId xmlns:a16="http://schemas.microsoft.com/office/drawing/2014/main" id="{60C38BEE-570B-9B3A-5F52-DA6234A53C6B}"/>
              </a:ext>
              <a:ext uri="{C183D7F6-B498-43B3-948B-1728B52AA6E4}">
                <adec:decorative xmlns:adec="http://schemas.microsoft.com/office/drawing/2017/decorative" val="1"/>
              </a:ext>
            </a:extLst>
          </p:cNvPr>
          <p:cNvSpPr/>
          <p:nvPr userDrawn="1"/>
        </p:nvSpPr>
        <p:spPr bwMode="white">
          <a:xfrm>
            <a:off x="5110417" y="546100"/>
            <a:ext cx="6552090" cy="5763259"/>
          </a:xfrm>
          <a:prstGeom prst="roundRect">
            <a:avLst>
              <a:gd name="adj" fmla="val 309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3" name="Content">
            <a:extLst>
              <a:ext uri="{FF2B5EF4-FFF2-40B4-BE49-F238E27FC236}">
                <a16:creationId xmlns:a16="http://schemas.microsoft.com/office/drawing/2014/main" id="{5B96EC47-92C1-48BA-1316-1AD5578E7A93}"/>
              </a:ext>
            </a:extLst>
          </p:cNvPr>
          <p:cNvSpPr>
            <a:spLocks noGrp="1"/>
          </p:cNvSpPr>
          <p:nvPr>
            <p:ph sz="quarter" idx="31"/>
          </p:nvPr>
        </p:nvSpPr>
        <p:spPr>
          <a:xfrm>
            <a:off x="5952245" y="1372552"/>
            <a:ext cx="4868434" cy="4110358"/>
          </a:xfrm>
        </p:spPr>
        <p:txBody>
          <a:bodyPr/>
          <a:lstStyle>
            <a:lvl1pPr>
              <a:defRPr sz="1400">
                <a:latin typeface="+mj-lt"/>
              </a:defRPr>
            </a:lvl1pPr>
            <a:lvl2pPr>
              <a:defRPr sz="1400">
                <a:latin typeface="+mj-lt"/>
              </a:defRPr>
            </a:lvl2pPr>
            <a:lvl3pPr>
              <a:defRPr sz="1400">
                <a:latin typeface="+mj-lt"/>
              </a:defRPr>
            </a:lvl3pPr>
            <a:lvl4pPr>
              <a:defRPr sz="1400">
                <a:latin typeface="+mj-lt"/>
              </a:defRPr>
            </a:lvl4pPr>
            <a:lvl5pPr>
              <a:defRPr sz="1400">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earson Logo" descr="Pearson Logo">
            <a:extLst>
              <a:ext uri="{FF2B5EF4-FFF2-40B4-BE49-F238E27FC236}">
                <a16:creationId xmlns:a16="http://schemas.microsoft.com/office/drawing/2014/main" id="{2E62D343-B0DB-E5BA-FE1B-2E24C027239C}"/>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025027988"/>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able with Caption">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9" name="Title">
            <a:extLst>
              <a:ext uri="{FF2B5EF4-FFF2-40B4-BE49-F238E27FC236}">
                <a16:creationId xmlns:a16="http://schemas.microsoft.com/office/drawing/2014/main" id="{0BAA8580-747A-61E4-43BE-A79D36CBD6DE}"/>
              </a:ext>
            </a:extLst>
          </p:cNvPr>
          <p:cNvSpPr>
            <a:spLocks noGrp="1"/>
          </p:cNvSpPr>
          <p:nvPr>
            <p:ph type="title" hasCustomPrompt="1"/>
          </p:nvPr>
        </p:nvSpPr>
        <p:spPr>
          <a:xfrm>
            <a:off x="550164" y="552450"/>
            <a:ext cx="3607499" cy="1866900"/>
          </a:xfrm>
        </p:spPr>
        <p:txBody>
          <a:bodyPr/>
          <a:lstStyle>
            <a:lvl1pPr>
              <a:defRPr>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endParaRPr lang="en-US" noProof="0" dirty="0"/>
          </a:p>
        </p:txBody>
      </p:sp>
      <p:sp>
        <p:nvSpPr>
          <p:cNvPr id="14" name="Text">
            <a:extLst>
              <a:ext uri="{FF2B5EF4-FFF2-40B4-BE49-F238E27FC236}">
                <a16:creationId xmlns:a16="http://schemas.microsoft.com/office/drawing/2014/main" id="{87635D7D-69A6-0770-E49C-F406ED8B6F91}"/>
              </a:ext>
            </a:extLst>
          </p:cNvPr>
          <p:cNvSpPr>
            <a:spLocks noGrp="1"/>
          </p:cNvSpPr>
          <p:nvPr>
            <p:ph type="body" sz="quarter" idx="28"/>
          </p:nvPr>
        </p:nvSpPr>
        <p:spPr>
          <a:xfrm>
            <a:off x="542926" y="2743201"/>
            <a:ext cx="3605276" cy="3019424"/>
          </a:xfrm>
        </p:spPr>
        <p:txBody>
          <a:bodyPr/>
          <a:lstStyle>
            <a:lvl1pPr marL="0" indent="0">
              <a:buNone/>
              <a:defRPr sz="1400">
                <a:latin typeface="+mj-lt"/>
                <a:cs typeface="Segoe UI" panose="020B0502040204020203" pitchFamily="34" charset="0"/>
              </a:defRPr>
            </a:lvl1pPr>
            <a:lvl2pPr>
              <a:defRPr sz="1400">
                <a:latin typeface="+mj-lt"/>
                <a:cs typeface="Segoe UI" panose="020B0502040204020203" pitchFamily="34" charset="0"/>
              </a:defRPr>
            </a:lvl2pPr>
            <a:lvl3pPr>
              <a:defRPr sz="1400">
                <a:latin typeface="+mj-lt"/>
                <a:cs typeface="Segoe UI" panose="020B0502040204020203" pitchFamily="34" charset="0"/>
              </a:defRPr>
            </a:lvl3pPr>
            <a:lvl4pPr>
              <a:defRPr sz="1400">
                <a:latin typeface="+mj-lt"/>
                <a:cs typeface="Segoe UI" panose="020B0502040204020203" pitchFamily="34" charset="0"/>
              </a:defRPr>
            </a:lvl4pPr>
            <a:lvl5pPr>
              <a:defRPr sz="1400">
                <a:latin typeface="+mj-lt"/>
                <a:cs typeface="Segoe UI" panose="020B0502040204020203"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8" name="Table">
            <a:extLst>
              <a:ext uri="{FF2B5EF4-FFF2-40B4-BE49-F238E27FC236}">
                <a16:creationId xmlns:a16="http://schemas.microsoft.com/office/drawing/2014/main" id="{F31A03D0-7A75-EBC2-6CA6-C4D42A02448F}"/>
              </a:ext>
              <a:ext uri="{C183D7F6-B498-43B3-948B-1728B52AA6E4}">
                <adec:decorative xmlns:adec="http://schemas.microsoft.com/office/drawing/2017/decorative" val="0"/>
              </a:ext>
            </a:extLst>
          </p:cNvPr>
          <p:cNvSpPr>
            <a:spLocks noGrp="1"/>
          </p:cNvSpPr>
          <p:nvPr>
            <p:ph type="tbl" sz="quarter" idx="29"/>
          </p:nvPr>
        </p:nvSpPr>
        <p:spPr bwMode="gray">
          <a:xfrm>
            <a:off x="5092699" y="547688"/>
            <a:ext cx="6556375" cy="5761672"/>
          </a:xfrm>
          <a:solidFill>
            <a:schemeClr val="bg1"/>
          </a:solidFill>
        </p:spPr>
        <p:txBody>
          <a:bodyPr tIns="91440" anchor="t" anchorCtr="0"/>
          <a:lstStyle>
            <a:lvl1pPr marL="0" indent="0" algn="ctr">
              <a:buNone/>
              <a:defRPr sz="1400">
                <a:latin typeface="+mj-lt"/>
              </a:defRPr>
            </a:lvl1pPr>
          </a:lstStyle>
          <a:p>
            <a:r>
              <a:rPr lang="en-US" noProof="0" dirty="0"/>
              <a:t>Click icon to add table</a:t>
            </a:r>
          </a:p>
        </p:txBody>
      </p:sp>
      <p:pic>
        <p:nvPicPr>
          <p:cNvPr id="2" name="Pearson Logo" descr="Pearson Logo">
            <a:extLst>
              <a:ext uri="{FF2B5EF4-FFF2-40B4-BE49-F238E27FC236}">
                <a16:creationId xmlns:a16="http://schemas.microsoft.com/office/drawing/2014/main" id="{3346E468-830C-9072-492D-23DF8829BB6B}"/>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865813234"/>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hart and Image">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
            <a:extLst>
              <a:ext uri="{FF2B5EF4-FFF2-40B4-BE49-F238E27FC236}">
                <a16:creationId xmlns:a16="http://schemas.microsoft.com/office/drawing/2014/main" id="{76778EDA-841E-AD19-1FC9-84797F981CD0}"/>
              </a:ext>
            </a:extLst>
          </p:cNvPr>
          <p:cNvSpPr>
            <a:spLocks noGrp="1"/>
          </p:cNvSpPr>
          <p:nvPr>
            <p:ph type="title" hasCustomPrompt="1"/>
          </p:nvPr>
        </p:nvSpPr>
        <p:spPr>
          <a:xfrm>
            <a:off x="550165" y="1366837"/>
            <a:ext cx="5473922" cy="1957413"/>
          </a:xfrm>
        </p:spPr>
        <p:txBody>
          <a:bodyPr anchor="t"/>
          <a:lstStyle>
            <a:lvl1pPr>
              <a:defRPr sz="4000">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br>
              <a:rPr lang="en-US" noProof="0" dirty="0"/>
            </a:br>
            <a:endParaRPr lang="en-US" noProof="0" dirty="0"/>
          </a:p>
        </p:txBody>
      </p:sp>
      <p:sp>
        <p:nvSpPr>
          <p:cNvPr id="4" name="Text">
            <a:extLst>
              <a:ext uri="{FF2B5EF4-FFF2-40B4-BE49-F238E27FC236}">
                <a16:creationId xmlns:a16="http://schemas.microsoft.com/office/drawing/2014/main" id="{3D94B6B5-22C6-70C3-3140-BD544CC8AFF7}"/>
              </a:ext>
            </a:extLst>
          </p:cNvPr>
          <p:cNvSpPr>
            <a:spLocks noGrp="1"/>
          </p:cNvSpPr>
          <p:nvPr>
            <p:ph type="body" sz="quarter" idx="30"/>
          </p:nvPr>
        </p:nvSpPr>
        <p:spPr>
          <a:xfrm>
            <a:off x="542925" y="3532162"/>
            <a:ext cx="4686300" cy="2230462"/>
          </a:xfrm>
        </p:spPr>
        <p:txBody>
          <a:bodyPr/>
          <a:lstStyle>
            <a:lvl1pPr marL="0" indent="0">
              <a:buNone/>
              <a:defRPr sz="1400">
                <a:latin typeface="+mj-lt"/>
                <a:cs typeface="Segoe UI" panose="020B0502040204020203" pitchFamily="34" charset="0"/>
              </a:defRPr>
            </a:lvl1pPr>
            <a:lvl2pPr>
              <a:defRPr sz="1400">
                <a:latin typeface="+mj-lt"/>
                <a:cs typeface="Segoe UI" panose="020B0502040204020203" pitchFamily="34" charset="0"/>
              </a:defRPr>
            </a:lvl2pPr>
            <a:lvl3pPr>
              <a:defRPr sz="1400">
                <a:latin typeface="+mj-lt"/>
                <a:cs typeface="Segoe UI" panose="020B0502040204020203" pitchFamily="34" charset="0"/>
              </a:defRPr>
            </a:lvl3pPr>
            <a:lvl4pPr>
              <a:defRPr sz="1400">
                <a:latin typeface="+mj-lt"/>
                <a:cs typeface="Segoe UI" panose="020B0502040204020203" pitchFamily="34" charset="0"/>
              </a:defRPr>
            </a:lvl4pPr>
            <a:lvl5pPr>
              <a:defRPr sz="1400">
                <a:latin typeface="+mj-lt"/>
                <a:cs typeface="Segoe UI" panose="020B0502040204020203"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Rounded Rectangle">
            <a:extLst>
              <a:ext uri="{FF2B5EF4-FFF2-40B4-BE49-F238E27FC236}">
                <a16:creationId xmlns:a16="http://schemas.microsoft.com/office/drawing/2014/main" id="{05C4B2AB-F57A-888C-0AB4-4FCC77B42AF5}"/>
              </a:ext>
              <a:ext uri="{C183D7F6-B498-43B3-948B-1728B52AA6E4}">
                <adec:decorative xmlns:adec="http://schemas.microsoft.com/office/drawing/2017/decorative" val="1"/>
              </a:ext>
            </a:extLst>
          </p:cNvPr>
          <p:cNvSpPr>
            <a:spLocks/>
          </p:cNvSpPr>
          <p:nvPr userDrawn="1"/>
        </p:nvSpPr>
        <p:spPr bwMode="white">
          <a:xfrm>
            <a:off x="6167915" y="546100"/>
            <a:ext cx="5476875" cy="2778151"/>
          </a:xfrm>
          <a:prstGeom prst="roundRect">
            <a:avLst>
              <a:gd name="adj" fmla="val 5488"/>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5" name="Chart">
            <a:extLst>
              <a:ext uri="{FF2B5EF4-FFF2-40B4-BE49-F238E27FC236}">
                <a16:creationId xmlns:a16="http://schemas.microsoft.com/office/drawing/2014/main" id="{E684B968-A145-049C-DF67-C92D5DC7CE72}"/>
              </a:ext>
            </a:extLst>
          </p:cNvPr>
          <p:cNvSpPr>
            <a:spLocks noGrp="1"/>
          </p:cNvSpPr>
          <p:nvPr>
            <p:ph type="chart" sz="quarter" idx="29"/>
          </p:nvPr>
        </p:nvSpPr>
        <p:spPr>
          <a:xfrm>
            <a:off x="6488113" y="723119"/>
            <a:ext cx="4919662" cy="2424113"/>
          </a:xfrm>
        </p:spPr>
        <p:txBody>
          <a:bodyPr tIns="91440" anchor="t" anchorCtr="0"/>
          <a:lstStyle>
            <a:lvl1pPr marL="0" indent="0" algn="ctr">
              <a:buNone/>
              <a:defRPr sz="1400">
                <a:latin typeface="+mj-lt"/>
              </a:defRPr>
            </a:lvl1pPr>
          </a:lstStyle>
          <a:p>
            <a:r>
              <a:rPr lang="en-US" noProof="0" dirty="0"/>
              <a:t>Click icon to add chart</a:t>
            </a:r>
          </a:p>
        </p:txBody>
      </p:sp>
      <p:sp>
        <p:nvSpPr>
          <p:cNvPr id="13" name="Picture">
            <a:extLst>
              <a:ext uri="{FF2B5EF4-FFF2-40B4-BE49-F238E27FC236}">
                <a16:creationId xmlns:a16="http://schemas.microsoft.com/office/drawing/2014/main" id="{185406D2-B00C-585A-A8BF-759DA5B98176}"/>
              </a:ext>
              <a:ext uri="{C183D7F6-B498-43B3-948B-1728B52AA6E4}">
                <adec:decorative xmlns:adec="http://schemas.microsoft.com/office/drawing/2017/decorative" val="1"/>
              </a:ext>
            </a:extLst>
          </p:cNvPr>
          <p:cNvSpPr>
            <a:spLocks noGrp="1"/>
          </p:cNvSpPr>
          <p:nvPr>
            <p:ph type="pic" sz="quarter" idx="28" hasCustomPrompt="1"/>
          </p:nvPr>
        </p:nvSpPr>
        <p:spPr bwMode="gray">
          <a:xfrm>
            <a:off x="6165849" y="3532162"/>
            <a:ext cx="5478463" cy="2778151"/>
          </a:xfrm>
          <a:prstGeom prst="roundRect">
            <a:avLst>
              <a:gd name="adj" fmla="val 5810"/>
            </a:avLst>
          </a:prstGeom>
          <a:solidFill>
            <a:srgbClr val="C1BFFF"/>
          </a:solidFill>
        </p:spPr>
        <p:txBody>
          <a:bodyPr tIns="91440" anchor="t" anchorCtr="0"/>
          <a:lstStyle>
            <a:lvl1pPr marL="0" indent="0" algn="ctr">
              <a:buNone/>
              <a:defRPr sz="1400">
                <a:latin typeface="+mj-lt"/>
              </a:defRPr>
            </a:lvl1pPr>
          </a:lstStyle>
          <a:p>
            <a:r>
              <a:rPr lang="en-US" noProof="0" dirty="0"/>
              <a:t>Add picture here</a:t>
            </a:r>
          </a:p>
        </p:txBody>
      </p:sp>
      <p:pic>
        <p:nvPicPr>
          <p:cNvPr id="5" name="Pearson Logo" descr="Pearson Logo">
            <a:extLst>
              <a:ext uri="{FF2B5EF4-FFF2-40B4-BE49-F238E27FC236}">
                <a16:creationId xmlns:a16="http://schemas.microsoft.com/office/drawing/2014/main" id="{A821EDCD-8B63-2581-4357-D29129267763}"/>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440812571"/>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art with Caption x3">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
            <a:extLst>
              <a:ext uri="{FF2B5EF4-FFF2-40B4-BE49-F238E27FC236}">
                <a16:creationId xmlns:a16="http://schemas.microsoft.com/office/drawing/2014/main" id="{76778EDA-841E-AD19-1FC9-84797F981CD0}"/>
              </a:ext>
            </a:extLst>
          </p:cNvPr>
          <p:cNvSpPr>
            <a:spLocks noGrp="1"/>
          </p:cNvSpPr>
          <p:nvPr>
            <p:ph type="title" hasCustomPrompt="1"/>
          </p:nvPr>
        </p:nvSpPr>
        <p:spPr>
          <a:xfrm>
            <a:off x="550164" y="552450"/>
            <a:ext cx="11067619" cy="819150"/>
          </a:xfrm>
        </p:spPr>
        <p:txBody>
          <a:bodyPr/>
          <a:lstStyle>
            <a:lvl1pPr>
              <a:defRPr>
                <a:latin typeface="+mj-lt"/>
              </a:defRPr>
            </a:lvl1pPr>
          </a:lstStyle>
          <a:p>
            <a:r>
              <a:rPr lang="en-US" noProof="0" dirty="0"/>
              <a:t>Place headline here</a:t>
            </a:r>
          </a:p>
        </p:txBody>
      </p:sp>
      <p:sp>
        <p:nvSpPr>
          <p:cNvPr id="5" name="Rounded Rectangle">
            <a:extLst>
              <a:ext uri="{FF2B5EF4-FFF2-40B4-BE49-F238E27FC236}">
                <a16:creationId xmlns:a16="http://schemas.microsoft.com/office/drawing/2014/main" id="{43BC7A31-D3E2-BEAB-2872-E025B38159FF}"/>
              </a:ext>
              <a:ext uri="{C183D7F6-B498-43B3-948B-1728B52AA6E4}">
                <adec:decorative xmlns:adec="http://schemas.microsoft.com/office/drawing/2017/decorative" val="1"/>
              </a:ext>
            </a:extLst>
          </p:cNvPr>
          <p:cNvSpPr/>
          <p:nvPr userDrawn="1"/>
        </p:nvSpPr>
        <p:spPr bwMode="white">
          <a:xfrm>
            <a:off x="550164" y="1644648"/>
            <a:ext cx="3428347" cy="4391757"/>
          </a:xfrm>
          <a:prstGeom prst="roundRect">
            <a:avLst>
              <a:gd name="adj" fmla="val 510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1" name="Chart 1">
            <a:extLst>
              <a:ext uri="{FF2B5EF4-FFF2-40B4-BE49-F238E27FC236}">
                <a16:creationId xmlns:a16="http://schemas.microsoft.com/office/drawing/2014/main" id="{FADACD2F-CC8C-1642-5883-95CACF779B0E}"/>
              </a:ext>
            </a:extLst>
          </p:cNvPr>
          <p:cNvSpPr>
            <a:spLocks noGrp="1"/>
          </p:cNvSpPr>
          <p:nvPr>
            <p:ph type="chart" sz="quarter" idx="13"/>
          </p:nvPr>
        </p:nvSpPr>
        <p:spPr>
          <a:xfrm>
            <a:off x="834666" y="1957388"/>
            <a:ext cx="2859342" cy="2063069"/>
          </a:xfrm>
        </p:spPr>
        <p:txBody>
          <a:bodyPr tIns="91440" anchor="t" anchorCtr="0">
            <a:noAutofit/>
          </a:bodyPr>
          <a:lstStyle>
            <a:lvl1pPr marL="0" indent="0" algn="ctr">
              <a:spcAft>
                <a:spcPts val="0"/>
              </a:spcAft>
              <a:buNone/>
              <a:defRPr sz="1400">
                <a:latin typeface="+mj-lt"/>
              </a:defRPr>
            </a:lvl1pPr>
          </a:lstStyle>
          <a:p>
            <a:r>
              <a:rPr lang="en-US" noProof="0" dirty="0"/>
              <a:t>Click icon to add chart</a:t>
            </a:r>
          </a:p>
        </p:txBody>
      </p:sp>
      <p:sp>
        <p:nvSpPr>
          <p:cNvPr id="25" name="Chart 1 Title">
            <a:extLst>
              <a:ext uri="{FF2B5EF4-FFF2-40B4-BE49-F238E27FC236}">
                <a16:creationId xmlns:a16="http://schemas.microsoft.com/office/drawing/2014/main" id="{D10DAACE-F057-7580-94DA-7C4C5BD03A2F}"/>
              </a:ext>
            </a:extLst>
          </p:cNvPr>
          <p:cNvSpPr>
            <a:spLocks noGrp="1"/>
          </p:cNvSpPr>
          <p:nvPr>
            <p:ph type="body" sz="quarter" idx="19" hasCustomPrompt="1"/>
          </p:nvPr>
        </p:nvSpPr>
        <p:spPr>
          <a:xfrm>
            <a:off x="834666" y="4202162"/>
            <a:ext cx="2859342" cy="297267"/>
          </a:xfrm>
        </p:spPr>
        <p:txBody>
          <a:bodyPr>
            <a:noAutofit/>
          </a:bodyPr>
          <a:lstStyle>
            <a:lvl1pPr marL="0" indent="0">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Chart title</a:t>
            </a:r>
          </a:p>
        </p:txBody>
      </p:sp>
      <p:sp>
        <p:nvSpPr>
          <p:cNvPr id="20" name="Chart 1 Description">
            <a:extLst>
              <a:ext uri="{FF2B5EF4-FFF2-40B4-BE49-F238E27FC236}">
                <a16:creationId xmlns:a16="http://schemas.microsoft.com/office/drawing/2014/main" id="{8B5D6A24-C8A4-EEEC-21B8-92B7A2D661AD}"/>
              </a:ext>
            </a:extLst>
          </p:cNvPr>
          <p:cNvSpPr>
            <a:spLocks noGrp="1"/>
          </p:cNvSpPr>
          <p:nvPr>
            <p:ph type="body" sz="quarter" idx="14" hasCustomPrompt="1"/>
          </p:nvPr>
        </p:nvSpPr>
        <p:spPr>
          <a:xfrm>
            <a:off x="834666" y="4586336"/>
            <a:ext cx="2859342" cy="819150"/>
          </a:xfrm>
        </p:spPr>
        <p:txBody>
          <a:bodyPr>
            <a:noAutofit/>
          </a:bodyPr>
          <a:lstStyle>
            <a:lvl1pPr marL="0" indent="0">
              <a:spcBef>
                <a:spcPts val="0"/>
              </a:spcBef>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description here.</a:t>
            </a:r>
          </a:p>
        </p:txBody>
      </p:sp>
      <p:sp>
        <p:nvSpPr>
          <p:cNvPr id="28" name="Chart 1 Source">
            <a:extLst>
              <a:ext uri="{FF2B5EF4-FFF2-40B4-BE49-F238E27FC236}">
                <a16:creationId xmlns:a16="http://schemas.microsoft.com/office/drawing/2014/main" id="{9006CAB2-B82A-4B76-8956-5F828DD81CA4}"/>
              </a:ext>
            </a:extLst>
          </p:cNvPr>
          <p:cNvSpPr>
            <a:spLocks noGrp="1"/>
          </p:cNvSpPr>
          <p:nvPr>
            <p:ph type="body" sz="quarter" idx="22" hasCustomPrompt="1"/>
          </p:nvPr>
        </p:nvSpPr>
        <p:spPr>
          <a:xfrm>
            <a:off x="834666" y="5486400"/>
            <a:ext cx="2859342" cy="274637"/>
          </a:xfrm>
        </p:spPr>
        <p:txBody>
          <a:bodyPr anchor="b">
            <a:noAutofit/>
          </a:bodyPr>
          <a:lstStyle>
            <a:lvl1pPr marL="0" indent="0">
              <a:spcBef>
                <a:spcPts val="0"/>
              </a:spcBef>
              <a:buNone/>
              <a:defRPr sz="10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Source</a:t>
            </a:r>
          </a:p>
        </p:txBody>
      </p:sp>
      <p:sp>
        <p:nvSpPr>
          <p:cNvPr id="8" name="Rounded Rectangle">
            <a:extLst>
              <a:ext uri="{FF2B5EF4-FFF2-40B4-BE49-F238E27FC236}">
                <a16:creationId xmlns:a16="http://schemas.microsoft.com/office/drawing/2014/main" id="{8193921E-0D84-88DE-7A4E-009AE0D37A78}"/>
              </a:ext>
              <a:ext uri="{C183D7F6-B498-43B3-948B-1728B52AA6E4}">
                <adec:decorative xmlns:adec="http://schemas.microsoft.com/office/drawing/2017/decorative" val="1"/>
              </a:ext>
            </a:extLst>
          </p:cNvPr>
          <p:cNvSpPr/>
          <p:nvPr userDrawn="1"/>
        </p:nvSpPr>
        <p:spPr bwMode="white">
          <a:xfrm>
            <a:off x="4382271" y="1644648"/>
            <a:ext cx="3428347" cy="4391757"/>
          </a:xfrm>
          <a:prstGeom prst="roundRect">
            <a:avLst>
              <a:gd name="adj" fmla="val 510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1" name="Chart 2">
            <a:extLst>
              <a:ext uri="{FF2B5EF4-FFF2-40B4-BE49-F238E27FC236}">
                <a16:creationId xmlns:a16="http://schemas.microsoft.com/office/drawing/2014/main" id="{B0604150-ED55-35CD-261F-4BB39A9F570D}"/>
              </a:ext>
            </a:extLst>
          </p:cNvPr>
          <p:cNvSpPr>
            <a:spLocks noGrp="1"/>
          </p:cNvSpPr>
          <p:nvPr>
            <p:ph type="chart" sz="quarter" idx="15"/>
          </p:nvPr>
        </p:nvSpPr>
        <p:spPr>
          <a:xfrm>
            <a:off x="4666773" y="1957388"/>
            <a:ext cx="2859342" cy="2063069"/>
          </a:xfrm>
        </p:spPr>
        <p:txBody>
          <a:bodyPr tIns="91440" anchor="t" anchorCtr="0">
            <a:noAutofit/>
          </a:bodyPr>
          <a:lstStyle>
            <a:lvl1pPr marL="0" indent="0" algn="ctr">
              <a:spcAft>
                <a:spcPts val="0"/>
              </a:spcAft>
              <a:buNone/>
              <a:defRPr sz="1400">
                <a:latin typeface="+mj-lt"/>
              </a:defRPr>
            </a:lvl1pPr>
          </a:lstStyle>
          <a:p>
            <a:r>
              <a:rPr lang="en-US" noProof="0" dirty="0"/>
              <a:t>Click icon to add chart</a:t>
            </a:r>
          </a:p>
        </p:txBody>
      </p:sp>
      <p:sp>
        <p:nvSpPr>
          <p:cNvPr id="26" name="Chart 2 Title">
            <a:extLst>
              <a:ext uri="{FF2B5EF4-FFF2-40B4-BE49-F238E27FC236}">
                <a16:creationId xmlns:a16="http://schemas.microsoft.com/office/drawing/2014/main" id="{3FF04CB3-5B97-8317-D802-A30F4877C880}"/>
              </a:ext>
            </a:extLst>
          </p:cNvPr>
          <p:cNvSpPr>
            <a:spLocks noGrp="1"/>
          </p:cNvSpPr>
          <p:nvPr>
            <p:ph type="body" sz="quarter" idx="20" hasCustomPrompt="1"/>
          </p:nvPr>
        </p:nvSpPr>
        <p:spPr>
          <a:xfrm>
            <a:off x="4666773" y="4202162"/>
            <a:ext cx="2859342" cy="297267"/>
          </a:xfrm>
        </p:spPr>
        <p:txBody>
          <a:bodyPr>
            <a:noAutofit/>
          </a:bodyPr>
          <a:lstStyle>
            <a:lvl1pPr marL="0" indent="0">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Chart title</a:t>
            </a:r>
          </a:p>
        </p:txBody>
      </p:sp>
      <p:sp>
        <p:nvSpPr>
          <p:cNvPr id="22" name="Chart 2 Description">
            <a:extLst>
              <a:ext uri="{FF2B5EF4-FFF2-40B4-BE49-F238E27FC236}">
                <a16:creationId xmlns:a16="http://schemas.microsoft.com/office/drawing/2014/main" id="{688EC536-8D7E-823B-C4BE-8C7FA4F186EF}"/>
              </a:ext>
            </a:extLst>
          </p:cNvPr>
          <p:cNvSpPr>
            <a:spLocks noGrp="1"/>
          </p:cNvSpPr>
          <p:nvPr>
            <p:ph type="body" sz="quarter" idx="16" hasCustomPrompt="1"/>
          </p:nvPr>
        </p:nvSpPr>
        <p:spPr>
          <a:xfrm>
            <a:off x="4666773" y="4586336"/>
            <a:ext cx="2859342" cy="819150"/>
          </a:xfrm>
        </p:spPr>
        <p:txBody>
          <a:bodyPr>
            <a:noAutofit/>
          </a:bodyPr>
          <a:lstStyle>
            <a:lvl1pPr marL="0" indent="0">
              <a:spcBef>
                <a:spcPts val="0"/>
              </a:spcBef>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description here.</a:t>
            </a:r>
          </a:p>
        </p:txBody>
      </p:sp>
      <p:sp>
        <p:nvSpPr>
          <p:cNvPr id="29" name="Chart 2 Source">
            <a:extLst>
              <a:ext uri="{FF2B5EF4-FFF2-40B4-BE49-F238E27FC236}">
                <a16:creationId xmlns:a16="http://schemas.microsoft.com/office/drawing/2014/main" id="{A7EA509B-1B67-F29B-AE51-C1E954CB2CC6}"/>
              </a:ext>
            </a:extLst>
          </p:cNvPr>
          <p:cNvSpPr>
            <a:spLocks noGrp="1"/>
          </p:cNvSpPr>
          <p:nvPr>
            <p:ph type="body" sz="quarter" idx="23" hasCustomPrompt="1"/>
          </p:nvPr>
        </p:nvSpPr>
        <p:spPr>
          <a:xfrm>
            <a:off x="4666773" y="5486400"/>
            <a:ext cx="2859342" cy="274637"/>
          </a:xfrm>
        </p:spPr>
        <p:txBody>
          <a:bodyPr anchor="b">
            <a:noAutofit/>
          </a:bodyPr>
          <a:lstStyle>
            <a:lvl1pPr marL="0" indent="0">
              <a:spcBef>
                <a:spcPts val="0"/>
              </a:spcBef>
              <a:buNone/>
              <a:defRPr sz="10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Source</a:t>
            </a:r>
          </a:p>
        </p:txBody>
      </p:sp>
      <p:sp>
        <p:nvSpPr>
          <p:cNvPr id="4" name="Rounded Rectangle">
            <a:extLst>
              <a:ext uri="{FF2B5EF4-FFF2-40B4-BE49-F238E27FC236}">
                <a16:creationId xmlns:a16="http://schemas.microsoft.com/office/drawing/2014/main" id="{3976CF29-3293-1E05-16DE-2D5A9285B7DB}"/>
              </a:ext>
              <a:ext uri="{C183D7F6-B498-43B3-948B-1728B52AA6E4}">
                <adec:decorative xmlns:adec="http://schemas.microsoft.com/office/drawing/2017/decorative" val="1"/>
              </a:ext>
            </a:extLst>
          </p:cNvPr>
          <p:cNvSpPr/>
          <p:nvPr userDrawn="1"/>
        </p:nvSpPr>
        <p:spPr bwMode="white">
          <a:xfrm>
            <a:off x="8214378" y="1644648"/>
            <a:ext cx="3428347" cy="4391757"/>
          </a:xfrm>
          <a:prstGeom prst="roundRect">
            <a:avLst>
              <a:gd name="adj" fmla="val 510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3" name="Chart 3">
            <a:extLst>
              <a:ext uri="{FF2B5EF4-FFF2-40B4-BE49-F238E27FC236}">
                <a16:creationId xmlns:a16="http://schemas.microsoft.com/office/drawing/2014/main" id="{67BE780A-D617-860B-C3FF-BAE8BDF5CD92}"/>
              </a:ext>
            </a:extLst>
          </p:cNvPr>
          <p:cNvSpPr>
            <a:spLocks noGrp="1"/>
          </p:cNvSpPr>
          <p:nvPr>
            <p:ph type="chart" sz="quarter" idx="17"/>
          </p:nvPr>
        </p:nvSpPr>
        <p:spPr>
          <a:xfrm>
            <a:off x="8498880" y="1957388"/>
            <a:ext cx="2859342" cy="2063069"/>
          </a:xfrm>
        </p:spPr>
        <p:txBody>
          <a:bodyPr tIns="91440" anchor="t" anchorCtr="0">
            <a:noAutofit/>
          </a:bodyPr>
          <a:lstStyle>
            <a:lvl1pPr marL="0" indent="0" algn="ctr">
              <a:spcAft>
                <a:spcPts val="0"/>
              </a:spcAft>
              <a:buNone/>
              <a:defRPr sz="1400">
                <a:latin typeface="+mj-lt"/>
              </a:defRPr>
            </a:lvl1pPr>
          </a:lstStyle>
          <a:p>
            <a:r>
              <a:rPr lang="en-US" noProof="0" dirty="0"/>
              <a:t>Click icon to add chart</a:t>
            </a:r>
          </a:p>
        </p:txBody>
      </p:sp>
      <p:sp>
        <p:nvSpPr>
          <p:cNvPr id="27" name="Chart 3 Title">
            <a:extLst>
              <a:ext uri="{FF2B5EF4-FFF2-40B4-BE49-F238E27FC236}">
                <a16:creationId xmlns:a16="http://schemas.microsoft.com/office/drawing/2014/main" id="{A6ED8CBD-52F7-3815-E0DF-14C42CDA0C5E}"/>
              </a:ext>
            </a:extLst>
          </p:cNvPr>
          <p:cNvSpPr>
            <a:spLocks noGrp="1"/>
          </p:cNvSpPr>
          <p:nvPr>
            <p:ph type="body" sz="quarter" idx="21" hasCustomPrompt="1"/>
          </p:nvPr>
        </p:nvSpPr>
        <p:spPr>
          <a:xfrm>
            <a:off x="8498880" y="4202162"/>
            <a:ext cx="2859342" cy="297267"/>
          </a:xfrm>
        </p:spPr>
        <p:txBody>
          <a:bodyPr>
            <a:noAutofit/>
          </a:bodyPr>
          <a:lstStyle>
            <a:lvl1pPr marL="0" indent="0">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Chart title</a:t>
            </a:r>
          </a:p>
        </p:txBody>
      </p:sp>
      <p:sp>
        <p:nvSpPr>
          <p:cNvPr id="24" name="Chart 3 Description">
            <a:extLst>
              <a:ext uri="{FF2B5EF4-FFF2-40B4-BE49-F238E27FC236}">
                <a16:creationId xmlns:a16="http://schemas.microsoft.com/office/drawing/2014/main" id="{48F9AF94-8334-09BC-B59E-E89B77FE6D0B}"/>
              </a:ext>
            </a:extLst>
          </p:cNvPr>
          <p:cNvSpPr>
            <a:spLocks noGrp="1"/>
          </p:cNvSpPr>
          <p:nvPr>
            <p:ph type="body" sz="quarter" idx="18" hasCustomPrompt="1"/>
          </p:nvPr>
        </p:nvSpPr>
        <p:spPr>
          <a:xfrm>
            <a:off x="8498880" y="4586336"/>
            <a:ext cx="2859342" cy="819150"/>
          </a:xfrm>
        </p:spPr>
        <p:txBody>
          <a:bodyPr>
            <a:noAutofit/>
          </a:bodyPr>
          <a:lstStyle>
            <a:lvl1pPr marL="0" indent="0">
              <a:spcBef>
                <a:spcPts val="0"/>
              </a:spcBef>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description here.</a:t>
            </a:r>
          </a:p>
        </p:txBody>
      </p:sp>
      <p:sp>
        <p:nvSpPr>
          <p:cNvPr id="30" name="Chart 3 Source">
            <a:extLst>
              <a:ext uri="{FF2B5EF4-FFF2-40B4-BE49-F238E27FC236}">
                <a16:creationId xmlns:a16="http://schemas.microsoft.com/office/drawing/2014/main" id="{B2165778-FD41-8551-83BE-66F1D6D1F7EE}"/>
              </a:ext>
            </a:extLst>
          </p:cNvPr>
          <p:cNvSpPr>
            <a:spLocks noGrp="1"/>
          </p:cNvSpPr>
          <p:nvPr>
            <p:ph type="body" sz="quarter" idx="24" hasCustomPrompt="1"/>
          </p:nvPr>
        </p:nvSpPr>
        <p:spPr>
          <a:xfrm>
            <a:off x="8498880" y="5486400"/>
            <a:ext cx="2859342" cy="274637"/>
          </a:xfrm>
        </p:spPr>
        <p:txBody>
          <a:bodyPr anchor="b">
            <a:noAutofit/>
          </a:bodyPr>
          <a:lstStyle>
            <a:lvl1pPr marL="0" indent="0">
              <a:spcBef>
                <a:spcPts val="0"/>
              </a:spcBef>
              <a:buNone/>
              <a:defRPr sz="10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Source</a:t>
            </a:r>
          </a:p>
        </p:txBody>
      </p:sp>
      <p:pic>
        <p:nvPicPr>
          <p:cNvPr id="9" name="Pearson Logo" descr="Pearson Logo">
            <a:extLst>
              <a:ext uri="{FF2B5EF4-FFF2-40B4-BE49-F238E27FC236}">
                <a16:creationId xmlns:a16="http://schemas.microsoft.com/office/drawing/2014/main" id="{34EABF74-3DE5-260D-E872-5B7B3EEE90A4}"/>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007632720"/>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ig Headline with Image and Text x2">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9" name="Title">
            <a:extLst>
              <a:ext uri="{FF2B5EF4-FFF2-40B4-BE49-F238E27FC236}">
                <a16:creationId xmlns:a16="http://schemas.microsoft.com/office/drawing/2014/main" id="{0BAA8580-747A-61E4-43BE-A79D36CBD6DE}"/>
              </a:ext>
            </a:extLst>
          </p:cNvPr>
          <p:cNvSpPr>
            <a:spLocks noGrp="1"/>
          </p:cNvSpPr>
          <p:nvPr>
            <p:ph type="title" hasCustomPrompt="1"/>
          </p:nvPr>
        </p:nvSpPr>
        <p:spPr>
          <a:xfrm>
            <a:off x="550164" y="1372551"/>
            <a:ext cx="4679061" cy="2517277"/>
          </a:xfrm>
        </p:spPr>
        <p:txBody>
          <a:bodyPr/>
          <a:lstStyle>
            <a:lvl1pPr>
              <a:defRPr sz="4400">
                <a:latin typeface="+mj-lt"/>
              </a:defRPr>
            </a:lvl1pPr>
          </a:lstStyle>
          <a:p>
            <a:r>
              <a:rPr lang="en-US" noProof="0" dirty="0"/>
              <a:t>Place headline here, lorem ipsum dolor sit </a:t>
            </a:r>
            <a:r>
              <a:rPr lang="en-US" noProof="0" dirty="0" err="1"/>
              <a:t>amet</a:t>
            </a:r>
            <a:r>
              <a:rPr lang="en-US" noProof="0" dirty="0"/>
              <a:t> diam </a:t>
            </a:r>
            <a:r>
              <a:rPr lang="en-US" noProof="0" dirty="0" err="1"/>
              <a:t>elit</a:t>
            </a:r>
            <a:r>
              <a:rPr lang="en-US" noProof="0" dirty="0"/>
              <a:t> </a:t>
            </a:r>
          </a:p>
        </p:txBody>
      </p:sp>
      <p:sp>
        <p:nvSpPr>
          <p:cNvPr id="2" name="Rounded Rectangle 1">
            <a:extLst>
              <a:ext uri="{FF2B5EF4-FFF2-40B4-BE49-F238E27FC236}">
                <a16:creationId xmlns:a16="http://schemas.microsoft.com/office/drawing/2014/main" id="{60C38BEE-570B-9B3A-5F52-DA6234A53C6B}"/>
              </a:ext>
              <a:ext uri="{C183D7F6-B498-43B3-948B-1728B52AA6E4}">
                <adec:decorative xmlns:adec="http://schemas.microsoft.com/office/drawing/2017/decorative" val="1"/>
              </a:ext>
            </a:extLst>
          </p:cNvPr>
          <p:cNvSpPr/>
          <p:nvPr userDrawn="1"/>
        </p:nvSpPr>
        <p:spPr bwMode="white">
          <a:xfrm>
            <a:off x="6165850" y="1372552"/>
            <a:ext cx="2670176" cy="4390073"/>
          </a:xfrm>
          <a:prstGeom prst="roundRect">
            <a:avLst>
              <a:gd name="adj" fmla="val 7444"/>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0" name="Picture 1">
            <a:extLst>
              <a:ext uri="{FF2B5EF4-FFF2-40B4-BE49-F238E27FC236}">
                <a16:creationId xmlns:a16="http://schemas.microsoft.com/office/drawing/2014/main" id="{5CE683B9-5ED7-85F9-3A8C-ABA72F9D3440}"/>
              </a:ext>
              <a:ext uri="{C183D7F6-B498-43B3-948B-1728B52AA6E4}">
                <adec:decorative xmlns:adec="http://schemas.microsoft.com/office/drawing/2017/decorative" val="0"/>
              </a:ext>
            </a:extLst>
          </p:cNvPr>
          <p:cNvSpPr>
            <a:spLocks noGrp="1"/>
          </p:cNvSpPr>
          <p:nvPr>
            <p:ph type="pic" sz="quarter" idx="32" hasCustomPrompt="1"/>
          </p:nvPr>
        </p:nvSpPr>
        <p:spPr>
          <a:xfrm>
            <a:off x="6796089" y="2343150"/>
            <a:ext cx="1409698" cy="1485900"/>
          </a:xfrm>
        </p:spPr>
        <p:txBody>
          <a:bodyPr tIns="91440" anchor="t" anchorCtr="0"/>
          <a:lstStyle>
            <a:lvl1pPr marL="0" indent="0" algn="ctr">
              <a:buNone/>
              <a:defRPr sz="1400">
                <a:latin typeface="+mj-lt"/>
              </a:defRPr>
            </a:lvl1pPr>
          </a:lstStyle>
          <a:p>
            <a:r>
              <a:rPr lang="en-US" noProof="0" dirty="0"/>
              <a:t>Icon</a:t>
            </a:r>
          </a:p>
        </p:txBody>
      </p:sp>
      <p:sp>
        <p:nvSpPr>
          <p:cNvPr id="12" name="Subhead 1">
            <a:extLst>
              <a:ext uri="{FF2B5EF4-FFF2-40B4-BE49-F238E27FC236}">
                <a16:creationId xmlns:a16="http://schemas.microsoft.com/office/drawing/2014/main" id="{53598A90-7BE2-0D82-0FCF-005EE8458977}"/>
              </a:ext>
            </a:extLst>
          </p:cNvPr>
          <p:cNvSpPr>
            <a:spLocks noGrp="1"/>
          </p:cNvSpPr>
          <p:nvPr>
            <p:ph type="body" sz="quarter" idx="20" hasCustomPrompt="1"/>
          </p:nvPr>
        </p:nvSpPr>
        <p:spPr>
          <a:xfrm>
            <a:off x="6419373" y="4592687"/>
            <a:ext cx="2210277" cy="297267"/>
          </a:xfrm>
        </p:spPr>
        <p:txBody>
          <a:bodyPr>
            <a:noAutofit/>
          </a:bodyPr>
          <a:lstStyle>
            <a:lvl1pPr marL="0" indent="0">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subhead here</a:t>
            </a:r>
          </a:p>
        </p:txBody>
      </p:sp>
      <p:sp>
        <p:nvSpPr>
          <p:cNvPr id="13" name="Text 1">
            <a:extLst>
              <a:ext uri="{FF2B5EF4-FFF2-40B4-BE49-F238E27FC236}">
                <a16:creationId xmlns:a16="http://schemas.microsoft.com/office/drawing/2014/main" id="{E8F4AB40-5736-AD5A-95C8-7BCC8DCBDAB9}"/>
              </a:ext>
            </a:extLst>
          </p:cNvPr>
          <p:cNvSpPr>
            <a:spLocks noGrp="1"/>
          </p:cNvSpPr>
          <p:nvPr>
            <p:ph type="body" sz="quarter" idx="16" hasCustomPrompt="1"/>
          </p:nvPr>
        </p:nvSpPr>
        <p:spPr>
          <a:xfrm>
            <a:off x="6419373" y="4976861"/>
            <a:ext cx="2210277" cy="604789"/>
          </a:xfrm>
        </p:spPr>
        <p:txBody>
          <a:bodyPr>
            <a:noAutofit/>
          </a:bodyPr>
          <a:lstStyle>
            <a:lvl1pPr marL="0" indent="0">
              <a:spcBef>
                <a:spcPts val="0"/>
              </a:spcBef>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sp>
        <p:nvSpPr>
          <p:cNvPr id="5" name="Rounded Rectangle 2">
            <a:extLst>
              <a:ext uri="{FF2B5EF4-FFF2-40B4-BE49-F238E27FC236}">
                <a16:creationId xmlns:a16="http://schemas.microsoft.com/office/drawing/2014/main" id="{E8F054FF-1896-AC30-4C9B-C4C71E606C18}"/>
              </a:ext>
              <a:ext uri="{C183D7F6-B498-43B3-948B-1728B52AA6E4}">
                <adec:decorative xmlns:adec="http://schemas.microsoft.com/office/drawing/2017/decorative" val="1"/>
              </a:ext>
            </a:extLst>
          </p:cNvPr>
          <p:cNvSpPr/>
          <p:nvPr userDrawn="1"/>
        </p:nvSpPr>
        <p:spPr bwMode="white">
          <a:xfrm>
            <a:off x="8988425" y="1372552"/>
            <a:ext cx="2670176" cy="4390073"/>
          </a:xfrm>
          <a:prstGeom prst="roundRect">
            <a:avLst>
              <a:gd name="adj" fmla="val 7444"/>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9" name="Picture 2">
            <a:extLst>
              <a:ext uri="{FF2B5EF4-FFF2-40B4-BE49-F238E27FC236}">
                <a16:creationId xmlns:a16="http://schemas.microsoft.com/office/drawing/2014/main" id="{CBE910CE-B243-EFCA-083F-739AB0E2FD54}"/>
              </a:ext>
              <a:ext uri="{C183D7F6-B498-43B3-948B-1728B52AA6E4}">
                <adec:decorative xmlns:adec="http://schemas.microsoft.com/office/drawing/2017/decorative" val="0"/>
              </a:ext>
            </a:extLst>
          </p:cNvPr>
          <p:cNvSpPr>
            <a:spLocks noGrp="1"/>
          </p:cNvSpPr>
          <p:nvPr>
            <p:ph type="pic" sz="quarter" idx="31" hasCustomPrompt="1"/>
          </p:nvPr>
        </p:nvSpPr>
        <p:spPr>
          <a:xfrm>
            <a:off x="9618664" y="2343150"/>
            <a:ext cx="1409698" cy="1485900"/>
          </a:xfrm>
        </p:spPr>
        <p:txBody>
          <a:bodyPr tIns="91440" anchor="t" anchorCtr="0"/>
          <a:lstStyle>
            <a:lvl1pPr marL="0" indent="0" algn="ctr">
              <a:buNone/>
              <a:defRPr sz="1400">
                <a:latin typeface="+mj-lt"/>
              </a:defRPr>
            </a:lvl1pPr>
          </a:lstStyle>
          <a:p>
            <a:r>
              <a:rPr lang="en-US" noProof="0" dirty="0"/>
              <a:t>Icon</a:t>
            </a:r>
          </a:p>
        </p:txBody>
      </p:sp>
      <p:sp>
        <p:nvSpPr>
          <p:cNvPr id="15" name="Subhead 2">
            <a:extLst>
              <a:ext uri="{FF2B5EF4-FFF2-40B4-BE49-F238E27FC236}">
                <a16:creationId xmlns:a16="http://schemas.microsoft.com/office/drawing/2014/main" id="{143EAC0C-2663-3AAD-34E5-1033DD8E1B0A}"/>
              </a:ext>
            </a:extLst>
          </p:cNvPr>
          <p:cNvSpPr>
            <a:spLocks noGrp="1"/>
          </p:cNvSpPr>
          <p:nvPr>
            <p:ph type="body" sz="quarter" idx="28" hasCustomPrompt="1"/>
          </p:nvPr>
        </p:nvSpPr>
        <p:spPr>
          <a:xfrm>
            <a:off x="9238773" y="4592687"/>
            <a:ext cx="2210277" cy="297267"/>
          </a:xfrm>
        </p:spPr>
        <p:txBody>
          <a:bodyPr>
            <a:noAutofit/>
          </a:bodyPr>
          <a:lstStyle>
            <a:lvl1pPr marL="0" indent="0">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subhead here</a:t>
            </a:r>
          </a:p>
        </p:txBody>
      </p:sp>
      <p:sp>
        <p:nvSpPr>
          <p:cNvPr id="16" name="Text 2">
            <a:extLst>
              <a:ext uri="{FF2B5EF4-FFF2-40B4-BE49-F238E27FC236}">
                <a16:creationId xmlns:a16="http://schemas.microsoft.com/office/drawing/2014/main" id="{95CB6802-304B-6C86-41E0-77EF0EA330A2}"/>
              </a:ext>
            </a:extLst>
          </p:cNvPr>
          <p:cNvSpPr>
            <a:spLocks noGrp="1"/>
          </p:cNvSpPr>
          <p:nvPr>
            <p:ph type="body" sz="quarter" idx="29" hasCustomPrompt="1"/>
          </p:nvPr>
        </p:nvSpPr>
        <p:spPr>
          <a:xfrm>
            <a:off x="9238773" y="4976861"/>
            <a:ext cx="2210277" cy="604789"/>
          </a:xfrm>
        </p:spPr>
        <p:txBody>
          <a:bodyPr>
            <a:noAutofit/>
          </a:bodyPr>
          <a:lstStyle>
            <a:lvl1pPr marL="0" indent="0">
              <a:spcBef>
                <a:spcPts val="0"/>
              </a:spcBef>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cxnSp>
        <p:nvCxnSpPr>
          <p:cNvPr id="21" name="Straight Connector">
            <a:extLst>
              <a:ext uri="{FF2B5EF4-FFF2-40B4-BE49-F238E27FC236}">
                <a16:creationId xmlns:a16="http://schemas.microsoft.com/office/drawing/2014/main" id="{81E8F35B-BE43-51AF-93FB-43D77D24016D}"/>
              </a:ext>
              <a:ext uri="{C183D7F6-B498-43B3-948B-1728B52AA6E4}">
                <adec:decorative xmlns:adec="http://schemas.microsoft.com/office/drawing/2017/decorative" val="1"/>
              </a:ext>
            </a:extLst>
          </p:cNvPr>
          <p:cNvCxnSpPr>
            <a:cxnSpLocks/>
          </p:cNvCxnSpPr>
          <p:nvPr userDrawn="1"/>
        </p:nvCxnSpPr>
        <p:spPr bwMode="black">
          <a:xfrm flipH="1">
            <a:off x="542925" y="5762625"/>
            <a:ext cx="5087312"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pic>
        <p:nvPicPr>
          <p:cNvPr id="4" name="Pearson Logo" descr="Pearson Logo">
            <a:extLst>
              <a:ext uri="{FF2B5EF4-FFF2-40B4-BE49-F238E27FC236}">
                <a16:creationId xmlns:a16="http://schemas.microsoft.com/office/drawing/2014/main" id="{97CB2F8D-A344-42F2-84CB-97822980D5DE}"/>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58329380"/>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Image x3">
    <p:bg bwMode="ltGray">
      <p:bgPr>
        <a:solidFill>
          <a:srgbClr val="EDECF6"/>
        </a:solidFill>
        <a:effectLst/>
      </p:bgPr>
    </p:bg>
    <p:spTree>
      <p:nvGrpSpPr>
        <p:cNvPr id="1" name=""/>
        <p:cNvGrpSpPr/>
        <p:nvPr/>
      </p:nvGrpSpPr>
      <p:grpSpPr>
        <a:xfrm>
          <a:off x="0" y="0"/>
          <a:ext cx="0" cy="0"/>
          <a:chOff x="0" y="0"/>
          <a:chExt cx="0" cy="0"/>
        </a:xfrm>
      </p:grpSpPr>
      <p:sp>
        <p:nvSpPr>
          <p:cNvPr id="12" name="Section">
            <a:extLst>
              <a:ext uri="{FF2B5EF4-FFF2-40B4-BE49-F238E27FC236}">
                <a16:creationId xmlns:a16="http://schemas.microsoft.com/office/drawing/2014/main" id="{6D8160D0-6A66-0EA9-5753-2EC4FF928625}"/>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76778EDA-841E-AD19-1FC9-84797F981CD0}"/>
              </a:ext>
            </a:extLst>
          </p:cNvPr>
          <p:cNvSpPr>
            <a:spLocks noGrp="1"/>
          </p:cNvSpPr>
          <p:nvPr>
            <p:ph type="title" hasCustomPrompt="1"/>
          </p:nvPr>
        </p:nvSpPr>
        <p:spPr>
          <a:xfrm>
            <a:off x="550164" y="1370208"/>
            <a:ext cx="2802636" cy="2058791"/>
          </a:xfrm>
        </p:spPr>
        <p:txBody>
          <a:bodyPr/>
          <a:lstStyle>
            <a:lvl1pPr>
              <a:defRPr>
                <a:latin typeface="+mj-lt"/>
              </a:defRPr>
            </a:lvl1pPr>
          </a:lstStyle>
          <a:p>
            <a:r>
              <a:rPr lang="en-US" noProof="0" dirty="0"/>
              <a:t>Place headline here, lorem ipsum dolor sit </a:t>
            </a:r>
            <a:r>
              <a:rPr lang="en-US" noProof="0" dirty="0" err="1"/>
              <a:t>amet</a:t>
            </a:r>
            <a:endParaRPr lang="en-US" noProof="0" dirty="0"/>
          </a:p>
        </p:txBody>
      </p:sp>
      <p:sp>
        <p:nvSpPr>
          <p:cNvPr id="16" name="Heading 1">
            <a:extLst>
              <a:ext uri="{FF2B5EF4-FFF2-40B4-BE49-F238E27FC236}">
                <a16:creationId xmlns:a16="http://schemas.microsoft.com/office/drawing/2014/main" id="{FCC9DF55-A4B0-0465-BFCC-37DECDE5A17D}"/>
              </a:ext>
            </a:extLst>
          </p:cNvPr>
          <p:cNvSpPr>
            <a:spLocks noGrp="1"/>
          </p:cNvSpPr>
          <p:nvPr>
            <p:ph type="body" idx="32" hasCustomPrompt="1"/>
          </p:nvPr>
        </p:nvSpPr>
        <p:spPr>
          <a:xfrm>
            <a:off x="4292600" y="1372089"/>
            <a:ext cx="2350800" cy="304311"/>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a:t>
            </a:r>
          </a:p>
        </p:txBody>
      </p:sp>
      <p:sp>
        <p:nvSpPr>
          <p:cNvPr id="13" name="Subhead 1">
            <a:extLst>
              <a:ext uri="{FF2B5EF4-FFF2-40B4-BE49-F238E27FC236}">
                <a16:creationId xmlns:a16="http://schemas.microsoft.com/office/drawing/2014/main" id="{C24E80FF-3C71-1311-11AF-54A5FE1BEA79}"/>
              </a:ext>
            </a:extLst>
          </p:cNvPr>
          <p:cNvSpPr>
            <a:spLocks noGrp="1"/>
          </p:cNvSpPr>
          <p:nvPr>
            <p:ph type="body" idx="1" hasCustomPrompt="1"/>
          </p:nvPr>
        </p:nvSpPr>
        <p:spPr>
          <a:xfrm>
            <a:off x="4292600" y="1757850"/>
            <a:ext cx="2350800" cy="548285"/>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4" name="Text 1">
            <a:extLst>
              <a:ext uri="{FF2B5EF4-FFF2-40B4-BE49-F238E27FC236}">
                <a16:creationId xmlns:a16="http://schemas.microsoft.com/office/drawing/2014/main" id="{211301DE-57D3-01C0-ED02-28220C1A8546}"/>
              </a:ext>
            </a:extLst>
          </p:cNvPr>
          <p:cNvSpPr>
            <a:spLocks noGrp="1"/>
          </p:cNvSpPr>
          <p:nvPr>
            <p:ph type="body" sz="quarter" idx="38"/>
          </p:nvPr>
        </p:nvSpPr>
        <p:spPr>
          <a:xfrm>
            <a:off x="4292600" y="2438400"/>
            <a:ext cx="2350008" cy="987552"/>
          </a:xfrm>
        </p:spPr>
        <p:txBody>
          <a:bodyPr/>
          <a:lstStyle>
            <a:lvl1pPr marL="0" indent="0">
              <a:buNone/>
              <a:defRPr sz="1200">
                <a:latin typeface="+mj-lt"/>
              </a:defRPr>
            </a:lvl1pPr>
            <a:lvl2pPr>
              <a:defRPr sz="1200">
                <a:latin typeface="+mj-lt"/>
              </a:defRPr>
            </a:lvl2pPr>
            <a:lvl3pPr>
              <a:defRPr sz="1200">
                <a:latin typeface="+mj-lt"/>
              </a:defRPr>
            </a:lvl3pPr>
            <a:lvl4pPr>
              <a:defRPr sz="1200">
                <a:latin typeface="+mj-lt"/>
              </a:defRPr>
            </a:lvl4pPr>
            <a:lvl5pPr>
              <a:defRPr sz="1200">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0" name="Picture 1">
            <a:extLst>
              <a:ext uri="{FF2B5EF4-FFF2-40B4-BE49-F238E27FC236}">
                <a16:creationId xmlns:a16="http://schemas.microsoft.com/office/drawing/2014/main" id="{CD5E3A7C-88DE-1CA0-135D-D4963A01BC87}"/>
              </a:ext>
              <a:ext uri="{C183D7F6-B498-43B3-948B-1728B52AA6E4}">
                <adec:decorative xmlns:adec="http://schemas.microsoft.com/office/drawing/2017/decorative" val="1"/>
              </a:ext>
            </a:extLst>
          </p:cNvPr>
          <p:cNvSpPr>
            <a:spLocks noGrp="1"/>
          </p:cNvSpPr>
          <p:nvPr>
            <p:ph type="pic" sz="quarter" idx="35" hasCustomPrompt="1"/>
          </p:nvPr>
        </p:nvSpPr>
        <p:spPr bwMode="gray">
          <a:xfrm>
            <a:off x="4292600" y="3690938"/>
            <a:ext cx="2371437" cy="2070416"/>
          </a:xfrm>
          <a:prstGeom prst="roundRect">
            <a:avLst>
              <a:gd name="adj" fmla="val 7083"/>
            </a:avLst>
          </a:prstGeom>
          <a:solidFill>
            <a:srgbClr val="C1BFFF"/>
          </a:solidFill>
        </p:spPr>
        <p:txBody>
          <a:bodyPr tIns="91440" anchor="t" anchorCtr="0"/>
          <a:lstStyle>
            <a:lvl1pPr marL="0" indent="0" algn="ctr">
              <a:buNone/>
              <a:defRPr sz="1400">
                <a:latin typeface="+mj-lt"/>
              </a:defRPr>
            </a:lvl1pPr>
          </a:lstStyle>
          <a:p>
            <a:r>
              <a:rPr lang="en-US" noProof="0" dirty="0"/>
              <a:t>Add picture here</a:t>
            </a:r>
          </a:p>
        </p:txBody>
      </p:sp>
      <p:sp>
        <p:nvSpPr>
          <p:cNvPr id="17" name="Heading 2">
            <a:extLst>
              <a:ext uri="{FF2B5EF4-FFF2-40B4-BE49-F238E27FC236}">
                <a16:creationId xmlns:a16="http://schemas.microsoft.com/office/drawing/2014/main" id="{D6CB4244-AA07-9C62-4C0C-58EF345C3E90}"/>
              </a:ext>
            </a:extLst>
          </p:cNvPr>
          <p:cNvSpPr>
            <a:spLocks noGrp="1"/>
          </p:cNvSpPr>
          <p:nvPr>
            <p:ph type="body" idx="33" hasCustomPrompt="1"/>
          </p:nvPr>
        </p:nvSpPr>
        <p:spPr>
          <a:xfrm>
            <a:off x="6781800" y="1372089"/>
            <a:ext cx="2350800" cy="304311"/>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a:t>
            </a:r>
          </a:p>
        </p:txBody>
      </p:sp>
      <p:sp>
        <p:nvSpPr>
          <p:cNvPr id="14" name="Text Placeholder 2">
            <a:extLst>
              <a:ext uri="{FF2B5EF4-FFF2-40B4-BE49-F238E27FC236}">
                <a16:creationId xmlns:a16="http://schemas.microsoft.com/office/drawing/2014/main" id="{E7969028-00D9-D8CE-1448-621DC2F4C603}"/>
              </a:ext>
            </a:extLst>
          </p:cNvPr>
          <p:cNvSpPr>
            <a:spLocks noGrp="1"/>
          </p:cNvSpPr>
          <p:nvPr>
            <p:ph type="body" idx="30" hasCustomPrompt="1"/>
          </p:nvPr>
        </p:nvSpPr>
        <p:spPr>
          <a:xfrm>
            <a:off x="6781800" y="1757850"/>
            <a:ext cx="2350800" cy="548285"/>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5" name="Text 2">
            <a:extLst>
              <a:ext uri="{FF2B5EF4-FFF2-40B4-BE49-F238E27FC236}">
                <a16:creationId xmlns:a16="http://schemas.microsoft.com/office/drawing/2014/main" id="{29DCDE7E-D2D6-4539-E4D3-FF0231419362}"/>
              </a:ext>
            </a:extLst>
          </p:cNvPr>
          <p:cNvSpPr>
            <a:spLocks noGrp="1"/>
          </p:cNvSpPr>
          <p:nvPr>
            <p:ph type="body" sz="quarter" idx="39"/>
          </p:nvPr>
        </p:nvSpPr>
        <p:spPr>
          <a:xfrm>
            <a:off x="6782592" y="2438400"/>
            <a:ext cx="2350008" cy="987552"/>
          </a:xfrm>
        </p:spPr>
        <p:txBody>
          <a:bodyPr/>
          <a:lstStyle>
            <a:lvl1pPr marL="0" indent="0">
              <a:buNone/>
              <a:defRPr sz="1200">
                <a:latin typeface="+mj-lt"/>
              </a:defRPr>
            </a:lvl1pPr>
            <a:lvl2pPr>
              <a:defRPr sz="1200">
                <a:latin typeface="+mj-lt"/>
              </a:defRPr>
            </a:lvl2pPr>
            <a:lvl3pPr>
              <a:defRPr sz="1200">
                <a:latin typeface="+mj-lt"/>
              </a:defRPr>
            </a:lvl3pPr>
            <a:lvl4pPr>
              <a:defRPr sz="1200">
                <a:latin typeface="+mj-lt"/>
              </a:defRPr>
            </a:lvl4pPr>
            <a:lvl5pPr>
              <a:defRPr sz="1200">
                <a:latin typeface="+mj-l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Picture 2">
            <a:extLst>
              <a:ext uri="{FF2B5EF4-FFF2-40B4-BE49-F238E27FC236}">
                <a16:creationId xmlns:a16="http://schemas.microsoft.com/office/drawing/2014/main" id="{F830C16D-9055-1B3D-17DC-7E244CE846FD}"/>
              </a:ext>
              <a:ext uri="{C183D7F6-B498-43B3-948B-1728B52AA6E4}">
                <adec:decorative xmlns:adec="http://schemas.microsoft.com/office/drawing/2017/decorative" val="1"/>
              </a:ext>
            </a:extLst>
          </p:cNvPr>
          <p:cNvSpPr>
            <a:spLocks noGrp="1"/>
          </p:cNvSpPr>
          <p:nvPr>
            <p:ph type="pic" sz="quarter" idx="36" hasCustomPrompt="1"/>
          </p:nvPr>
        </p:nvSpPr>
        <p:spPr bwMode="gray">
          <a:xfrm>
            <a:off x="6781800" y="3690938"/>
            <a:ext cx="2371437" cy="2070416"/>
          </a:xfrm>
          <a:prstGeom prst="roundRect">
            <a:avLst>
              <a:gd name="adj" fmla="val 7083"/>
            </a:avLst>
          </a:prstGeom>
          <a:solidFill>
            <a:srgbClr val="C1BFFF"/>
          </a:solidFill>
        </p:spPr>
        <p:txBody>
          <a:bodyPr tIns="91440" anchor="t" anchorCtr="0"/>
          <a:lstStyle>
            <a:lvl1pPr marL="0" indent="0" algn="ctr">
              <a:buNone/>
              <a:defRPr sz="1400">
                <a:latin typeface="+mj-lt"/>
              </a:defRPr>
            </a:lvl1pPr>
          </a:lstStyle>
          <a:p>
            <a:pPr marL="0" marR="0" lvl="0" indent="0" algn="ctr"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dirty="0"/>
              <a:t>Add picture here</a:t>
            </a:r>
          </a:p>
        </p:txBody>
      </p:sp>
      <p:sp>
        <p:nvSpPr>
          <p:cNvPr id="18" name="Heading 3">
            <a:extLst>
              <a:ext uri="{FF2B5EF4-FFF2-40B4-BE49-F238E27FC236}">
                <a16:creationId xmlns:a16="http://schemas.microsoft.com/office/drawing/2014/main" id="{18D540FB-5E67-8E16-72C5-A0AE2377C3FF}"/>
              </a:ext>
            </a:extLst>
          </p:cNvPr>
          <p:cNvSpPr>
            <a:spLocks noGrp="1"/>
          </p:cNvSpPr>
          <p:nvPr>
            <p:ph type="body" idx="34" hasCustomPrompt="1"/>
          </p:nvPr>
        </p:nvSpPr>
        <p:spPr>
          <a:xfrm>
            <a:off x="9271000" y="1372089"/>
            <a:ext cx="2350800" cy="304311"/>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a:t>
            </a:r>
          </a:p>
        </p:txBody>
      </p:sp>
      <p:sp>
        <p:nvSpPr>
          <p:cNvPr id="15" name="Subhead 3">
            <a:extLst>
              <a:ext uri="{FF2B5EF4-FFF2-40B4-BE49-F238E27FC236}">
                <a16:creationId xmlns:a16="http://schemas.microsoft.com/office/drawing/2014/main" id="{99FBCCAE-BA0C-C9DC-855E-80DA005BC5DC}"/>
              </a:ext>
            </a:extLst>
          </p:cNvPr>
          <p:cNvSpPr>
            <a:spLocks noGrp="1"/>
          </p:cNvSpPr>
          <p:nvPr>
            <p:ph type="body" idx="31" hasCustomPrompt="1"/>
          </p:nvPr>
        </p:nvSpPr>
        <p:spPr>
          <a:xfrm>
            <a:off x="9271000" y="1757850"/>
            <a:ext cx="2350800" cy="548285"/>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19" name="Text 3">
            <a:extLst>
              <a:ext uri="{FF2B5EF4-FFF2-40B4-BE49-F238E27FC236}">
                <a16:creationId xmlns:a16="http://schemas.microsoft.com/office/drawing/2014/main" id="{35230D2C-AC6C-06A7-67BA-0F25A9FF4BFE}"/>
              </a:ext>
              <a:ext uri="{C183D7F6-B498-43B3-948B-1728B52AA6E4}">
                <adec:decorative xmlns:adec="http://schemas.microsoft.com/office/drawing/2017/decorative" val="0"/>
              </a:ext>
            </a:extLst>
          </p:cNvPr>
          <p:cNvSpPr>
            <a:spLocks noGrp="1"/>
          </p:cNvSpPr>
          <p:nvPr>
            <p:ph type="body" sz="quarter" idx="40"/>
          </p:nvPr>
        </p:nvSpPr>
        <p:spPr>
          <a:xfrm>
            <a:off x="9271792" y="2438400"/>
            <a:ext cx="2350008" cy="987552"/>
          </a:xfrm>
        </p:spPr>
        <p:txBody>
          <a:bodyPr/>
          <a:lstStyle>
            <a:lvl1pPr marL="0" indent="0">
              <a:buNone/>
              <a:defRPr sz="1200">
                <a:latin typeface="+mj-lt"/>
              </a:defRPr>
            </a:lvl1pPr>
            <a:lvl2pPr>
              <a:defRPr sz="1200">
                <a:latin typeface="+mj-lt"/>
              </a:defRPr>
            </a:lvl2pPr>
            <a:lvl3pPr>
              <a:defRPr sz="1200">
                <a:latin typeface="+mj-lt"/>
              </a:defRPr>
            </a:lvl3pPr>
            <a:lvl4pPr>
              <a:defRPr sz="1200">
                <a:latin typeface="+mj-lt"/>
              </a:defRPr>
            </a:lvl4pPr>
            <a:lvl5pPr>
              <a:defRPr sz="1200">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2" name="Picture 3">
            <a:extLst>
              <a:ext uri="{FF2B5EF4-FFF2-40B4-BE49-F238E27FC236}">
                <a16:creationId xmlns:a16="http://schemas.microsoft.com/office/drawing/2014/main" id="{101B21BA-09BF-23F7-1691-45384A3FECBA}"/>
              </a:ext>
              <a:ext uri="{C183D7F6-B498-43B3-948B-1728B52AA6E4}">
                <adec:decorative xmlns:adec="http://schemas.microsoft.com/office/drawing/2017/decorative" val="1"/>
              </a:ext>
            </a:extLst>
          </p:cNvPr>
          <p:cNvSpPr>
            <a:spLocks noGrp="1"/>
          </p:cNvSpPr>
          <p:nvPr>
            <p:ph type="pic" sz="quarter" idx="37" hasCustomPrompt="1"/>
          </p:nvPr>
        </p:nvSpPr>
        <p:spPr bwMode="gray">
          <a:xfrm>
            <a:off x="9272876" y="3690938"/>
            <a:ext cx="2371437" cy="2070416"/>
          </a:xfrm>
          <a:prstGeom prst="roundRect">
            <a:avLst>
              <a:gd name="adj" fmla="val 7083"/>
            </a:avLst>
          </a:prstGeom>
          <a:solidFill>
            <a:srgbClr val="C1BFFF"/>
          </a:solidFill>
        </p:spPr>
        <p:txBody>
          <a:bodyPr tIns="91440" anchor="t" anchorCtr="0"/>
          <a:lstStyle>
            <a:lvl1pPr marL="0" indent="0" algn="ctr">
              <a:buNone/>
              <a:defRPr sz="1400">
                <a:latin typeface="+mj-lt"/>
              </a:defRPr>
            </a:lvl1pPr>
          </a:lstStyle>
          <a:p>
            <a:pPr marL="0" marR="0" lvl="0" indent="0" algn="ctr"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dirty="0"/>
              <a:t>Add picture here</a:t>
            </a:r>
          </a:p>
        </p:txBody>
      </p:sp>
      <p:sp>
        <p:nvSpPr>
          <p:cNvPr id="10" name="Source">
            <a:extLst>
              <a:ext uri="{FF2B5EF4-FFF2-40B4-BE49-F238E27FC236}">
                <a16:creationId xmlns:a16="http://schemas.microsoft.com/office/drawing/2014/main" id="{49C18AD8-1E9E-29C7-276C-ED2D7C8F701E}"/>
              </a:ext>
            </a:extLst>
          </p:cNvPr>
          <p:cNvSpPr>
            <a:spLocks noGrp="1"/>
          </p:cNvSpPr>
          <p:nvPr>
            <p:ph type="body" sz="quarter" idx="14" hasCustomPrompt="1"/>
          </p:nvPr>
        </p:nvSpPr>
        <p:spPr>
          <a:xfrm>
            <a:off x="550164" y="5761354"/>
            <a:ext cx="3607200" cy="547200"/>
          </a:xfrm>
        </p:spPr>
        <p:txBody>
          <a:bodyPr anchor="b" anchorCtr="0">
            <a:noAutofit/>
          </a:bodyPr>
          <a:lstStyle>
            <a:lvl1pPr marL="0" indent="0">
              <a:spcAft>
                <a:spcPts val="0"/>
              </a:spcAft>
              <a:buNone/>
              <a:defRPr sz="800">
                <a:latin typeface="+mj-lt"/>
              </a:defRPr>
            </a:lvl1pPr>
            <a:lvl2pPr>
              <a:defRPr sz="800"/>
            </a:lvl2pPr>
            <a:lvl3pPr>
              <a:defRPr sz="800"/>
            </a:lvl3pPr>
            <a:lvl4pPr>
              <a:defRPr sz="800"/>
            </a:lvl4pPr>
            <a:lvl5pPr>
              <a:defRPr sz="800"/>
            </a:lvl5pPr>
          </a:lstStyle>
          <a:p>
            <a:pPr lvl="0"/>
            <a:r>
              <a:rPr lang="en-US" noProof="0" dirty="0"/>
              <a:t>Place source here</a:t>
            </a:r>
          </a:p>
        </p:txBody>
      </p:sp>
      <p:pic>
        <p:nvPicPr>
          <p:cNvPr id="3" name="Pearson Logo" descr="Pearson Logo">
            <a:extLst>
              <a:ext uri="{FF2B5EF4-FFF2-40B4-BE49-F238E27FC236}">
                <a16:creationId xmlns:a16="http://schemas.microsoft.com/office/drawing/2014/main" id="{C0276F1A-FEFC-7586-BAF3-0C057E531430}"/>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8167885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con with Text x4">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8" name="Title">
            <a:extLst>
              <a:ext uri="{FF2B5EF4-FFF2-40B4-BE49-F238E27FC236}">
                <a16:creationId xmlns:a16="http://schemas.microsoft.com/office/drawing/2014/main" id="{CCC3B175-A6C1-A9B9-49AF-8B01B8AACF92}"/>
              </a:ext>
            </a:extLst>
          </p:cNvPr>
          <p:cNvSpPr>
            <a:spLocks noGrp="1"/>
          </p:cNvSpPr>
          <p:nvPr>
            <p:ph type="title" hasCustomPrompt="1"/>
          </p:nvPr>
        </p:nvSpPr>
        <p:spPr>
          <a:xfrm>
            <a:off x="550164" y="552449"/>
            <a:ext cx="4542536" cy="976311"/>
          </a:xfrm>
        </p:spPr>
        <p:txBody>
          <a:bodyPr/>
          <a:lstStyle>
            <a:lvl1pPr>
              <a:defRPr>
                <a:latin typeface="+mj-lt"/>
              </a:defRPr>
            </a:lvl1pPr>
          </a:lstStyle>
          <a:p>
            <a:r>
              <a:rPr lang="en-US" noProof="0" dirty="0"/>
              <a:t>Place headline here</a:t>
            </a:r>
          </a:p>
        </p:txBody>
      </p:sp>
      <p:sp>
        <p:nvSpPr>
          <p:cNvPr id="26" name="Text">
            <a:extLst>
              <a:ext uri="{FF2B5EF4-FFF2-40B4-BE49-F238E27FC236}">
                <a16:creationId xmlns:a16="http://schemas.microsoft.com/office/drawing/2014/main" id="{AE8F69D7-C01C-2736-60D1-59C628C1DC6F}"/>
              </a:ext>
            </a:extLst>
          </p:cNvPr>
          <p:cNvSpPr>
            <a:spLocks noGrp="1"/>
          </p:cNvSpPr>
          <p:nvPr>
            <p:ph type="body" sz="quarter" idx="39" hasCustomPrompt="1"/>
          </p:nvPr>
        </p:nvSpPr>
        <p:spPr>
          <a:xfrm>
            <a:off x="6175375" y="555308"/>
            <a:ext cx="5465763" cy="976312"/>
          </a:xfrm>
        </p:spPr>
        <p:txBody>
          <a:bodyPr/>
          <a:lstStyle>
            <a:lvl1pPr marL="0" indent="0">
              <a:spcAft>
                <a:spcPts val="600"/>
              </a:spcAft>
              <a:buNone/>
              <a:defRPr sz="1400">
                <a:latin typeface="+mj-lt"/>
              </a:defRPr>
            </a:lvl1pPr>
            <a:lvl2pPr>
              <a:defRPr sz="1400"/>
            </a:lvl2pPr>
            <a:lvl3pPr>
              <a:defRPr sz="1400"/>
            </a:lvl3pPr>
          </a:lstStyle>
          <a:p>
            <a:pPr lvl="0"/>
            <a:r>
              <a:rPr lang="en-US" noProof="0" dirty="0"/>
              <a:t>Optional text here</a:t>
            </a:r>
          </a:p>
        </p:txBody>
      </p:sp>
      <p:sp>
        <p:nvSpPr>
          <p:cNvPr id="10" name="Rounded Rectangle 1">
            <a:extLst>
              <a:ext uri="{FF2B5EF4-FFF2-40B4-BE49-F238E27FC236}">
                <a16:creationId xmlns:a16="http://schemas.microsoft.com/office/drawing/2014/main" id="{2EFEAFF7-1BCF-6F35-8A3A-612509CA852A}"/>
              </a:ext>
              <a:ext uri="{C183D7F6-B498-43B3-948B-1728B52AA6E4}">
                <adec:decorative xmlns:adec="http://schemas.microsoft.com/office/drawing/2017/decorative" val="1"/>
              </a:ext>
            </a:extLst>
          </p:cNvPr>
          <p:cNvSpPr/>
          <p:nvPr userDrawn="1"/>
        </p:nvSpPr>
        <p:spPr bwMode="white">
          <a:xfrm>
            <a:off x="550164" y="2043113"/>
            <a:ext cx="2670176" cy="3992562"/>
          </a:xfrm>
          <a:prstGeom prst="roundRect">
            <a:avLst>
              <a:gd name="adj" fmla="val 7444"/>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7" name="Icon 1">
            <a:extLst>
              <a:ext uri="{FF2B5EF4-FFF2-40B4-BE49-F238E27FC236}">
                <a16:creationId xmlns:a16="http://schemas.microsoft.com/office/drawing/2014/main" id="{B6B292F9-D8AD-EF72-DDBF-4496080E9D4F}"/>
              </a:ext>
              <a:ext uri="{C183D7F6-B498-43B3-948B-1728B52AA6E4}">
                <adec:decorative xmlns:adec="http://schemas.microsoft.com/office/drawing/2017/decorative" val="0"/>
              </a:ext>
            </a:extLst>
          </p:cNvPr>
          <p:cNvSpPr>
            <a:spLocks noGrp="1"/>
          </p:cNvSpPr>
          <p:nvPr>
            <p:ph type="pic" sz="quarter" idx="34" hasCustomPrompt="1"/>
          </p:nvPr>
        </p:nvSpPr>
        <p:spPr>
          <a:xfrm>
            <a:off x="1356912" y="2343150"/>
            <a:ext cx="1056680" cy="1085850"/>
          </a:xfrm>
        </p:spPr>
        <p:txBody>
          <a:bodyPr tIns="91440" anchor="t" anchorCtr="0"/>
          <a:lstStyle>
            <a:lvl1pPr marL="0" indent="0" algn="ctr">
              <a:buNone/>
              <a:defRPr sz="1400">
                <a:latin typeface="+mj-lt"/>
              </a:defRPr>
            </a:lvl1pPr>
          </a:lstStyle>
          <a:p>
            <a:r>
              <a:rPr lang="en-US" noProof="0" dirty="0"/>
              <a:t>Icon</a:t>
            </a:r>
          </a:p>
        </p:txBody>
      </p:sp>
      <p:sp>
        <p:nvSpPr>
          <p:cNvPr id="18" name="Subhead 1">
            <a:extLst>
              <a:ext uri="{FF2B5EF4-FFF2-40B4-BE49-F238E27FC236}">
                <a16:creationId xmlns:a16="http://schemas.microsoft.com/office/drawing/2014/main" id="{55B83152-ADD7-0AED-3C4F-A4DF6116F8AC}"/>
              </a:ext>
            </a:extLst>
          </p:cNvPr>
          <p:cNvSpPr>
            <a:spLocks noGrp="1"/>
          </p:cNvSpPr>
          <p:nvPr>
            <p:ph type="body" sz="quarter" idx="35" hasCustomPrompt="1"/>
          </p:nvPr>
        </p:nvSpPr>
        <p:spPr>
          <a:xfrm>
            <a:off x="780114" y="3802112"/>
            <a:ext cx="2210277" cy="474613"/>
          </a:xfrm>
        </p:spPr>
        <p:txBody>
          <a:bodyPr>
            <a:noAutofit/>
          </a:bodyPr>
          <a:lstStyle>
            <a:lvl1pPr marL="0" indent="0" algn="ctr">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subhead here</a:t>
            </a:r>
          </a:p>
        </p:txBody>
      </p:sp>
      <p:sp>
        <p:nvSpPr>
          <p:cNvPr id="21" name="Text 1">
            <a:extLst>
              <a:ext uri="{FF2B5EF4-FFF2-40B4-BE49-F238E27FC236}">
                <a16:creationId xmlns:a16="http://schemas.microsoft.com/office/drawing/2014/main" id="{067F0016-B52D-5B0A-DD08-D8FFF0B73706}"/>
              </a:ext>
            </a:extLst>
          </p:cNvPr>
          <p:cNvSpPr>
            <a:spLocks noGrp="1"/>
          </p:cNvSpPr>
          <p:nvPr>
            <p:ph type="body" sz="quarter" idx="36" hasCustomPrompt="1"/>
          </p:nvPr>
        </p:nvSpPr>
        <p:spPr>
          <a:xfrm>
            <a:off x="780114" y="4462737"/>
            <a:ext cx="2210277" cy="1299888"/>
          </a:xfrm>
        </p:spPr>
        <p:txBody>
          <a:bodyPr>
            <a:noAutofit/>
          </a:bodyPr>
          <a:lstStyle>
            <a:lvl1pPr marL="0" indent="0" algn="ctr">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sp>
        <p:nvSpPr>
          <p:cNvPr id="11" name="Rounded Rectangle 2">
            <a:extLst>
              <a:ext uri="{FF2B5EF4-FFF2-40B4-BE49-F238E27FC236}">
                <a16:creationId xmlns:a16="http://schemas.microsoft.com/office/drawing/2014/main" id="{495E6F94-51D0-D538-C0B1-65664DCD34EB}"/>
              </a:ext>
              <a:ext uri="{C183D7F6-B498-43B3-948B-1728B52AA6E4}">
                <adec:decorative xmlns:adec="http://schemas.microsoft.com/office/drawing/2017/decorative" val="1"/>
              </a:ext>
            </a:extLst>
          </p:cNvPr>
          <p:cNvSpPr/>
          <p:nvPr userDrawn="1"/>
        </p:nvSpPr>
        <p:spPr bwMode="white">
          <a:xfrm>
            <a:off x="3362918" y="2043113"/>
            <a:ext cx="2670176" cy="3992562"/>
          </a:xfrm>
          <a:prstGeom prst="roundRect">
            <a:avLst>
              <a:gd name="adj" fmla="val 7444"/>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4" name="Icon 2">
            <a:extLst>
              <a:ext uri="{FF2B5EF4-FFF2-40B4-BE49-F238E27FC236}">
                <a16:creationId xmlns:a16="http://schemas.microsoft.com/office/drawing/2014/main" id="{2A6FE9EC-DA49-BB4D-8AEF-C6555B1C060D}"/>
              </a:ext>
              <a:ext uri="{C183D7F6-B498-43B3-948B-1728B52AA6E4}">
                <adec:decorative xmlns:adec="http://schemas.microsoft.com/office/drawing/2017/decorative" val="0"/>
              </a:ext>
            </a:extLst>
          </p:cNvPr>
          <p:cNvSpPr>
            <a:spLocks noGrp="1"/>
          </p:cNvSpPr>
          <p:nvPr>
            <p:ph type="pic" sz="quarter" idx="33" hasCustomPrompt="1"/>
          </p:nvPr>
        </p:nvSpPr>
        <p:spPr>
          <a:xfrm>
            <a:off x="4169666" y="2343150"/>
            <a:ext cx="1056680" cy="1085850"/>
          </a:xfrm>
        </p:spPr>
        <p:txBody>
          <a:bodyPr tIns="91440" anchor="t" anchorCtr="0"/>
          <a:lstStyle>
            <a:lvl1pPr marL="0" indent="0" algn="ctr">
              <a:buNone/>
              <a:defRPr sz="1400">
                <a:latin typeface="+mj-lt"/>
              </a:defRPr>
            </a:lvl1pPr>
          </a:lstStyle>
          <a:p>
            <a:r>
              <a:rPr lang="en-US" noProof="0" dirty="0"/>
              <a:t>Icon</a:t>
            </a:r>
          </a:p>
        </p:txBody>
      </p:sp>
      <p:sp>
        <p:nvSpPr>
          <p:cNvPr id="22" name="Subhead 2">
            <a:extLst>
              <a:ext uri="{FF2B5EF4-FFF2-40B4-BE49-F238E27FC236}">
                <a16:creationId xmlns:a16="http://schemas.microsoft.com/office/drawing/2014/main" id="{91837B59-DCFA-3E4B-7125-CD39136FFE4E}"/>
              </a:ext>
            </a:extLst>
          </p:cNvPr>
          <p:cNvSpPr>
            <a:spLocks noGrp="1"/>
          </p:cNvSpPr>
          <p:nvPr>
            <p:ph type="body" sz="quarter" idx="37" hasCustomPrompt="1"/>
          </p:nvPr>
        </p:nvSpPr>
        <p:spPr>
          <a:xfrm>
            <a:off x="3592868" y="3802112"/>
            <a:ext cx="2210277" cy="474613"/>
          </a:xfrm>
        </p:spPr>
        <p:txBody>
          <a:bodyPr>
            <a:noAutofit/>
          </a:bodyPr>
          <a:lstStyle>
            <a:lvl1pPr marL="0" indent="0" algn="ctr">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subhead here</a:t>
            </a:r>
          </a:p>
        </p:txBody>
      </p:sp>
      <p:sp>
        <p:nvSpPr>
          <p:cNvPr id="23" name="Text 2">
            <a:extLst>
              <a:ext uri="{FF2B5EF4-FFF2-40B4-BE49-F238E27FC236}">
                <a16:creationId xmlns:a16="http://schemas.microsoft.com/office/drawing/2014/main" id="{520718D3-0668-0658-D8CF-02B240D60C0C}"/>
              </a:ext>
            </a:extLst>
          </p:cNvPr>
          <p:cNvSpPr>
            <a:spLocks noGrp="1"/>
          </p:cNvSpPr>
          <p:nvPr>
            <p:ph type="body" sz="quarter" idx="38" hasCustomPrompt="1"/>
          </p:nvPr>
        </p:nvSpPr>
        <p:spPr>
          <a:xfrm>
            <a:off x="3592868" y="4462737"/>
            <a:ext cx="2210277" cy="1299888"/>
          </a:xfrm>
        </p:spPr>
        <p:txBody>
          <a:bodyPr>
            <a:noAutofit/>
          </a:bodyPr>
          <a:lstStyle>
            <a:lvl1pPr marL="0" indent="0" algn="ctr">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sp>
        <p:nvSpPr>
          <p:cNvPr id="2" name="Rounded Rectangle 3">
            <a:extLst>
              <a:ext uri="{FF2B5EF4-FFF2-40B4-BE49-F238E27FC236}">
                <a16:creationId xmlns:a16="http://schemas.microsoft.com/office/drawing/2014/main" id="{60C38BEE-570B-9B3A-5F52-DA6234A53C6B}"/>
              </a:ext>
              <a:ext uri="{C183D7F6-B498-43B3-948B-1728B52AA6E4}">
                <adec:decorative xmlns:adec="http://schemas.microsoft.com/office/drawing/2017/decorative" val="1"/>
              </a:ext>
            </a:extLst>
          </p:cNvPr>
          <p:cNvSpPr/>
          <p:nvPr userDrawn="1"/>
        </p:nvSpPr>
        <p:spPr bwMode="white">
          <a:xfrm>
            <a:off x="6175672" y="2043113"/>
            <a:ext cx="2670176" cy="3992562"/>
          </a:xfrm>
          <a:prstGeom prst="roundRect">
            <a:avLst>
              <a:gd name="adj" fmla="val 7444"/>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0" name="Icon 3">
            <a:extLst>
              <a:ext uri="{FF2B5EF4-FFF2-40B4-BE49-F238E27FC236}">
                <a16:creationId xmlns:a16="http://schemas.microsoft.com/office/drawing/2014/main" id="{5CE683B9-5ED7-85F9-3A8C-ABA72F9D3440}"/>
              </a:ext>
              <a:ext uri="{C183D7F6-B498-43B3-948B-1728B52AA6E4}">
                <adec:decorative xmlns:adec="http://schemas.microsoft.com/office/drawing/2017/decorative" val="0"/>
              </a:ext>
            </a:extLst>
          </p:cNvPr>
          <p:cNvSpPr>
            <a:spLocks noGrp="1"/>
          </p:cNvSpPr>
          <p:nvPr>
            <p:ph type="pic" sz="quarter" idx="32" hasCustomPrompt="1"/>
          </p:nvPr>
        </p:nvSpPr>
        <p:spPr>
          <a:xfrm>
            <a:off x="6982420" y="2343150"/>
            <a:ext cx="1056680" cy="1085850"/>
          </a:xfrm>
        </p:spPr>
        <p:txBody>
          <a:bodyPr tIns="91440" anchor="t" anchorCtr="0"/>
          <a:lstStyle>
            <a:lvl1pPr marL="0" indent="0" algn="ctr">
              <a:buNone/>
              <a:defRPr sz="1400">
                <a:latin typeface="+mj-lt"/>
              </a:defRPr>
            </a:lvl1pPr>
          </a:lstStyle>
          <a:p>
            <a:r>
              <a:rPr lang="en-US" noProof="0"/>
              <a:t>Icon</a:t>
            </a:r>
          </a:p>
        </p:txBody>
      </p:sp>
      <p:sp>
        <p:nvSpPr>
          <p:cNvPr id="12" name="Subhead 3">
            <a:extLst>
              <a:ext uri="{FF2B5EF4-FFF2-40B4-BE49-F238E27FC236}">
                <a16:creationId xmlns:a16="http://schemas.microsoft.com/office/drawing/2014/main" id="{53598A90-7BE2-0D82-0FCF-005EE8458977}"/>
              </a:ext>
            </a:extLst>
          </p:cNvPr>
          <p:cNvSpPr>
            <a:spLocks noGrp="1"/>
          </p:cNvSpPr>
          <p:nvPr>
            <p:ph type="body" sz="quarter" idx="20" hasCustomPrompt="1"/>
          </p:nvPr>
        </p:nvSpPr>
        <p:spPr>
          <a:xfrm>
            <a:off x="6405622" y="3802112"/>
            <a:ext cx="2210277" cy="474613"/>
          </a:xfrm>
        </p:spPr>
        <p:txBody>
          <a:bodyPr>
            <a:noAutofit/>
          </a:bodyPr>
          <a:lstStyle>
            <a:lvl1pPr marL="0" indent="0" algn="ctr">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subhead here</a:t>
            </a:r>
          </a:p>
        </p:txBody>
      </p:sp>
      <p:sp>
        <p:nvSpPr>
          <p:cNvPr id="13" name="Text 3">
            <a:extLst>
              <a:ext uri="{FF2B5EF4-FFF2-40B4-BE49-F238E27FC236}">
                <a16:creationId xmlns:a16="http://schemas.microsoft.com/office/drawing/2014/main" id="{E8F4AB40-5736-AD5A-95C8-7BCC8DCBDAB9}"/>
              </a:ext>
            </a:extLst>
          </p:cNvPr>
          <p:cNvSpPr>
            <a:spLocks noGrp="1"/>
          </p:cNvSpPr>
          <p:nvPr>
            <p:ph type="body" sz="quarter" idx="16" hasCustomPrompt="1"/>
          </p:nvPr>
        </p:nvSpPr>
        <p:spPr>
          <a:xfrm>
            <a:off x="6405622" y="4462737"/>
            <a:ext cx="2210277" cy="1299888"/>
          </a:xfrm>
        </p:spPr>
        <p:txBody>
          <a:bodyPr>
            <a:noAutofit/>
          </a:bodyPr>
          <a:lstStyle>
            <a:lvl1pPr marL="0" indent="0" algn="ctr">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sp>
        <p:nvSpPr>
          <p:cNvPr id="5" name="Rounded Rectangle 4">
            <a:extLst>
              <a:ext uri="{FF2B5EF4-FFF2-40B4-BE49-F238E27FC236}">
                <a16:creationId xmlns:a16="http://schemas.microsoft.com/office/drawing/2014/main" id="{E8F054FF-1896-AC30-4C9B-C4C71E606C18}"/>
              </a:ext>
              <a:ext uri="{C183D7F6-B498-43B3-948B-1728B52AA6E4}">
                <adec:decorative xmlns:adec="http://schemas.microsoft.com/office/drawing/2017/decorative" val="1"/>
              </a:ext>
            </a:extLst>
          </p:cNvPr>
          <p:cNvSpPr/>
          <p:nvPr userDrawn="1"/>
        </p:nvSpPr>
        <p:spPr bwMode="white">
          <a:xfrm>
            <a:off x="8988425" y="2043113"/>
            <a:ext cx="2670176" cy="3992562"/>
          </a:xfrm>
          <a:prstGeom prst="roundRect">
            <a:avLst>
              <a:gd name="adj" fmla="val 7444"/>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9" name="Icon 4">
            <a:extLst>
              <a:ext uri="{FF2B5EF4-FFF2-40B4-BE49-F238E27FC236}">
                <a16:creationId xmlns:a16="http://schemas.microsoft.com/office/drawing/2014/main" id="{CBE910CE-B243-EFCA-083F-739AB0E2FD54}"/>
              </a:ext>
              <a:ext uri="{C183D7F6-B498-43B3-948B-1728B52AA6E4}">
                <adec:decorative xmlns:adec="http://schemas.microsoft.com/office/drawing/2017/decorative" val="0"/>
              </a:ext>
            </a:extLst>
          </p:cNvPr>
          <p:cNvSpPr>
            <a:spLocks noGrp="1"/>
          </p:cNvSpPr>
          <p:nvPr>
            <p:ph type="pic" sz="quarter" idx="31" hasCustomPrompt="1"/>
          </p:nvPr>
        </p:nvSpPr>
        <p:spPr>
          <a:xfrm>
            <a:off x="9795173" y="2343150"/>
            <a:ext cx="1056680" cy="1085850"/>
          </a:xfrm>
        </p:spPr>
        <p:txBody>
          <a:bodyPr tIns="91440" anchor="t" anchorCtr="0"/>
          <a:lstStyle>
            <a:lvl1pPr marL="0" indent="0" algn="ctr">
              <a:buNone/>
              <a:defRPr sz="1400">
                <a:latin typeface="+mj-lt"/>
              </a:defRPr>
            </a:lvl1pPr>
          </a:lstStyle>
          <a:p>
            <a:r>
              <a:rPr lang="en-US" noProof="0"/>
              <a:t>Icon</a:t>
            </a:r>
          </a:p>
        </p:txBody>
      </p:sp>
      <p:sp>
        <p:nvSpPr>
          <p:cNvPr id="15" name="Subhead 4">
            <a:extLst>
              <a:ext uri="{FF2B5EF4-FFF2-40B4-BE49-F238E27FC236}">
                <a16:creationId xmlns:a16="http://schemas.microsoft.com/office/drawing/2014/main" id="{143EAC0C-2663-3AAD-34E5-1033DD8E1B0A}"/>
              </a:ext>
            </a:extLst>
          </p:cNvPr>
          <p:cNvSpPr>
            <a:spLocks noGrp="1"/>
          </p:cNvSpPr>
          <p:nvPr>
            <p:ph type="body" sz="quarter" idx="28" hasCustomPrompt="1"/>
          </p:nvPr>
        </p:nvSpPr>
        <p:spPr>
          <a:xfrm>
            <a:off x="9218375" y="3802112"/>
            <a:ext cx="2210277" cy="474613"/>
          </a:xfrm>
        </p:spPr>
        <p:txBody>
          <a:bodyPr>
            <a:noAutofit/>
          </a:bodyPr>
          <a:lstStyle>
            <a:lvl1pPr marL="0" indent="0" algn="ctr">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subhead here</a:t>
            </a:r>
          </a:p>
        </p:txBody>
      </p:sp>
      <p:sp>
        <p:nvSpPr>
          <p:cNvPr id="16" name="Text 4">
            <a:extLst>
              <a:ext uri="{FF2B5EF4-FFF2-40B4-BE49-F238E27FC236}">
                <a16:creationId xmlns:a16="http://schemas.microsoft.com/office/drawing/2014/main" id="{95CB6802-304B-6C86-41E0-77EF0EA330A2}"/>
              </a:ext>
            </a:extLst>
          </p:cNvPr>
          <p:cNvSpPr>
            <a:spLocks noGrp="1"/>
          </p:cNvSpPr>
          <p:nvPr>
            <p:ph type="body" sz="quarter" idx="29" hasCustomPrompt="1"/>
          </p:nvPr>
        </p:nvSpPr>
        <p:spPr>
          <a:xfrm>
            <a:off x="9218375" y="4462737"/>
            <a:ext cx="2210277" cy="1299888"/>
          </a:xfrm>
        </p:spPr>
        <p:txBody>
          <a:bodyPr>
            <a:noAutofit/>
          </a:bodyPr>
          <a:lstStyle>
            <a:lvl1pPr marL="0" indent="0" algn="ctr">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text here</a:t>
            </a:r>
          </a:p>
        </p:txBody>
      </p:sp>
      <p:pic>
        <p:nvPicPr>
          <p:cNvPr id="4" name="Pearson Logo" descr="Pearson Logo">
            <a:extLst>
              <a:ext uri="{FF2B5EF4-FFF2-40B4-BE49-F238E27FC236}">
                <a16:creationId xmlns:a16="http://schemas.microsoft.com/office/drawing/2014/main" id="{62386E20-993B-2288-2756-EFFC18C75275}"/>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990127374"/>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con with Data and Text x6">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8" name="Title">
            <a:extLst>
              <a:ext uri="{FF2B5EF4-FFF2-40B4-BE49-F238E27FC236}">
                <a16:creationId xmlns:a16="http://schemas.microsoft.com/office/drawing/2014/main" id="{CCC3B175-A6C1-A9B9-49AF-8B01B8AACF92}"/>
              </a:ext>
            </a:extLst>
          </p:cNvPr>
          <p:cNvSpPr>
            <a:spLocks noGrp="1"/>
          </p:cNvSpPr>
          <p:nvPr>
            <p:ph type="title" hasCustomPrompt="1"/>
          </p:nvPr>
        </p:nvSpPr>
        <p:spPr>
          <a:xfrm>
            <a:off x="550164" y="1099649"/>
            <a:ext cx="3744024" cy="2020922"/>
          </a:xfrm>
        </p:spPr>
        <p:txBody>
          <a:bodyPr/>
          <a:lstStyle>
            <a:lvl1pPr>
              <a:defRPr>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br>
              <a:rPr lang="en-US" noProof="0" dirty="0"/>
            </a:br>
            <a:endParaRPr lang="en-US" noProof="0" dirty="0"/>
          </a:p>
        </p:txBody>
      </p:sp>
      <p:sp>
        <p:nvSpPr>
          <p:cNvPr id="9" name="Text">
            <a:extLst>
              <a:ext uri="{FF2B5EF4-FFF2-40B4-BE49-F238E27FC236}">
                <a16:creationId xmlns:a16="http://schemas.microsoft.com/office/drawing/2014/main" id="{52EB67A3-1158-7468-9546-6C1E7A02846B}"/>
              </a:ext>
            </a:extLst>
          </p:cNvPr>
          <p:cNvSpPr>
            <a:spLocks noGrp="1"/>
          </p:cNvSpPr>
          <p:nvPr>
            <p:ph type="body" sz="quarter" idx="28"/>
          </p:nvPr>
        </p:nvSpPr>
        <p:spPr>
          <a:xfrm>
            <a:off x="550164" y="3439478"/>
            <a:ext cx="3605276" cy="2323147"/>
          </a:xfrm>
        </p:spPr>
        <p:txBody>
          <a:bodyPr/>
          <a:lstStyle>
            <a:lvl1pPr marL="0" indent="0">
              <a:buNone/>
              <a:defRPr sz="1400">
                <a:latin typeface="+mj-lt"/>
                <a:cs typeface="Segoe UI" panose="020B0502040204020203" pitchFamily="34" charset="0"/>
              </a:defRPr>
            </a:lvl1pPr>
            <a:lvl2pPr>
              <a:defRPr sz="1400">
                <a:latin typeface="+mj-lt"/>
                <a:cs typeface="Segoe UI" panose="020B0502040204020203" pitchFamily="34" charset="0"/>
              </a:defRPr>
            </a:lvl2pPr>
            <a:lvl3pPr>
              <a:defRPr sz="1400">
                <a:latin typeface="+mj-lt"/>
                <a:cs typeface="Segoe UI" panose="020B0502040204020203" pitchFamily="34" charset="0"/>
              </a:defRPr>
            </a:lvl3pPr>
            <a:lvl4pPr>
              <a:defRPr sz="1400">
                <a:latin typeface="+mj-lt"/>
                <a:cs typeface="Segoe UI" panose="020B0502040204020203" pitchFamily="34" charset="0"/>
              </a:defRPr>
            </a:lvl4pPr>
            <a:lvl5pPr>
              <a:defRPr sz="1400">
                <a:latin typeface="+mj-lt"/>
                <a:cs typeface="Segoe UI" panose="020B0502040204020203"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1" name="Icon 1">
            <a:extLst>
              <a:ext uri="{FF2B5EF4-FFF2-40B4-BE49-F238E27FC236}">
                <a16:creationId xmlns:a16="http://schemas.microsoft.com/office/drawing/2014/main" id="{F2A5A3F4-4808-397D-48E8-CF20D2EFF222}"/>
              </a:ext>
              <a:ext uri="{C183D7F6-B498-43B3-948B-1728B52AA6E4}">
                <adec:decorative xmlns:adec="http://schemas.microsoft.com/office/drawing/2017/decorative" val="1"/>
              </a:ext>
            </a:extLst>
          </p:cNvPr>
          <p:cNvSpPr>
            <a:spLocks noGrp="1"/>
          </p:cNvSpPr>
          <p:nvPr>
            <p:ph type="pic" sz="quarter" idx="38" hasCustomPrompt="1"/>
          </p:nvPr>
        </p:nvSpPr>
        <p:spPr>
          <a:xfrm>
            <a:off x="5229225" y="975361"/>
            <a:ext cx="530352" cy="527684"/>
          </a:xfrm>
        </p:spPr>
        <p:txBody>
          <a:bodyPr anchor="ctr"/>
          <a:lstStyle>
            <a:lvl1pPr marL="0" indent="0" algn="ctr">
              <a:buNone/>
              <a:defRPr sz="1000">
                <a:latin typeface="+mj-lt"/>
              </a:defRPr>
            </a:lvl1pPr>
          </a:lstStyle>
          <a:p>
            <a:r>
              <a:rPr lang="en-US" noProof="0"/>
              <a:t>Icon</a:t>
            </a:r>
          </a:p>
        </p:txBody>
      </p:sp>
      <p:sp>
        <p:nvSpPr>
          <p:cNvPr id="27" name="Emphasis 1">
            <a:extLst>
              <a:ext uri="{FF2B5EF4-FFF2-40B4-BE49-F238E27FC236}">
                <a16:creationId xmlns:a16="http://schemas.microsoft.com/office/drawing/2014/main" id="{C8752E3E-0299-C78C-05F6-C9B2DC605D6D}"/>
              </a:ext>
            </a:extLst>
          </p:cNvPr>
          <p:cNvSpPr>
            <a:spLocks noGrp="1"/>
          </p:cNvSpPr>
          <p:nvPr>
            <p:ph type="body" sz="quarter" idx="37" hasCustomPrompt="1"/>
          </p:nvPr>
        </p:nvSpPr>
        <p:spPr>
          <a:xfrm>
            <a:off x="5229226" y="1739172"/>
            <a:ext cx="1733550" cy="463279"/>
          </a:xfrm>
        </p:spPr>
        <p:txBody>
          <a:bodyPr>
            <a:noAutofit/>
          </a:bodyPr>
          <a:lstStyle>
            <a:lvl1pPr marL="0" indent="0" algn="l">
              <a:spcBef>
                <a:spcPts val="0"/>
              </a:spcBef>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XX%</a:t>
            </a:r>
          </a:p>
        </p:txBody>
      </p:sp>
      <p:sp>
        <p:nvSpPr>
          <p:cNvPr id="25" name="Text 1">
            <a:extLst>
              <a:ext uri="{FF2B5EF4-FFF2-40B4-BE49-F238E27FC236}">
                <a16:creationId xmlns:a16="http://schemas.microsoft.com/office/drawing/2014/main" id="{F29B448F-A00D-AC03-E3EC-F9C365BCF133}"/>
              </a:ext>
            </a:extLst>
          </p:cNvPr>
          <p:cNvSpPr>
            <a:spLocks noGrp="1"/>
          </p:cNvSpPr>
          <p:nvPr>
            <p:ph type="body" sz="quarter" idx="36" hasCustomPrompt="1"/>
          </p:nvPr>
        </p:nvSpPr>
        <p:spPr>
          <a:xfrm>
            <a:off x="5229226" y="2272301"/>
            <a:ext cx="1733550" cy="463279"/>
          </a:xfrm>
        </p:spPr>
        <p:txBody>
          <a:bodyPr>
            <a:noAutofit/>
          </a:bodyPr>
          <a:lstStyle>
            <a:lvl1pPr marL="0" indent="0" algn="l">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cxnSp>
        <p:nvCxnSpPr>
          <p:cNvPr id="32" name="Straight Connector 1">
            <a:extLst>
              <a:ext uri="{FF2B5EF4-FFF2-40B4-BE49-F238E27FC236}">
                <a16:creationId xmlns:a16="http://schemas.microsoft.com/office/drawing/2014/main" id="{F61870AD-064A-A25B-3654-367A2F00A5D6}"/>
              </a:ext>
              <a:ext uri="{C183D7F6-B498-43B3-948B-1728B52AA6E4}">
                <adec:decorative xmlns:adec="http://schemas.microsoft.com/office/drawing/2017/decorative" val="1"/>
              </a:ext>
            </a:extLst>
          </p:cNvPr>
          <p:cNvCxnSpPr>
            <a:cxnSpLocks/>
          </p:cNvCxnSpPr>
          <p:nvPr userDrawn="1"/>
        </p:nvCxnSpPr>
        <p:spPr bwMode="black">
          <a:xfrm>
            <a:off x="5231606" y="2866553"/>
            <a:ext cx="1729606"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43" name="Icon 2">
            <a:extLst>
              <a:ext uri="{FF2B5EF4-FFF2-40B4-BE49-F238E27FC236}">
                <a16:creationId xmlns:a16="http://schemas.microsoft.com/office/drawing/2014/main" id="{12D1BF41-778F-E1B9-CC2E-54294AF8BA5A}"/>
              </a:ext>
              <a:ext uri="{C183D7F6-B498-43B3-948B-1728B52AA6E4}">
                <adec:decorative xmlns:adec="http://schemas.microsoft.com/office/drawing/2017/decorative" val="1"/>
              </a:ext>
            </a:extLst>
          </p:cNvPr>
          <p:cNvSpPr>
            <a:spLocks noGrp="1"/>
          </p:cNvSpPr>
          <p:nvPr>
            <p:ph type="pic" sz="quarter" idx="41" hasCustomPrompt="1"/>
          </p:nvPr>
        </p:nvSpPr>
        <p:spPr>
          <a:xfrm>
            <a:off x="7103711" y="975361"/>
            <a:ext cx="530352" cy="527684"/>
          </a:xfrm>
        </p:spPr>
        <p:txBody>
          <a:bodyPr anchor="ctr"/>
          <a:lstStyle>
            <a:lvl1pPr marL="0" indent="0" algn="ctr">
              <a:buNone/>
              <a:defRPr sz="1000">
                <a:latin typeface="+mj-lt"/>
              </a:defRPr>
            </a:lvl1pPr>
          </a:lstStyle>
          <a:p>
            <a:r>
              <a:rPr lang="en-US" noProof="0"/>
              <a:t>Icon</a:t>
            </a:r>
          </a:p>
        </p:txBody>
      </p:sp>
      <p:sp>
        <p:nvSpPr>
          <p:cNvPr id="42" name="Emphasis 2">
            <a:extLst>
              <a:ext uri="{FF2B5EF4-FFF2-40B4-BE49-F238E27FC236}">
                <a16:creationId xmlns:a16="http://schemas.microsoft.com/office/drawing/2014/main" id="{A1E9CC9D-5303-786B-46EF-FFA257750B54}"/>
              </a:ext>
            </a:extLst>
          </p:cNvPr>
          <p:cNvSpPr>
            <a:spLocks noGrp="1"/>
          </p:cNvSpPr>
          <p:nvPr>
            <p:ph type="body" sz="quarter" idx="40" hasCustomPrompt="1"/>
          </p:nvPr>
        </p:nvSpPr>
        <p:spPr>
          <a:xfrm>
            <a:off x="7103711" y="1739172"/>
            <a:ext cx="1733550" cy="463279"/>
          </a:xfrm>
        </p:spPr>
        <p:txBody>
          <a:bodyPr>
            <a:noAutofit/>
          </a:bodyPr>
          <a:lstStyle>
            <a:lvl1pPr marL="0" indent="0" algn="l">
              <a:spcBef>
                <a:spcPts val="0"/>
              </a:spcBef>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XX%</a:t>
            </a:r>
          </a:p>
        </p:txBody>
      </p:sp>
      <p:sp>
        <p:nvSpPr>
          <p:cNvPr id="41" name="Text 2">
            <a:extLst>
              <a:ext uri="{FF2B5EF4-FFF2-40B4-BE49-F238E27FC236}">
                <a16:creationId xmlns:a16="http://schemas.microsoft.com/office/drawing/2014/main" id="{7BEB8C32-2907-6D69-ACAF-6D5F4D6F7A74}"/>
              </a:ext>
            </a:extLst>
          </p:cNvPr>
          <p:cNvSpPr>
            <a:spLocks noGrp="1"/>
          </p:cNvSpPr>
          <p:nvPr>
            <p:ph type="body" sz="quarter" idx="39" hasCustomPrompt="1"/>
          </p:nvPr>
        </p:nvSpPr>
        <p:spPr>
          <a:xfrm>
            <a:off x="7103711" y="2272301"/>
            <a:ext cx="1733550" cy="463279"/>
          </a:xfrm>
        </p:spPr>
        <p:txBody>
          <a:bodyPr>
            <a:noAutofit/>
          </a:bodyPr>
          <a:lstStyle>
            <a:lvl1pPr marL="0" indent="0" algn="l">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text here</a:t>
            </a:r>
          </a:p>
        </p:txBody>
      </p:sp>
      <p:cxnSp>
        <p:nvCxnSpPr>
          <p:cNvPr id="33" name="Straight Connector 2">
            <a:extLst>
              <a:ext uri="{FF2B5EF4-FFF2-40B4-BE49-F238E27FC236}">
                <a16:creationId xmlns:a16="http://schemas.microsoft.com/office/drawing/2014/main" id="{94D8E5DA-D242-ADAF-6029-ADE75DF48D5D}"/>
              </a:ext>
              <a:ext uri="{C183D7F6-B498-43B3-948B-1728B52AA6E4}">
                <adec:decorative xmlns:adec="http://schemas.microsoft.com/office/drawing/2017/decorative" val="1"/>
              </a:ext>
            </a:extLst>
          </p:cNvPr>
          <p:cNvCxnSpPr>
            <a:cxnSpLocks/>
          </p:cNvCxnSpPr>
          <p:nvPr userDrawn="1"/>
        </p:nvCxnSpPr>
        <p:spPr bwMode="black">
          <a:xfrm>
            <a:off x="7103711" y="2866553"/>
            <a:ext cx="1729606"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46" name="Icon 3">
            <a:extLst>
              <a:ext uri="{FF2B5EF4-FFF2-40B4-BE49-F238E27FC236}">
                <a16:creationId xmlns:a16="http://schemas.microsoft.com/office/drawing/2014/main" id="{81904089-0739-0A03-DF84-48C909EF5D3B}"/>
              </a:ext>
              <a:ext uri="{C183D7F6-B498-43B3-948B-1728B52AA6E4}">
                <adec:decorative xmlns:adec="http://schemas.microsoft.com/office/drawing/2017/decorative" val="1"/>
              </a:ext>
            </a:extLst>
          </p:cNvPr>
          <p:cNvSpPr>
            <a:spLocks noGrp="1"/>
          </p:cNvSpPr>
          <p:nvPr>
            <p:ph type="pic" sz="quarter" idx="44" hasCustomPrompt="1"/>
          </p:nvPr>
        </p:nvSpPr>
        <p:spPr>
          <a:xfrm>
            <a:off x="8975816" y="975361"/>
            <a:ext cx="530352" cy="527684"/>
          </a:xfrm>
        </p:spPr>
        <p:txBody>
          <a:bodyPr anchor="ctr"/>
          <a:lstStyle>
            <a:lvl1pPr marL="0" indent="0" algn="ctr">
              <a:buNone/>
              <a:defRPr sz="1000">
                <a:latin typeface="+mj-lt"/>
              </a:defRPr>
            </a:lvl1pPr>
          </a:lstStyle>
          <a:p>
            <a:pPr marL="0" marR="0" lvl="0" indent="0" algn="ctr"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a:t>Icon</a:t>
            </a:r>
          </a:p>
        </p:txBody>
      </p:sp>
      <p:sp>
        <p:nvSpPr>
          <p:cNvPr id="45" name="Emphasis 3">
            <a:extLst>
              <a:ext uri="{FF2B5EF4-FFF2-40B4-BE49-F238E27FC236}">
                <a16:creationId xmlns:a16="http://schemas.microsoft.com/office/drawing/2014/main" id="{B75A9078-8279-936C-B296-F05A043E5DB6}"/>
              </a:ext>
            </a:extLst>
          </p:cNvPr>
          <p:cNvSpPr>
            <a:spLocks noGrp="1"/>
          </p:cNvSpPr>
          <p:nvPr>
            <p:ph type="body" sz="quarter" idx="43" hasCustomPrompt="1"/>
          </p:nvPr>
        </p:nvSpPr>
        <p:spPr>
          <a:xfrm>
            <a:off x="8975816" y="1739172"/>
            <a:ext cx="1733550" cy="463279"/>
          </a:xfrm>
        </p:spPr>
        <p:txBody>
          <a:bodyPr>
            <a:noAutofit/>
          </a:bodyPr>
          <a:lstStyle>
            <a:lvl1pPr marL="0" indent="0" algn="l">
              <a:spcBef>
                <a:spcPts val="0"/>
              </a:spcBef>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XX%</a:t>
            </a:r>
          </a:p>
        </p:txBody>
      </p:sp>
      <p:sp>
        <p:nvSpPr>
          <p:cNvPr id="44" name="Text 3">
            <a:extLst>
              <a:ext uri="{FF2B5EF4-FFF2-40B4-BE49-F238E27FC236}">
                <a16:creationId xmlns:a16="http://schemas.microsoft.com/office/drawing/2014/main" id="{00E73B8E-C27D-73B5-3ABC-BE1B1FBBB721}"/>
              </a:ext>
              <a:ext uri="{C183D7F6-B498-43B3-948B-1728B52AA6E4}">
                <adec:decorative xmlns:adec="http://schemas.microsoft.com/office/drawing/2017/decorative" val="0"/>
              </a:ext>
            </a:extLst>
          </p:cNvPr>
          <p:cNvSpPr>
            <a:spLocks noGrp="1"/>
          </p:cNvSpPr>
          <p:nvPr>
            <p:ph type="body" sz="quarter" idx="42" hasCustomPrompt="1"/>
          </p:nvPr>
        </p:nvSpPr>
        <p:spPr>
          <a:xfrm>
            <a:off x="8975816" y="2272301"/>
            <a:ext cx="1733550" cy="463279"/>
          </a:xfrm>
        </p:spPr>
        <p:txBody>
          <a:bodyPr>
            <a:noAutofit/>
          </a:bodyPr>
          <a:lstStyle>
            <a:lvl1pPr marL="0" indent="0" algn="l">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text here</a:t>
            </a:r>
          </a:p>
        </p:txBody>
      </p:sp>
      <p:cxnSp>
        <p:nvCxnSpPr>
          <p:cNvPr id="34" name="Straight Connector 3">
            <a:extLst>
              <a:ext uri="{FF2B5EF4-FFF2-40B4-BE49-F238E27FC236}">
                <a16:creationId xmlns:a16="http://schemas.microsoft.com/office/drawing/2014/main" id="{88A8605F-3F3C-E241-3664-B760AB81E62D}"/>
              </a:ext>
              <a:ext uri="{C183D7F6-B498-43B3-948B-1728B52AA6E4}">
                <adec:decorative xmlns:adec="http://schemas.microsoft.com/office/drawing/2017/decorative" val="1"/>
              </a:ext>
            </a:extLst>
          </p:cNvPr>
          <p:cNvCxnSpPr>
            <a:cxnSpLocks/>
          </p:cNvCxnSpPr>
          <p:nvPr userDrawn="1"/>
        </p:nvCxnSpPr>
        <p:spPr bwMode="black">
          <a:xfrm>
            <a:off x="8975816" y="2866553"/>
            <a:ext cx="1729606"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49" name="Icon 4">
            <a:extLst>
              <a:ext uri="{FF2B5EF4-FFF2-40B4-BE49-F238E27FC236}">
                <a16:creationId xmlns:a16="http://schemas.microsoft.com/office/drawing/2014/main" id="{26F6DB26-A075-066B-C486-A5B255B334AE}"/>
              </a:ext>
              <a:ext uri="{C183D7F6-B498-43B3-948B-1728B52AA6E4}">
                <adec:decorative xmlns:adec="http://schemas.microsoft.com/office/drawing/2017/decorative" val="1"/>
              </a:ext>
            </a:extLst>
          </p:cNvPr>
          <p:cNvSpPr>
            <a:spLocks noGrp="1"/>
          </p:cNvSpPr>
          <p:nvPr>
            <p:ph type="pic" sz="quarter" idx="47" hasCustomPrompt="1"/>
          </p:nvPr>
        </p:nvSpPr>
        <p:spPr>
          <a:xfrm>
            <a:off x="5229225" y="3353519"/>
            <a:ext cx="530352" cy="527684"/>
          </a:xfrm>
        </p:spPr>
        <p:txBody>
          <a:bodyPr anchor="ctr"/>
          <a:lstStyle>
            <a:lvl1pPr marL="0" indent="0" algn="ctr">
              <a:buNone/>
              <a:defRPr sz="1000">
                <a:latin typeface="+mj-lt"/>
              </a:defRPr>
            </a:lvl1pPr>
          </a:lstStyle>
          <a:p>
            <a:pPr marL="0" marR="0" lvl="0" indent="0" algn="ctr"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a:t>Icon</a:t>
            </a:r>
          </a:p>
        </p:txBody>
      </p:sp>
      <p:sp>
        <p:nvSpPr>
          <p:cNvPr id="48" name="Emphasis 4">
            <a:extLst>
              <a:ext uri="{FF2B5EF4-FFF2-40B4-BE49-F238E27FC236}">
                <a16:creationId xmlns:a16="http://schemas.microsoft.com/office/drawing/2014/main" id="{1FC0AE06-8B43-5385-6786-1D563B46BD12}"/>
              </a:ext>
            </a:extLst>
          </p:cNvPr>
          <p:cNvSpPr>
            <a:spLocks noGrp="1"/>
          </p:cNvSpPr>
          <p:nvPr>
            <p:ph type="body" sz="quarter" idx="46" hasCustomPrompt="1"/>
          </p:nvPr>
        </p:nvSpPr>
        <p:spPr>
          <a:xfrm>
            <a:off x="5229226" y="4117330"/>
            <a:ext cx="1733550" cy="463279"/>
          </a:xfrm>
        </p:spPr>
        <p:txBody>
          <a:bodyPr>
            <a:noAutofit/>
          </a:bodyPr>
          <a:lstStyle>
            <a:lvl1pPr marL="0" indent="0" algn="l">
              <a:spcBef>
                <a:spcPts val="0"/>
              </a:spcBef>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XX%</a:t>
            </a:r>
          </a:p>
        </p:txBody>
      </p:sp>
      <p:sp>
        <p:nvSpPr>
          <p:cNvPr id="47" name="Text 4">
            <a:extLst>
              <a:ext uri="{FF2B5EF4-FFF2-40B4-BE49-F238E27FC236}">
                <a16:creationId xmlns:a16="http://schemas.microsoft.com/office/drawing/2014/main" id="{703EC134-0C49-F364-72F7-D2408D0AC284}"/>
              </a:ext>
            </a:extLst>
          </p:cNvPr>
          <p:cNvSpPr>
            <a:spLocks noGrp="1"/>
          </p:cNvSpPr>
          <p:nvPr>
            <p:ph type="body" sz="quarter" idx="45" hasCustomPrompt="1"/>
          </p:nvPr>
        </p:nvSpPr>
        <p:spPr>
          <a:xfrm>
            <a:off x="5229226" y="4650459"/>
            <a:ext cx="1733550" cy="463279"/>
          </a:xfrm>
        </p:spPr>
        <p:txBody>
          <a:bodyPr>
            <a:noAutofit/>
          </a:bodyPr>
          <a:lstStyle>
            <a:lvl1pPr marL="0" indent="0" algn="l">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cxnSp>
        <p:nvCxnSpPr>
          <p:cNvPr id="35" name="Straight Connector 4">
            <a:extLst>
              <a:ext uri="{FF2B5EF4-FFF2-40B4-BE49-F238E27FC236}">
                <a16:creationId xmlns:a16="http://schemas.microsoft.com/office/drawing/2014/main" id="{210264A1-615A-29CC-D948-F8DEBFC05CA5}"/>
              </a:ext>
              <a:ext uri="{C183D7F6-B498-43B3-948B-1728B52AA6E4}">
                <adec:decorative xmlns:adec="http://schemas.microsoft.com/office/drawing/2017/decorative" val="1"/>
              </a:ext>
            </a:extLst>
          </p:cNvPr>
          <p:cNvCxnSpPr>
            <a:cxnSpLocks/>
          </p:cNvCxnSpPr>
          <p:nvPr userDrawn="1"/>
        </p:nvCxnSpPr>
        <p:spPr bwMode="black">
          <a:xfrm>
            <a:off x="5231606" y="5247251"/>
            <a:ext cx="1729606"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52" name="Icon 5">
            <a:extLst>
              <a:ext uri="{FF2B5EF4-FFF2-40B4-BE49-F238E27FC236}">
                <a16:creationId xmlns:a16="http://schemas.microsoft.com/office/drawing/2014/main" id="{694A26DE-086F-9D9C-27D7-99AE7BDB0741}"/>
              </a:ext>
              <a:ext uri="{C183D7F6-B498-43B3-948B-1728B52AA6E4}">
                <adec:decorative xmlns:adec="http://schemas.microsoft.com/office/drawing/2017/decorative" val="1"/>
              </a:ext>
            </a:extLst>
          </p:cNvPr>
          <p:cNvSpPr>
            <a:spLocks noGrp="1"/>
          </p:cNvSpPr>
          <p:nvPr>
            <p:ph type="pic" sz="quarter" idx="50" hasCustomPrompt="1"/>
          </p:nvPr>
        </p:nvSpPr>
        <p:spPr>
          <a:xfrm>
            <a:off x="7103711" y="3353519"/>
            <a:ext cx="530352" cy="527684"/>
          </a:xfrm>
        </p:spPr>
        <p:txBody>
          <a:bodyPr anchor="ctr"/>
          <a:lstStyle>
            <a:lvl1pPr marL="0" indent="0" algn="ctr">
              <a:buNone/>
              <a:defRPr sz="1000">
                <a:latin typeface="+mj-lt"/>
              </a:defRPr>
            </a:lvl1pPr>
          </a:lstStyle>
          <a:p>
            <a:pPr marL="0" marR="0" lvl="0" indent="0" algn="ctr"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a:t>Icon</a:t>
            </a:r>
          </a:p>
        </p:txBody>
      </p:sp>
      <p:sp>
        <p:nvSpPr>
          <p:cNvPr id="51" name="Emphasis 5">
            <a:extLst>
              <a:ext uri="{FF2B5EF4-FFF2-40B4-BE49-F238E27FC236}">
                <a16:creationId xmlns:a16="http://schemas.microsoft.com/office/drawing/2014/main" id="{5C39FF14-2E38-C281-AC86-9368329C2E50}"/>
              </a:ext>
            </a:extLst>
          </p:cNvPr>
          <p:cNvSpPr>
            <a:spLocks noGrp="1"/>
          </p:cNvSpPr>
          <p:nvPr>
            <p:ph type="body" sz="quarter" idx="49" hasCustomPrompt="1"/>
          </p:nvPr>
        </p:nvSpPr>
        <p:spPr>
          <a:xfrm>
            <a:off x="7103711" y="4117330"/>
            <a:ext cx="1733550" cy="463279"/>
          </a:xfrm>
        </p:spPr>
        <p:txBody>
          <a:bodyPr>
            <a:noAutofit/>
          </a:bodyPr>
          <a:lstStyle>
            <a:lvl1pPr marL="0" indent="0" algn="l">
              <a:spcBef>
                <a:spcPts val="0"/>
              </a:spcBef>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XX%</a:t>
            </a:r>
          </a:p>
        </p:txBody>
      </p:sp>
      <p:sp>
        <p:nvSpPr>
          <p:cNvPr id="50" name="Text 5">
            <a:extLst>
              <a:ext uri="{FF2B5EF4-FFF2-40B4-BE49-F238E27FC236}">
                <a16:creationId xmlns:a16="http://schemas.microsoft.com/office/drawing/2014/main" id="{FC087391-942C-7529-7ABA-063D0700422D}"/>
              </a:ext>
            </a:extLst>
          </p:cNvPr>
          <p:cNvSpPr>
            <a:spLocks noGrp="1"/>
          </p:cNvSpPr>
          <p:nvPr>
            <p:ph type="body" sz="quarter" idx="48" hasCustomPrompt="1"/>
          </p:nvPr>
        </p:nvSpPr>
        <p:spPr>
          <a:xfrm>
            <a:off x="7103711" y="4650459"/>
            <a:ext cx="1733550" cy="463279"/>
          </a:xfrm>
        </p:spPr>
        <p:txBody>
          <a:bodyPr>
            <a:noAutofit/>
          </a:bodyPr>
          <a:lstStyle>
            <a:lvl1pPr marL="0" indent="0" algn="l">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text here</a:t>
            </a:r>
          </a:p>
        </p:txBody>
      </p:sp>
      <p:cxnSp>
        <p:nvCxnSpPr>
          <p:cNvPr id="36" name="Straight Connector 5">
            <a:extLst>
              <a:ext uri="{FF2B5EF4-FFF2-40B4-BE49-F238E27FC236}">
                <a16:creationId xmlns:a16="http://schemas.microsoft.com/office/drawing/2014/main" id="{01C3E6D1-3C65-9394-0414-0535446DFDF5}"/>
              </a:ext>
              <a:ext uri="{C183D7F6-B498-43B3-948B-1728B52AA6E4}">
                <adec:decorative xmlns:adec="http://schemas.microsoft.com/office/drawing/2017/decorative" val="1"/>
              </a:ext>
            </a:extLst>
          </p:cNvPr>
          <p:cNvCxnSpPr>
            <a:cxnSpLocks/>
          </p:cNvCxnSpPr>
          <p:nvPr userDrawn="1"/>
        </p:nvCxnSpPr>
        <p:spPr bwMode="black">
          <a:xfrm>
            <a:off x="7103711" y="5247251"/>
            <a:ext cx="1729606"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55" name="Icon 6">
            <a:extLst>
              <a:ext uri="{FF2B5EF4-FFF2-40B4-BE49-F238E27FC236}">
                <a16:creationId xmlns:a16="http://schemas.microsoft.com/office/drawing/2014/main" id="{A7764E14-C03F-B4A7-1D6C-242910DC8237}"/>
              </a:ext>
              <a:ext uri="{C183D7F6-B498-43B3-948B-1728B52AA6E4}">
                <adec:decorative xmlns:adec="http://schemas.microsoft.com/office/drawing/2017/decorative" val="1"/>
              </a:ext>
            </a:extLst>
          </p:cNvPr>
          <p:cNvSpPr>
            <a:spLocks noGrp="1"/>
          </p:cNvSpPr>
          <p:nvPr>
            <p:ph type="pic" sz="quarter" idx="53" hasCustomPrompt="1"/>
          </p:nvPr>
        </p:nvSpPr>
        <p:spPr>
          <a:xfrm>
            <a:off x="8975816" y="3353519"/>
            <a:ext cx="530352" cy="527684"/>
          </a:xfrm>
        </p:spPr>
        <p:txBody>
          <a:bodyPr anchor="ctr"/>
          <a:lstStyle>
            <a:lvl1pPr marL="0" indent="0" algn="ctr">
              <a:buNone/>
              <a:defRPr sz="1000">
                <a:latin typeface="+mj-lt"/>
              </a:defRPr>
            </a:lvl1pPr>
          </a:lstStyle>
          <a:p>
            <a:pPr marL="0" marR="0" lvl="0" indent="0" algn="ctr"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a:t>Icon</a:t>
            </a:r>
          </a:p>
        </p:txBody>
      </p:sp>
      <p:sp>
        <p:nvSpPr>
          <p:cNvPr id="54" name="Emphasis 6">
            <a:extLst>
              <a:ext uri="{FF2B5EF4-FFF2-40B4-BE49-F238E27FC236}">
                <a16:creationId xmlns:a16="http://schemas.microsoft.com/office/drawing/2014/main" id="{0C989462-830D-F148-6B6C-3050BF8EF118}"/>
              </a:ext>
            </a:extLst>
          </p:cNvPr>
          <p:cNvSpPr>
            <a:spLocks noGrp="1"/>
          </p:cNvSpPr>
          <p:nvPr>
            <p:ph type="body" sz="quarter" idx="52" hasCustomPrompt="1"/>
          </p:nvPr>
        </p:nvSpPr>
        <p:spPr>
          <a:xfrm>
            <a:off x="8975816" y="4117330"/>
            <a:ext cx="1733550" cy="463279"/>
          </a:xfrm>
        </p:spPr>
        <p:txBody>
          <a:bodyPr>
            <a:noAutofit/>
          </a:bodyPr>
          <a:lstStyle>
            <a:lvl1pPr marL="0" indent="0" algn="l">
              <a:spcBef>
                <a:spcPts val="0"/>
              </a:spcBef>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XX%</a:t>
            </a:r>
          </a:p>
        </p:txBody>
      </p:sp>
      <p:sp>
        <p:nvSpPr>
          <p:cNvPr id="53" name="Text 6">
            <a:extLst>
              <a:ext uri="{FF2B5EF4-FFF2-40B4-BE49-F238E27FC236}">
                <a16:creationId xmlns:a16="http://schemas.microsoft.com/office/drawing/2014/main" id="{4C8D8C4E-B897-B0A7-2DC4-F6176D023FF8}"/>
              </a:ext>
            </a:extLst>
          </p:cNvPr>
          <p:cNvSpPr>
            <a:spLocks noGrp="1"/>
          </p:cNvSpPr>
          <p:nvPr>
            <p:ph type="body" sz="quarter" idx="51" hasCustomPrompt="1"/>
          </p:nvPr>
        </p:nvSpPr>
        <p:spPr>
          <a:xfrm>
            <a:off x="8975816" y="4650459"/>
            <a:ext cx="1733550" cy="463279"/>
          </a:xfrm>
        </p:spPr>
        <p:txBody>
          <a:bodyPr>
            <a:noAutofit/>
          </a:bodyPr>
          <a:lstStyle>
            <a:lvl1pPr marL="0" indent="0" algn="l">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text here</a:t>
            </a:r>
          </a:p>
        </p:txBody>
      </p:sp>
      <p:cxnSp>
        <p:nvCxnSpPr>
          <p:cNvPr id="37" name="Straight Connector 6">
            <a:extLst>
              <a:ext uri="{FF2B5EF4-FFF2-40B4-BE49-F238E27FC236}">
                <a16:creationId xmlns:a16="http://schemas.microsoft.com/office/drawing/2014/main" id="{ECB65B03-D67A-A78F-C88C-356238F19AF4}"/>
              </a:ext>
              <a:ext uri="{C183D7F6-B498-43B3-948B-1728B52AA6E4}">
                <adec:decorative xmlns:adec="http://schemas.microsoft.com/office/drawing/2017/decorative" val="1"/>
              </a:ext>
            </a:extLst>
          </p:cNvPr>
          <p:cNvCxnSpPr>
            <a:cxnSpLocks/>
          </p:cNvCxnSpPr>
          <p:nvPr userDrawn="1"/>
        </p:nvCxnSpPr>
        <p:spPr bwMode="black">
          <a:xfrm>
            <a:off x="8975816" y="5247251"/>
            <a:ext cx="1729606"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pic>
        <p:nvPicPr>
          <p:cNvPr id="2" name="Pearson Logo" descr="Pearson Logo">
            <a:extLst>
              <a:ext uri="{FF2B5EF4-FFF2-40B4-BE49-F238E27FC236}">
                <a16:creationId xmlns:a16="http://schemas.microsoft.com/office/drawing/2014/main" id="{0534E6A8-2823-DF2C-3944-AEB1772E3721}"/>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861492330"/>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x3 with Picture and Data">
    <p:bg bwMode="ltGray">
      <p:bgPr>
        <a:solidFill>
          <a:srgbClr val="EDECF6"/>
        </a:solidFill>
        <a:effectLst/>
      </p:bgPr>
    </p:bg>
    <p:spTree>
      <p:nvGrpSpPr>
        <p:cNvPr id="1" name=""/>
        <p:cNvGrpSpPr/>
        <p:nvPr/>
      </p:nvGrpSpPr>
      <p:grpSpPr>
        <a:xfrm>
          <a:off x="0" y="0"/>
          <a:ext cx="0" cy="0"/>
          <a:chOff x="0" y="0"/>
          <a:chExt cx="0" cy="0"/>
        </a:xfrm>
      </p:grpSpPr>
      <p:sp>
        <p:nvSpPr>
          <p:cNvPr id="11" name="Section">
            <a:extLst>
              <a:ext uri="{FF2B5EF4-FFF2-40B4-BE49-F238E27FC236}">
                <a16:creationId xmlns:a16="http://schemas.microsoft.com/office/drawing/2014/main" id="{A1F3A24C-7CE6-DD7B-6FF6-73F034030F95}"/>
              </a:ext>
            </a:extLst>
          </p:cNvPr>
          <p:cNvSpPr>
            <a:spLocks noGrp="1"/>
          </p:cNvSpPr>
          <p:nvPr>
            <p:ph type="body" sz="quarter" idx="36"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10" name="Title">
            <a:extLst>
              <a:ext uri="{FF2B5EF4-FFF2-40B4-BE49-F238E27FC236}">
                <a16:creationId xmlns:a16="http://schemas.microsoft.com/office/drawing/2014/main" id="{6D097E3A-836D-C88E-C5FF-DA199AB3273F}"/>
              </a:ext>
            </a:extLst>
          </p:cNvPr>
          <p:cNvSpPr>
            <a:spLocks noGrp="1"/>
          </p:cNvSpPr>
          <p:nvPr>
            <p:ph type="title" hasCustomPrompt="1"/>
          </p:nvPr>
        </p:nvSpPr>
        <p:spPr>
          <a:xfrm>
            <a:off x="550164" y="1060604"/>
            <a:ext cx="5474399" cy="1668081"/>
          </a:xfrm>
        </p:spPr>
        <p:txBody>
          <a:bodyPr/>
          <a:lstStyle>
            <a:lvl1pPr>
              <a:defRPr sz="4000" b="1" i="0">
                <a:latin typeface="+mj-lt"/>
                <a:cs typeface="Segoe UI Semibold" panose="020B0502040204020203" pitchFamily="34" charset="0"/>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br>
              <a:rPr lang="en-US" noProof="0" dirty="0"/>
            </a:br>
            <a:endParaRPr lang="en-US" noProof="0" dirty="0"/>
          </a:p>
        </p:txBody>
      </p:sp>
      <p:sp>
        <p:nvSpPr>
          <p:cNvPr id="35" name="Picture">
            <a:extLst>
              <a:ext uri="{FF2B5EF4-FFF2-40B4-BE49-F238E27FC236}">
                <a16:creationId xmlns:a16="http://schemas.microsoft.com/office/drawing/2014/main" id="{3E6A3F5D-CC16-99E2-6B7D-5A57E702C26C}"/>
              </a:ext>
              <a:ext uri="{C183D7F6-B498-43B3-948B-1728B52AA6E4}">
                <adec:decorative xmlns:adec="http://schemas.microsoft.com/office/drawing/2017/decorative" val="1"/>
              </a:ext>
            </a:extLst>
          </p:cNvPr>
          <p:cNvSpPr>
            <a:spLocks noGrp="1"/>
          </p:cNvSpPr>
          <p:nvPr>
            <p:ph type="pic" sz="quarter" idx="43" hasCustomPrompt="1"/>
          </p:nvPr>
        </p:nvSpPr>
        <p:spPr bwMode="gray">
          <a:xfrm>
            <a:off x="6962775" y="0"/>
            <a:ext cx="5229225" cy="3429000"/>
          </a:xfrm>
          <a:solidFill>
            <a:srgbClr val="C1BFFF"/>
          </a:solidFill>
        </p:spPr>
        <p:txBody>
          <a:bodyPr tIns="91440" anchor="t" anchorCtr="0"/>
          <a:lstStyle>
            <a:lvl1pPr marL="0" indent="0" algn="ctr">
              <a:buNone/>
              <a:defRPr sz="1400">
                <a:latin typeface="+mj-lt"/>
              </a:defRPr>
            </a:lvl1pPr>
          </a:lstStyle>
          <a:p>
            <a:r>
              <a:rPr lang="en-US" noProof="0" dirty="0"/>
              <a:t>Add picture here</a:t>
            </a:r>
          </a:p>
        </p:txBody>
      </p:sp>
      <p:cxnSp>
        <p:nvCxnSpPr>
          <p:cNvPr id="26" name="Straight Connector 1">
            <a:extLst>
              <a:ext uri="{FF2B5EF4-FFF2-40B4-BE49-F238E27FC236}">
                <a16:creationId xmlns:a16="http://schemas.microsoft.com/office/drawing/2014/main" id="{79146A9A-6E0B-B4BE-AE0F-C6650998BE32}"/>
              </a:ext>
              <a:ext uri="{C183D7F6-B498-43B3-948B-1728B52AA6E4}">
                <adec:decorative xmlns:adec="http://schemas.microsoft.com/office/drawing/2017/decorative" val="1"/>
              </a:ext>
            </a:extLst>
          </p:cNvPr>
          <p:cNvCxnSpPr>
            <a:cxnSpLocks/>
          </p:cNvCxnSpPr>
          <p:nvPr userDrawn="1"/>
        </p:nvCxnSpPr>
        <p:spPr bwMode="black">
          <a:xfrm>
            <a:off x="550164" y="3436285"/>
            <a:ext cx="5475600" cy="0"/>
          </a:xfrm>
          <a:prstGeom prst="line">
            <a:avLst/>
          </a:prstGeom>
          <a:ln w="12700">
            <a:solidFill>
              <a:srgbClr val="C1BFFF"/>
            </a:solidFill>
          </a:ln>
        </p:spPr>
        <p:style>
          <a:lnRef idx="2">
            <a:schemeClr val="accent1"/>
          </a:lnRef>
          <a:fillRef idx="0">
            <a:schemeClr val="accent1"/>
          </a:fillRef>
          <a:effectRef idx="1">
            <a:schemeClr val="accent1"/>
          </a:effectRef>
          <a:fontRef idx="minor">
            <a:schemeClr val="tx1"/>
          </a:fontRef>
        </p:style>
      </p:cxnSp>
      <p:sp>
        <p:nvSpPr>
          <p:cNvPr id="3" name="Subhead 1">
            <a:extLst>
              <a:ext uri="{FF2B5EF4-FFF2-40B4-BE49-F238E27FC236}">
                <a16:creationId xmlns:a16="http://schemas.microsoft.com/office/drawing/2014/main" id="{1D8D160B-6BB7-235F-B8C9-392F2A862DC3}"/>
              </a:ext>
            </a:extLst>
          </p:cNvPr>
          <p:cNvSpPr>
            <a:spLocks noGrp="1"/>
          </p:cNvSpPr>
          <p:nvPr>
            <p:ph type="body" idx="1" hasCustomPrompt="1"/>
          </p:nvPr>
        </p:nvSpPr>
        <p:spPr>
          <a:xfrm>
            <a:off x="550159" y="3528223"/>
            <a:ext cx="1735841" cy="594000"/>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Subhead</a:t>
            </a:r>
          </a:p>
        </p:txBody>
      </p:sp>
      <p:sp>
        <p:nvSpPr>
          <p:cNvPr id="13" name="Text 1">
            <a:extLst>
              <a:ext uri="{FF2B5EF4-FFF2-40B4-BE49-F238E27FC236}">
                <a16:creationId xmlns:a16="http://schemas.microsoft.com/office/drawing/2014/main" id="{DC257629-1D3C-76AF-80D7-B0D5FA453164}"/>
              </a:ext>
            </a:extLst>
          </p:cNvPr>
          <p:cNvSpPr>
            <a:spLocks noGrp="1"/>
          </p:cNvSpPr>
          <p:nvPr>
            <p:ph type="body" sz="quarter" idx="15" hasCustomPrompt="1"/>
          </p:nvPr>
        </p:nvSpPr>
        <p:spPr>
          <a:xfrm>
            <a:off x="2416175" y="3529232"/>
            <a:ext cx="3608388" cy="591982"/>
          </a:xfrm>
        </p:spPr>
        <p:txBody>
          <a:bodyPr/>
          <a:lstStyle>
            <a:lvl1pPr marL="0" indent="0">
              <a:buNone/>
              <a:defRPr sz="1200">
                <a:latin typeface="+mj-lt"/>
                <a:cs typeface="Segoe UI"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lvl="0"/>
            <a:r>
              <a:rPr lang="en-US" noProof="0" dirty="0"/>
              <a:t>Place text here</a:t>
            </a:r>
          </a:p>
        </p:txBody>
      </p:sp>
      <p:cxnSp>
        <p:nvCxnSpPr>
          <p:cNvPr id="27" name="Straight Connector 2">
            <a:extLst>
              <a:ext uri="{FF2B5EF4-FFF2-40B4-BE49-F238E27FC236}">
                <a16:creationId xmlns:a16="http://schemas.microsoft.com/office/drawing/2014/main" id="{9090A835-7444-B302-D51F-C112538AB2FF}"/>
              </a:ext>
              <a:ext uri="{C183D7F6-B498-43B3-948B-1728B52AA6E4}">
                <adec:decorative xmlns:adec="http://schemas.microsoft.com/office/drawing/2017/decorative" val="1"/>
              </a:ext>
            </a:extLst>
          </p:cNvPr>
          <p:cNvCxnSpPr>
            <a:cxnSpLocks/>
          </p:cNvCxnSpPr>
          <p:nvPr userDrawn="1"/>
        </p:nvCxnSpPr>
        <p:spPr bwMode="black">
          <a:xfrm>
            <a:off x="550164" y="4214160"/>
            <a:ext cx="5475600" cy="0"/>
          </a:xfrm>
          <a:prstGeom prst="line">
            <a:avLst/>
          </a:prstGeom>
          <a:ln w="12700">
            <a:solidFill>
              <a:srgbClr val="C1BFFF"/>
            </a:solidFill>
          </a:ln>
        </p:spPr>
        <p:style>
          <a:lnRef idx="2">
            <a:schemeClr val="accent1"/>
          </a:lnRef>
          <a:fillRef idx="0">
            <a:schemeClr val="accent1"/>
          </a:fillRef>
          <a:effectRef idx="1">
            <a:schemeClr val="accent1"/>
          </a:effectRef>
          <a:fontRef idx="minor">
            <a:schemeClr val="tx1"/>
          </a:fontRef>
        </p:style>
      </p:cxnSp>
      <p:sp>
        <p:nvSpPr>
          <p:cNvPr id="12" name="Subhead 2">
            <a:extLst>
              <a:ext uri="{FF2B5EF4-FFF2-40B4-BE49-F238E27FC236}">
                <a16:creationId xmlns:a16="http://schemas.microsoft.com/office/drawing/2014/main" id="{8D4ED7C8-E467-7117-068C-889EB04CBCEF}"/>
              </a:ext>
            </a:extLst>
          </p:cNvPr>
          <p:cNvSpPr>
            <a:spLocks noGrp="1"/>
          </p:cNvSpPr>
          <p:nvPr>
            <p:ph type="body" idx="37" hasCustomPrompt="1"/>
          </p:nvPr>
        </p:nvSpPr>
        <p:spPr>
          <a:xfrm>
            <a:off x="550159" y="4306098"/>
            <a:ext cx="1735841" cy="594000"/>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Subhead</a:t>
            </a:r>
          </a:p>
        </p:txBody>
      </p:sp>
      <p:sp>
        <p:nvSpPr>
          <p:cNvPr id="15" name="Text 2">
            <a:extLst>
              <a:ext uri="{FF2B5EF4-FFF2-40B4-BE49-F238E27FC236}">
                <a16:creationId xmlns:a16="http://schemas.microsoft.com/office/drawing/2014/main" id="{A1207A32-3F17-9D52-24F2-4886EB37B029}"/>
              </a:ext>
            </a:extLst>
          </p:cNvPr>
          <p:cNvSpPr>
            <a:spLocks noGrp="1"/>
          </p:cNvSpPr>
          <p:nvPr>
            <p:ph type="body" sz="quarter" idx="38" hasCustomPrompt="1"/>
          </p:nvPr>
        </p:nvSpPr>
        <p:spPr>
          <a:xfrm>
            <a:off x="2416175" y="4307107"/>
            <a:ext cx="3608388" cy="591982"/>
          </a:xfrm>
        </p:spPr>
        <p:txBody>
          <a:bodyPr/>
          <a:lstStyle>
            <a:lvl1pPr marL="0" indent="0">
              <a:buNone/>
              <a:defRPr sz="1200">
                <a:latin typeface="+mj-lt"/>
                <a:cs typeface="Segoe UI"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lvl="0"/>
            <a:r>
              <a:rPr lang="en-US" noProof="0"/>
              <a:t>Place text here</a:t>
            </a:r>
          </a:p>
        </p:txBody>
      </p:sp>
      <p:cxnSp>
        <p:nvCxnSpPr>
          <p:cNvPr id="28" name="Straight Connector 3">
            <a:extLst>
              <a:ext uri="{FF2B5EF4-FFF2-40B4-BE49-F238E27FC236}">
                <a16:creationId xmlns:a16="http://schemas.microsoft.com/office/drawing/2014/main" id="{A36E3F61-4CCF-B0DB-B067-0C1FAB8D62CD}"/>
              </a:ext>
              <a:ext uri="{C183D7F6-B498-43B3-948B-1728B52AA6E4}">
                <adec:decorative xmlns:adec="http://schemas.microsoft.com/office/drawing/2017/decorative" val="1"/>
              </a:ext>
            </a:extLst>
          </p:cNvPr>
          <p:cNvCxnSpPr>
            <a:cxnSpLocks/>
          </p:cNvCxnSpPr>
          <p:nvPr userDrawn="1"/>
        </p:nvCxnSpPr>
        <p:spPr bwMode="black">
          <a:xfrm>
            <a:off x="550164" y="4992035"/>
            <a:ext cx="5475600" cy="0"/>
          </a:xfrm>
          <a:prstGeom prst="line">
            <a:avLst/>
          </a:prstGeom>
          <a:ln w="12700">
            <a:solidFill>
              <a:srgbClr val="C1BFFF"/>
            </a:solidFill>
          </a:ln>
        </p:spPr>
        <p:style>
          <a:lnRef idx="2">
            <a:schemeClr val="accent1"/>
          </a:lnRef>
          <a:fillRef idx="0">
            <a:schemeClr val="accent1"/>
          </a:fillRef>
          <a:effectRef idx="1">
            <a:schemeClr val="accent1"/>
          </a:effectRef>
          <a:fontRef idx="minor">
            <a:schemeClr val="tx1"/>
          </a:fontRef>
        </p:style>
      </p:cxnSp>
      <p:sp>
        <p:nvSpPr>
          <p:cNvPr id="24" name="Subhead 3">
            <a:extLst>
              <a:ext uri="{FF2B5EF4-FFF2-40B4-BE49-F238E27FC236}">
                <a16:creationId xmlns:a16="http://schemas.microsoft.com/office/drawing/2014/main" id="{737C5878-BE9F-CEE3-FB51-F9FD99DC45B3}"/>
              </a:ext>
            </a:extLst>
          </p:cNvPr>
          <p:cNvSpPr>
            <a:spLocks noGrp="1"/>
          </p:cNvSpPr>
          <p:nvPr>
            <p:ph type="body" idx="39" hasCustomPrompt="1"/>
          </p:nvPr>
        </p:nvSpPr>
        <p:spPr>
          <a:xfrm>
            <a:off x="550159" y="5083972"/>
            <a:ext cx="1735841" cy="594000"/>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Subhead</a:t>
            </a:r>
          </a:p>
        </p:txBody>
      </p:sp>
      <p:sp>
        <p:nvSpPr>
          <p:cNvPr id="25" name="Text 3">
            <a:extLst>
              <a:ext uri="{FF2B5EF4-FFF2-40B4-BE49-F238E27FC236}">
                <a16:creationId xmlns:a16="http://schemas.microsoft.com/office/drawing/2014/main" id="{AE84FDF6-F80B-FD5A-9708-F6BB7449A213}"/>
              </a:ext>
            </a:extLst>
          </p:cNvPr>
          <p:cNvSpPr>
            <a:spLocks noGrp="1"/>
          </p:cNvSpPr>
          <p:nvPr>
            <p:ph type="body" sz="quarter" idx="40" hasCustomPrompt="1"/>
          </p:nvPr>
        </p:nvSpPr>
        <p:spPr>
          <a:xfrm>
            <a:off x="2416175" y="5084981"/>
            <a:ext cx="3608388" cy="591982"/>
          </a:xfrm>
        </p:spPr>
        <p:txBody>
          <a:bodyPr/>
          <a:lstStyle>
            <a:lvl1pPr marL="0" indent="0">
              <a:buNone/>
              <a:defRPr sz="1200">
                <a:latin typeface="+mj-lt"/>
                <a:cs typeface="Segoe UI"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lvl="0"/>
            <a:r>
              <a:rPr lang="en-US" noProof="0"/>
              <a:t>Place text here</a:t>
            </a:r>
          </a:p>
        </p:txBody>
      </p:sp>
      <p:cxnSp>
        <p:nvCxnSpPr>
          <p:cNvPr id="29" name="Straight Connector 4">
            <a:extLst>
              <a:ext uri="{FF2B5EF4-FFF2-40B4-BE49-F238E27FC236}">
                <a16:creationId xmlns:a16="http://schemas.microsoft.com/office/drawing/2014/main" id="{0682DB81-A2E3-4ED8-0DF3-6D53FE8E9B83}"/>
              </a:ext>
              <a:ext uri="{C183D7F6-B498-43B3-948B-1728B52AA6E4}">
                <adec:decorative xmlns:adec="http://schemas.microsoft.com/office/drawing/2017/decorative" val="1"/>
              </a:ext>
            </a:extLst>
          </p:cNvPr>
          <p:cNvCxnSpPr>
            <a:cxnSpLocks/>
          </p:cNvCxnSpPr>
          <p:nvPr userDrawn="1"/>
        </p:nvCxnSpPr>
        <p:spPr bwMode="black">
          <a:xfrm>
            <a:off x="550164" y="5769910"/>
            <a:ext cx="5475600" cy="0"/>
          </a:xfrm>
          <a:prstGeom prst="line">
            <a:avLst/>
          </a:prstGeom>
          <a:ln w="12700">
            <a:solidFill>
              <a:srgbClr val="512EAB"/>
            </a:solidFill>
          </a:ln>
        </p:spPr>
        <p:style>
          <a:lnRef idx="2">
            <a:schemeClr val="accent1"/>
          </a:lnRef>
          <a:fillRef idx="0">
            <a:schemeClr val="accent1"/>
          </a:fillRef>
          <a:effectRef idx="1">
            <a:schemeClr val="accent1"/>
          </a:effectRef>
          <a:fontRef idx="minor">
            <a:schemeClr val="tx1"/>
          </a:fontRef>
        </p:style>
      </p:cxnSp>
      <p:sp>
        <p:nvSpPr>
          <p:cNvPr id="2" name="Icon 4">
            <a:extLst>
              <a:ext uri="{FF2B5EF4-FFF2-40B4-BE49-F238E27FC236}">
                <a16:creationId xmlns:a16="http://schemas.microsoft.com/office/drawing/2014/main" id="{B97D3715-8F9D-44AF-B9CE-86F8BAF81433}"/>
              </a:ext>
              <a:ext uri="{C183D7F6-B498-43B3-948B-1728B52AA6E4}">
                <adec:decorative xmlns:adec="http://schemas.microsoft.com/office/drawing/2017/decorative" val="1"/>
              </a:ext>
            </a:extLst>
          </p:cNvPr>
          <p:cNvSpPr>
            <a:spLocks noGrp="1"/>
          </p:cNvSpPr>
          <p:nvPr>
            <p:ph type="pic" sz="quarter" idx="46" hasCustomPrompt="1"/>
          </p:nvPr>
        </p:nvSpPr>
        <p:spPr>
          <a:xfrm>
            <a:off x="6962775" y="3857372"/>
            <a:ext cx="530352" cy="527684"/>
          </a:xfrm>
        </p:spPr>
        <p:txBody>
          <a:bodyPr anchor="ctr"/>
          <a:lstStyle>
            <a:lvl1pPr marL="0" indent="0" algn="ctr">
              <a:buNone/>
              <a:defRPr sz="1000">
                <a:latin typeface="+mj-lt"/>
              </a:defRPr>
            </a:lvl1pPr>
          </a:lstStyle>
          <a:p>
            <a:r>
              <a:rPr lang="en-US" noProof="0"/>
              <a:t>Icon</a:t>
            </a:r>
          </a:p>
        </p:txBody>
      </p:sp>
      <p:sp>
        <p:nvSpPr>
          <p:cNvPr id="36" name="Emphasis 4">
            <a:extLst>
              <a:ext uri="{FF2B5EF4-FFF2-40B4-BE49-F238E27FC236}">
                <a16:creationId xmlns:a16="http://schemas.microsoft.com/office/drawing/2014/main" id="{31BEC663-72C3-3B11-A096-3CE35F5980AF}"/>
              </a:ext>
              <a:ext uri="{C183D7F6-B498-43B3-948B-1728B52AA6E4}">
                <adec:decorative xmlns:adec="http://schemas.microsoft.com/office/drawing/2017/decorative" val="0"/>
              </a:ext>
            </a:extLst>
          </p:cNvPr>
          <p:cNvSpPr>
            <a:spLocks noGrp="1"/>
          </p:cNvSpPr>
          <p:nvPr>
            <p:ph type="body" sz="quarter" idx="44" hasCustomPrompt="1"/>
          </p:nvPr>
        </p:nvSpPr>
        <p:spPr>
          <a:xfrm>
            <a:off x="6962775" y="4554357"/>
            <a:ext cx="1873250" cy="484368"/>
          </a:xfrm>
        </p:spPr>
        <p:txBody>
          <a:bodyPr/>
          <a:lstStyle>
            <a:lvl1pPr marL="0" indent="0">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a:t>
            </a:r>
          </a:p>
        </p:txBody>
      </p:sp>
      <p:sp>
        <p:nvSpPr>
          <p:cNvPr id="31" name="Text 4">
            <a:extLst>
              <a:ext uri="{FF2B5EF4-FFF2-40B4-BE49-F238E27FC236}">
                <a16:creationId xmlns:a16="http://schemas.microsoft.com/office/drawing/2014/main" id="{A8D4E847-9962-3BD1-C334-535F049BACD8}"/>
              </a:ext>
            </a:extLst>
          </p:cNvPr>
          <p:cNvSpPr>
            <a:spLocks noGrp="1"/>
          </p:cNvSpPr>
          <p:nvPr>
            <p:ph type="body" sz="quarter" idx="41" hasCustomPrompt="1"/>
          </p:nvPr>
        </p:nvSpPr>
        <p:spPr>
          <a:xfrm>
            <a:off x="6962775" y="5105140"/>
            <a:ext cx="1873250" cy="591982"/>
          </a:xfrm>
        </p:spPr>
        <p:txBody>
          <a:bodyPr/>
          <a:lstStyle>
            <a:lvl1pPr marL="0" indent="0">
              <a:buNone/>
              <a:defRPr sz="1200">
                <a:latin typeface="+mj-lt"/>
                <a:cs typeface="Segoe UI"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lvl="0"/>
            <a:r>
              <a:rPr lang="en-US" noProof="0" dirty="0"/>
              <a:t>Place text here</a:t>
            </a:r>
          </a:p>
        </p:txBody>
      </p:sp>
      <p:sp>
        <p:nvSpPr>
          <p:cNvPr id="4" name="Icon 5">
            <a:extLst>
              <a:ext uri="{FF2B5EF4-FFF2-40B4-BE49-F238E27FC236}">
                <a16:creationId xmlns:a16="http://schemas.microsoft.com/office/drawing/2014/main" id="{320520FF-96DA-71B5-7849-A32DCE1E494F}"/>
              </a:ext>
              <a:ext uri="{C183D7F6-B498-43B3-948B-1728B52AA6E4}">
                <adec:decorative xmlns:adec="http://schemas.microsoft.com/office/drawing/2017/decorative" val="1"/>
              </a:ext>
            </a:extLst>
          </p:cNvPr>
          <p:cNvSpPr>
            <a:spLocks noGrp="1"/>
          </p:cNvSpPr>
          <p:nvPr>
            <p:ph type="pic" sz="quarter" idx="47" hasCustomPrompt="1"/>
          </p:nvPr>
        </p:nvSpPr>
        <p:spPr>
          <a:xfrm>
            <a:off x="9642475" y="3857372"/>
            <a:ext cx="530352" cy="527684"/>
          </a:xfrm>
        </p:spPr>
        <p:txBody>
          <a:bodyPr anchor="ctr"/>
          <a:lstStyle>
            <a:lvl1pPr marL="0" indent="0" algn="ctr">
              <a:buNone/>
              <a:defRPr sz="1000">
                <a:latin typeface="+mj-lt"/>
              </a:defRPr>
            </a:lvl1pPr>
          </a:lstStyle>
          <a:p>
            <a:r>
              <a:rPr lang="en-US" noProof="0"/>
              <a:t>Icon</a:t>
            </a:r>
          </a:p>
        </p:txBody>
      </p:sp>
      <p:sp>
        <p:nvSpPr>
          <p:cNvPr id="37" name="Emphasis 5">
            <a:extLst>
              <a:ext uri="{FF2B5EF4-FFF2-40B4-BE49-F238E27FC236}">
                <a16:creationId xmlns:a16="http://schemas.microsoft.com/office/drawing/2014/main" id="{97648B0D-0495-B474-7EB4-22C29D3D3E4B}"/>
              </a:ext>
            </a:extLst>
          </p:cNvPr>
          <p:cNvSpPr>
            <a:spLocks noGrp="1"/>
          </p:cNvSpPr>
          <p:nvPr>
            <p:ph type="body" sz="quarter" idx="45" hasCustomPrompt="1"/>
          </p:nvPr>
        </p:nvSpPr>
        <p:spPr>
          <a:xfrm>
            <a:off x="9642475" y="4554357"/>
            <a:ext cx="1873250" cy="484368"/>
          </a:xfrm>
        </p:spPr>
        <p:txBody>
          <a:bodyPr/>
          <a:lstStyle>
            <a:lvl1pPr marL="0" indent="0">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a:t>
            </a:r>
          </a:p>
        </p:txBody>
      </p:sp>
      <p:sp>
        <p:nvSpPr>
          <p:cNvPr id="33" name="Text 5">
            <a:extLst>
              <a:ext uri="{FF2B5EF4-FFF2-40B4-BE49-F238E27FC236}">
                <a16:creationId xmlns:a16="http://schemas.microsoft.com/office/drawing/2014/main" id="{4DCBB2BA-37A8-BC99-9A2E-C5E7894E66C2}"/>
              </a:ext>
            </a:extLst>
          </p:cNvPr>
          <p:cNvSpPr>
            <a:spLocks noGrp="1"/>
          </p:cNvSpPr>
          <p:nvPr>
            <p:ph type="body" sz="quarter" idx="42" hasCustomPrompt="1"/>
          </p:nvPr>
        </p:nvSpPr>
        <p:spPr>
          <a:xfrm>
            <a:off x="9642475" y="5105140"/>
            <a:ext cx="1873250" cy="591982"/>
          </a:xfrm>
        </p:spPr>
        <p:txBody>
          <a:bodyPr/>
          <a:lstStyle>
            <a:lvl1pPr marL="0" indent="0">
              <a:buNone/>
              <a:defRPr sz="1200">
                <a:latin typeface="+mj-lt"/>
                <a:cs typeface="Segoe UI"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lvl="0"/>
            <a:r>
              <a:rPr lang="en-US" noProof="0" dirty="0"/>
              <a:t>Place text here</a:t>
            </a:r>
          </a:p>
        </p:txBody>
      </p:sp>
      <p:cxnSp>
        <p:nvCxnSpPr>
          <p:cNvPr id="30" name="Straight Connector 5">
            <a:extLst>
              <a:ext uri="{FF2B5EF4-FFF2-40B4-BE49-F238E27FC236}">
                <a16:creationId xmlns:a16="http://schemas.microsoft.com/office/drawing/2014/main" id="{C7412105-D75B-B782-8EBD-AD715987514A}"/>
              </a:ext>
              <a:ext uri="{C183D7F6-B498-43B3-948B-1728B52AA6E4}">
                <adec:decorative xmlns:adec="http://schemas.microsoft.com/office/drawing/2017/decorative" val="1"/>
              </a:ext>
            </a:extLst>
          </p:cNvPr>
          <p:cNvCxnSpPr>
            <a:cxnSpLocks/>
          </p:cNvCxnSpPr>
          <p:nvPr userDrawn="1"/>
        </p:nvCxnSpPr>
        <p:spPr bwMode="black">
          <a:xfrm>
            <a:off x="6962775" y="5769910"/>
            <a:ext cx="4679061" cy="0"/>
          </a:xfrm>
          <a:prstGeom prst="line">
            <a:avLst/>
          </a:prstGeom>
          <a:ln w="12700">
            <a:solidFill>
              <a:srgbClr val="512EAB"/>
            </a:solidFill>
          </a:ln>
        </p:spPr>
        <p:style>
          <a:lnRef idx="2">
            <a:schemeClr val="accent1"/>
          </a:lnRef>
          <a:fillRef idx="0">
            <a:schemeClr val="accent1"/>
          </a:fillRef>
          <a:effectRef idx="1">
            <a:schemeClr val="accent1"/>
          </a:effectRef>
          <a:fontRef idx="minor">
            <a:schemeClr val="tx1"/>
          </a:fontRef>
        </p:style>
      </p:cxnSp>
      <p:pic>
        <p:nvPicPr>
          <p:cNvPr id="5" name="Pearson Logo" descr="Pearson Logo">
            <a:extLst>
              <a:ext uri="{FF2B5EF4-FFF2-40B4-BE49-F238E27FC236}">
                <a16:creationId xmlns:a16="http://schemas.microsoft.com/office/drawing/2014/main" id="{CD88CEEA-9D2E-DDC9-4E5D-3230D85CE0EA}"/>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7385243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con with Text and Data x2 A">
    <p:bg bwMode="ltGray">
      <p:bgRef idx="1001">
        <a:schemeClr val="bg1"/>
      </p:bgRef>
    </p:bg>
    <p:spTree>
      <p:nvGrpSpPr>
        <p:cNvPr id="1" name=""/>
        <p:cNvGrpSpPr/>
        <p:nvPr/>
      </p:nvGrpSpPr>
      <p:grpSpPr>
        <a:xfrm>
          <a:off x="0" y="0"/>
          <a:ext cx="0" cy="0"/>
          <a:chOff x="0" y="0"/>
          <a:chExt cx="0" cy="0"/>
        </a:xfrm>
      </p:grpSpPr>
      <p:sp>
        <p:nvSpPr>
          <p:cNvPr id="2" name="Section">
            <a:extLst>
              <a:ext uri="{FF2B5EF4-FFF2-40B4-BE49-F238E27FC236}">
                <a16:creationId xmlns:a16="http://schemas.microsoft.com/office/drawing/2014/main" id="{4CCDD28A-023B-F35D-B686-793D5175B47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lang="en-US" sz="1000" kern="1200" cap="all" baseline="0" dirty="0">
                <a:solidFill>
                  <a:srgbClr val="512EAB"/>
                </a:solidFill>
                <a:latin typeface="+mj-lt"/>
                <a:ea typeface="+mn-ea"/>
                <a:cs typeface="Segoe UI" panose="020B0502040204020203" pitchFamily="34" charset="0"/>
              </a:defRPr>
            </a:lvl1pPr>
          </a:lstStyle>
          <a:p>
            <a:pPr marL="0" lvl="0" indent="0" algn="l" defTabSz="914400" rtl="0" eaLnBrk="1" latinLnBrk="0" hangingPunct="1">
              <a:lnSpc>
                <a:spcPct val="100000"/>
              </a:lnSpc>
              <a:spcBef>
                <a:spcPts val="0"/>
              </a:spcBef>
              <a:spcAft>
                <a:spcPts val="0"/>
              </a:spcAft>
              <a:buFont typeface="Plus Jakarta Sans" panose="020B0604020202020204" pitchFamily="34" charset="0"/>
              <a:buNone/>
            </a:pPr>
            <a:r>
              <a:rPr lang="en-US" noProof="0" dirty="0"/>
              <a:t>Section title</a:t>
            </a:r>
          </a:p>
        </p:txBody>
      </p:sp>
      <p:sp>
        <p:nvSpPr>
          <p:cNvPr id="8" name="Title">
            <a:extLst>
              <a:ext uri="{FF2B5EF4-FFF2-40B4-BE49-F238E27FC236}">
                <a16:creationId xmlns:a16="http://schemas.microsoft.com/office/drawing/2014/main" id="{BD66E5D9-89E4-452D-81E9-305BE3BC55CC}"/>
              </a:ext>
            </a:extLst>
          </p:cNvPr>
          <p:cNvSpPr>
            <a:spLocks noGrp="1"/>
          </p:cNvSpPr>
          <p:nvPr>
            <p:ph type="title" hasCustomPrompt="1"/>
          </p:nvPr>
        </p:nvSpPr>
        <p:spPr>
          <a:xfrm>
            <a:off x="550164" y="1058862"/>
            <a:ext cx="5615686" cy="1697037"/>
          </a:xfrm>
        </p:spPr>
        <p:txBody>
          <a:bodyPr/>
          <a:lstStyle>
            <a:lvl1pPr>
              <a:defRPr sz="4000">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endParaRPr lang="en-US" noProof="0" dirty="0"/>
          </a:p>
        </p:txBody>
      </p:sp>
      <p:sp>
        <p:nvSpPr>
          <p:cNvPr id="9" name="Rounded Rectangle 1">
            <a:extLst>
              <a:ext uri="{FF2B5EF4-FFF2-40B4-BE49-F238E27FC236}">
                <a16:creationId xmlns:a16="http://schemas.microsoft.com/office/drawing/2014/main" id="{D8086842-FA1E-79F4-2549-081CBADC25D1}"/>
              </a:ext>
              <a:ext uri="{C183D7F6-B498-43B3-948B-1728B52AA6E4}">
                <adec:decorative xmlns:adec="http://schemas.microsoft.com/office/drawing/2017/decorative" val="1"/>
              </a:ext>
            </a:extLst>
          </p:cNvPr>
          <p:cNvSpPr/>
          <p:nvPr userDrawn="1"/>
        </p:nvSpPr>
        <p:spPr bwMode="ltGray">
          <a:xfrm>
            <a:off x="548640" y="3429000"/>
            <a:ext cx="2667635" cy="2333626"/>
          </a:xfrm>
          <a:prstGeom prst="roundRect">
            <a:avLst>
              <a:gd name="adj" fmla="val 8037"/>
            </a:avLst>
          </a:prstGeom>
          <a:solidFill>
            <a:srgbClr val="C1BFFF"/>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5" name="Icon 1">
            <a:extLst>
              <a:ext uri="{FF2B5EF4-FFF2-40B4-BE49-F238E27FC236}">
                <a16:creationId xmlns:a16="http://schemas.microsoft.com/office/drawing/2014/main" id="{99453C8C-2CC1-6F32-0EEF-0BD69EB95ADF}"/>
              </a:ext>
              <a:ext uri="{C183D7F6-B498-43B3-948B-1728B52AA6E4}">
                <adec:decorative xmlns:adec="http://schemas.microsoft.com/office/drawing/2017/decorative" val="1"/>
              </a:ext>
            </a:extLst>
          </p:cNvPr>
          <p:cNvSpPr>
            <a:spLocks noGrp="1"/>
          </p:cNvSpPr>
          <p:nvPr>
            <p:ph type="pic" sz="quarter" idx="46" hasCustomPrompt="1"/>
          </p:nvPr>
        </p:nvSpPr>
        <p:spPr>
          <a:xfrm>
            <a:off x="861513" y="3660204"/>
            <a:ext cx="360644" cy="358830"/>
          </a:xfrm>
        </p:spPr>
        <p:txBody>
          <a:bodyPr anchor="ctr"/>
          <a:lstStyle>
            <a:lvl1pPr marL="0" indent="0" algn="ctr">
              <a:buNone/>
              <a:defRPr sz="1000">
                <a:latin typeface="+mj-lt"/>
              </a:defRPr>
            </a:lvl1pPr>
          </a:lstStyle>
          <a:p>
            <a:r>
              <a:rPr lang="en-US" noProof="0"/>
              <a:t>Icon</a:t>
            </a:r>
          </a:p>
        </p:txBody>
      </p:sp>
      <p:sp>
        <p:nvSpPr>
          <p:cNvPr id="4" name="Text 1">
            <a:extLst>
              <a:ext uri="{FF2B5EF4-FFF2-40B4-BE49-F238E27FC236}">
                <a16:creationId xmlns:a16="http://schemas.microsoft.com/office/drawing/2014/main" id="{9E7D6D48-F720-9A3E-055F-AF9BDA41E722}"/>
              </a:ext>
            </a:extLst>
          </p:cNvPr>
          <p:cNvSpPr>
            <a:spLocks noGrp="1"/>
          </p:cNvSpPr>
          <p:nvPr>
            <p:ph type="body" sz="half" idx="2" hasCustomPrompt="1"/>
          </p:nvPr>
        </p:nvSpPr>
        <p:spPr>
          <a:xfrm>
            <a:off x="861513" y="4151086"/>
            <a:ext cx="2099401" cy="798285"/>
          </a:xfrm>
        </p:spPr>
        <p:txBody>
          <a:bodyPr/>
          <a:lstStyle>
            <a:lvl1pPr marL="0" indent="0">
              <a:buNone/>
              <a:defRPr kumimoji="0" lang="en-GB" sz="14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dirty="0"/>
              <a:t>Place text here </a:t>
            </a:r>
          </a:p>
        </p:txBody>
      </p:sp>
      <p:cxnSp>
        <p:nvCxnSpPr>
          <p:cNvPr id="14" name="Straight Connector 1">
            <a:extLst>
              <a:ext uri="{FF2B5EF4-FFF2-40B4-BE49-F238E27FC236}">
                <a16:creationId xmlns:a16="http://schemas.microsoft.com/office/drawing/2014/main" id="{DEE76BFF-71B0-FA5F-A6DB-23B541DEA007}"/>
              </a:ext>
              <a:ext uri="{C183D7F6-B498-43B3-948B-1728B52AA6E4}">
                <adec:decorative xmlns:adec="http://schemas.microsoft.com/office/drawing/2017/decorative" val="1"/>
              </a:ext>
            </a:extLst>
          </p:cNvPr>
          <p:cNvCxnSpPr>
            <a:cxnSpLocks/>
          </p:cNvCxnSpPr>
          <p:nvPr userDrawn="1"/>
        </p:nvCxnSpPr>
        <p:spPr bwMode="black">
          <a:xfrm>
            <a:off x="861513" y="4945223"/>
            <a:ext cx="2041889"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16" name="Emphasis 1">
            <a:extLst>
              <a:ext uri="{FF2B5EF4-FFF2-40B4-BE49-F238E27FC236}">
                <a16:creationId xmlns:a16="http://schemas.microsoft.com/office/drawing/2014/main" id="{FEAACE1B-BEAD-3920-329D-328DD0C311A1}"/>
              </a:ext>
            </a:extLst>
          </p:cNvPr>
          <p:cNvSpPr>
            <a:spLocks noGrp="1"/>
          </p:cNvSpPr>
          <p:nvPr>
            <p:ph type="body" sz="half" idx="29" hasCustomPrompt="1"/>
          </p:nvPr>
        </p:nvSpPr>
        <p:spPr>
          <a:xfrm>
            <a:off x="861513" y="5020763"/>
            <a:ext cx="2099401" cy="598988"/>
          </a:xfrm>
        </p:spPr>
        <p:txBody>
          <a:bodyPr/>
          <a:lstStyle>
            <a:lvl1pPr marL="0" indent="0">
              <a:buNone/>
              <a:defRPr kumimoji="0" lang="en-GB" sz="40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XX%</a:t>
            </a:r>
          </a:p>
        </p:txBody>
      </p:sp>
      <p:sp>
        <p:nvSpPr>
          <p:cNvPr id="10" name="Rounded Rectangle 2">
            <a:extLst>
              <a:ext uri="{FF2B5EF4-FFF2-40B4-BE49-F238E27FC236}">
                <a16:creationId xmlns:a16="http://schemas.microsoft.com/office/drawing/2014/main" id="{4B3871BA-7671-DB3E-43F7-9884E19BA8B2}"/>
              </a:ext>
              <a:ext uri="{C183D7F6-B498-43B3-948B-1728B52AA6E4}">
                <adec:decorative xmlns:adec="http://schemas.microsoft.com/office/drawing/2017/decorative" val="1"/>
              </a:ext>
            </a:extLst>
          </p:cNvPr>
          <p:cNvSpPr/>
          <p:nvPr userDrawn="1"/>
        </p:nvSpPr>
        <p:spPr bwMode="ltGray">
          <a:xfrm>
            <a:off x="3356928" y="3429000"/>
            <a:ext cx="2667635" cy="2333626"/>
          </a:xfrm>
          <a:prstGeom prst="roundRect">
            <a:avLst>
              <a:gd name="adj" fmla="val 8037"/>
            </a:avLst>
          </a:prstGeom>
          <a:solidFill>
            <a:srgbClr val="EDECF6"/>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2" name="Icon 2">
            <a:extLst>
              <a:ext uri="{FF2B5EF4-FFF2-40B4-BE49-F238E27FC236}">
                <a16:creationId xmlns:a16="http://schemas.microsoft.com/office/drawing/2014/main" id="{7D5D11B1-D31B-90D8-F009-1DF3353083BB}"/>
              </a:ext>
              <a:ext uri="{C183D7F6-B498-43B3-948B-1728B52AA6E4}">
                <adec:decorative xmlns:adec="http://schemas.microsoft.com/office/drawing/2017/decorative" val="1"/>
              </a:ext>
            </a:extLst>
          </p:cNvPr>
          <p:cNvSpPr>
            <a:spLocks noGrp="1"/>
          </p:cNvSpPr>
          <p:nvPr>
            <p:ph type="pic" sz="quarter" idx="47" hasCustomPrompt="1"/>
          </p:nvPr>
        </p:nvSpPr>
        <p:spPr>
          <a:xfrm>
            <a:off x="3669801" y="3660204"/>
            <a:ext cx="360644" cy="358830"/>
          </a:xfrm>
        </p:spPr>
        <p:txBody>
          <a:bodyPr anchor="ctr"/>
          <a:lstStyle>
            <a:lvl1pPr marL="0" indent="0" algn="ctr">
              <a:buNone/>
              <a:defRPr sz="1000">
                <a:latin typeface="+mj-lt"/>
              </a:defRPr>
            </a:lvl1pPr>
          </a:lstStyle>
          <a:p>
            <a:r>
              <a:rPr lang="en-US" noProof="0"/>
              <a:t>Icon</a:t>
            </a:r>
          </a:p>
        </p:txBody>
      </p:sp>
      <p:sp>
        <p:nvSpPr>
          <p:cNvPr id="11" name="Text 2">
            <a:extLst>
              <a:ext uri="{FF2B5EF4-FFF2-40B4-BE49-F238E27FC236}">
                <a16:creationId xmlns:a16="http://schemas.microsoft.com/office/drawing/2014/main" id="{C7E6DEAE-07EC-BA82-0D28-AB61E76AA023}"/>
              </a:ext>
            </a:extLst>
          </p:cNvPr>
          <p:cNvSpPr>
            <a:spLocks noGrp="1"/>
          </p:cNvSpPr>
          <p:nvPr>
            <p:ph type="body" sz="half" idx="28" hasCustomPrompt="1"/>
          </p:nvPr>
        </p:nvSpPr>
        <p:spPr>
          <a:xfrm>
            <a:off x="3669801" y="4151086"/>
            <a:ext cx="2073229" cy="798285"/>
          </a:xfrm>
        </p:spPr>
        <p:txBody>
          <a:bodyPr/>
          <a:lstStyle>
            <a:lvl1pPr marL="0" indent="0">
              <a:buNone/>
              <a:defRPr kumimoji="0" lang="en-GB" sz="14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dirty="0"/>
              <a:t>Place text here </a:t>
            </a:r>
          </a:p>
        </p:txBody>
      </p:sp>
      <p:cxnSp>
        <p:nvCxnSpPr>
          <p:cNvPr id="15" name="Straight Connector 2">
            <a:extLst>
              <a:ext uri="{FF2B5EF4-FFF2-40B4-BE49-F238E27FC236}">
                <a16:creationId xmlns:a16="http://schemas.microsoft.com/office/drawing/2014/main" id="{B92D2906-311B-A86E-3017-E83A4001259C}"/>
              </a:ext>
              <a:ext uri="{C183D7F6-B498-43B3-948B-1728B52AA6E4}">
                <adec:decorative xmlns:adec="http://schemas.microsoft.com/office/drawing/2017/decorative" val="1"/>
              </a:ext>
            </a:extLst>
          </p:cNvPr>
          <p:cNvCxnSpPr>
            <a:cxnSpLocks/>
          </p:cNvCxnSpPr>
          <p:nvPr userDrawn="1"/>
        </p:nvCxnSpPr>
        <p:spPr bwMode="black">
          <a:xfrm>
            <a:off x="3669801" y="4945223"/>
            <a:ext cx="2041889"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17" name="Emphasis 2">
            <a:extLst>
              <a:ext uri="{FF2B5EF4-FFF2-40B4-BE49-F238E27FC236}">
                <a16:creationId xmlns:a16="http://schemas.microsoft.com/office/drawing/2014/main" id="{F39E798C-B808-9EAC-D2A0-1E02EB6AB1BF}"/>
              </a:ext>
              <a:ext uri="{C183D7F6-B498-43B3-948B-1728B52AA6E4}">
                <adec:decorative xmlns:adec="http://schemas.microsoft.com/office/drawing/2017/decorative" val="0"/>
              </a:ext>
            </a:extLst>
          </p:cNvPr>
          <p:cNvSpPr>
            <a:spLocks noGrp="1"/>
          </p:cNvSpPr>
          <p:nvPr>
            <p:ph type="body" sz="half" idx="30" hasCustomPrompt="1"/>
          </p:nvPr>
        </p:nvSpPr>
        <p:spPr>
          <a:xfrm>
            <a:off x="3669801" y="5020763"/>
            <a:ext cx="2073229" cy="598988"/>
          </a:xfrm>
        </p:spPr>
        <p:txBody>
          <a:bodyPr/>
          <a:lstStyle>
            <a:lvl1pPr marL="0" indent="0">
              <a:buNone/>
              <a:defRPr kumimoji="0" lang="en-GB" sz="40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XX%</a:t>
            </a:r>
          </a:p>
        </p:txBody>
      </p:sp>
      <p:sp>
        <p:nvSpPr>
          <p:cNvPr id="3" name="Picture">
            <a:extLst>
              <a:ext uri="{FF2B5EF4-FFF2-40B4-BE49-F238E27FC236}">
                <a16:creationId xmlns:a16="http://schemas.microsoft.com/office/drawing/2014/main" id="{CFE04DBC-D39A-6D3D-392C-E7AA745D0C75}"/>
              </a:ext>
              <a:ext uri="{C183D7F6-B498-43B3-948B-1728B52AA6E4}">
                <adec:decorative xmlns:adec="http://schemas.microsoft.com/office/drawing/2017/decorative" val="1"/>
              </a:ext>
            </a:extLst>
          </p:cNvPr>
          <p:cNvSpPr>
            <a:spLocks noGrp="1"/>
          </p:cNvSpPr>
          <p:nvPr>
            <p:ph type="pic" idx="1" hasCustomPrompt="1"/>
          </p:nvPr>
        </p:nvSpPr>
        <p:spPr bwMode="gray">
          <a:xfrm>
            <a:off x="8034638" y="0"/>
            <a:ext cx="4157362" cy="6857999"/>
          </a:xfrm>
          <a:solidFill>
            <a:srgbClr val="EDECF6"/>
          </a:solidFill>
        </p:spPr>
        <p:txBody>
          <a:bodyPr tIns="91440" bIns="0" anchor="t" anchorCtr="0"/>
          <a:lstStyle>
            <a:lvl1pPr marL="0" indent="0" algn="ctr">
              <a:spcAft>
                <a:spcPts val="0"/>
              </a:spcAft>
              <a:buNone/>
              <a:defRPr sz="1400">
                <a:latin typeface="+mj-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dirty="0"/>
              <a:t>Add picture here, then ‘Send to Back’</a:t>
            </a:r>
          </a:p>
        </p:txBody>
      </p:sp>
      <p:pic>
        <p:nvPicPr>
          <p:cNvPr id="13" name="Pearson Logo" descr="Pearson Logo">
            <a:extLst>
              <a:ext uri="{FF2B5EF4-FFF2-40B4-BE49-F238E27FC236}">
                <a16:creationId xmlns:a16="http://schemas.microsoft.com/office/drawing/2014/main" id="{8BB65226-9298-067D-5C03-ED736DC13BBD}"/>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36566249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con with Text and Data x2 B">
    <p:bg bwMode="gray">
      <p:bgPr>
        <a:solidFill>
          <a:srgbClr val="EDECF6"/>
        </a:solidFill>
        <a:effectLst/>
      </p:bgPr>
    </p:bg>
    <p:spTree>
      <p:nvGrpSpPr>
        <p:cNvPr id="1" name=""/>
        <p:cNvGrpSpPr/>
        <p:nvPr/>
      </p:nvGrpSpPr>
      <p:grpSpPr>
        <a:xfrm>
          <a:off x="0" y="0"/>
          <a:ext cx="0" cy="0"/>
          <a:chOff x="0" y="0"/>
          <a:chExt cx="0" cy="0"/>
        </a:xfrm>
      </p:grpSpPr>
      <p:sp>
        <p:nvSpPr>
          <p:cNvPr id="2" name="Section">
            <a:extLst>
              <a:ext uri="{FF2B5EF4-FFF2-40B4-BE49-F238E27FC236}">
                <a16:creationId xmlns:a16="http://schemas.microsoft.com/office/drawing/2014/main" id="{4CCDD28A-023B-F35D-B686-793D5175B47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lang="en-US" sz="1000" kern="1200" cap="all" baseline="0" dirty="0">
                <a:solidFill>
                  <a:srgbClr val="512EAB"/>
                </a:solidFill>
                <a:latin typeface="+mj-lt"/>
                <a:ea typeface="+mn-ea"/>
                <a:cs typeface="Segoe UI" panose="020B0502040204020203" pitchFamily="34" charset="0"/>
              </a:defRPr>
            </a:lvl1pPr>
          </a:lstStyle>
          <a:p>
            <a:pPr marL="0" lvl="0" indent="0" algn="l" defTabSz="914400" rtl="0" eaLnBrk="1" latinLnBrk="0" hangingPunct="1">
              <a:lnSpc>
                <a:spcPct val="100000"/>
              </a:lnSpc>
              <a:spcBef>
                <a:spcPts val="0"/>
              </a:spcBef>
              <a:spcAft>
                <a:spcPts val="0"/>
              </a:spcAft>
              <a:buFont typeface="Plus Jakarta Sans" panose="020B0604020202020204" pitchFamily="34" charset="0"/>
              <a:buNone/>
            </a:pPr>
            <a:r>
              <a:rPr lang="en-US" noProof="0" dirty="0"/>
              <a:t>Section title</a:t>
            </a:r>
          </a:p>
        </p:txBody>
      </p:sp>
      <p:sp>
        <p:nvSpPr>
          <p:cNvPr id="8" name="Title">
            <a:extLst>
              <a:ext uri="{FF2B5EF4-FFF2-40B4-BE49-F238E27FC236}">
                <a16:creationId xmlns:a16="http://schemas.microsoft.com/office/drawing/2014/main" id="{BD66E5D9-89E4-452D-81E9-305BE3BC55CC}"/>
              </a:ext>
            </a:extLst>
          </p:cNvPr>
          <p:cNvSpPr>
            <a:spLocks noGrp="1"/>
          </p:cNvSpPr>
          <p:nvPr>
            <p:ph type="title" hasCustomPrompt="1"/>
          </p:nvPr>
        </p:nvSpPr>
        <p:spPr>
          <a:xfrm>
            <a:off x="1482725" y="1731964"/>
            <a:ext cx="4260306" cy="1345066"/>
          </a:xfrm>
        </p:spPr>
        <p:txBody>
          <a:bodyPr/>
          <a:lstStyle>
            <a:lvl1pPr>
              <a:defRPr sz="3200">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endParaRPr lang="en-US" noProof="0" dirty="0"/>
          </a:p>
        </p:txBody>
      </p:sp>
      <p:sp>
        <p:nvSpPr>
          <p:cNvPr id="9" name="Icon 1">
            <a:extLst>
              <a:ext uri="{FF2B5EF4-FFF2-40B4-BE49-F238E27FC236}">
                <a16:creationId xmlns:a16="http://schemas.microsoft.com/office/drawing/2014/main" id="{994A4869-87A3-7BFE-8AAF-9B6832E7CB65}"/>
              </a:ext>
              <a:ext uri="{C183D7F6-B498-43B3-948B-1728B52AA6E4}">
                <adec:decorative xmlns:adec="http://schemas.microsoft.com/office/drawing/2017/decorative" val="1"/>
              </a:ext>
            </a:extLst>
          </p:cNvPr>
          <p:cNvSpPr>
            <a:spLocks noGrp="1"/>
          </p:cNvSpPr>
          <p:nvPr>
            <p:ph type="pic" sz="quarter" idx="46" hasCustomPrompt="1"/>
          </p:nvPr>
        </p:nvSpPr>
        <p:spPr>
          <a:xfrm>
            <a:off x="1488077" y="3684395"/>
            <a:ext cx="530352" cy="527684"/>
          </a:xfrm>
        </p:spPr>
        <p:txBody>
          <a:bodyPr anchor="ctr"/>
          <a:lstStyle>
            <a:lvl1pPr marL="0" indent="0" algn="ctr">
              <a:buNone/>
              <a:defRPr sz="1000">
                <a:latin typeface="+mj-lt"/>
              </a:defRPr>
            </a:lvl1pPr>
          </a:lstStyle>
          <a:p>
            <a:r>
              <a:rPr lang="en-US" noProof="0"/>
              <a:t>Icon</a:t>
            </a:r>
          </a:p>
        </p:txBody>
      </p:sp>
      <p:sp>
        <p:nvSpPr>
          <p:cNvPr id="16" name="Subhead 1">
            <a:extLst>
              <a:ext uri="{FF2B5EF4-FFF2-40B4-BE49-F238E27FC236}">
                <a16:creationId xmlns:a16="http://schemas.microsoft.com/office/drawing/2014/main" id="{FEAACE1B-BEAD-3920-329D-328DD0C311A1}"/>
              </a:ext>
            </a:extLst>
          </p:cNvPr>
          <p:cNvSpPr>
            <a:spLocks noGrp="1"/>
          </p:cNvSpPr>
          <p:nvPr>
            <p:ph type="body" sz="half" idx="29" hasCustomPrompt="1"/>
          </p:nvPr>
        </p:nvSpPr>
        <p:spPr>
          <a:xfrm>
            <a:off x="1488077" y="4349617"/>
            <a:ext cx="2099401" cy="598988"/>
          </a:xfrm>
        </p:spPr>
        <p:txBody>
          <a:bodyPr/>
          <a:lstStyle>
            <a:lvl1pPr marL="0" indent="0">
              <a:buNone/>
              <a:defRPr kumimoji="0" lang="en-GB" sz="40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XX%</a:t>
            </a:r>
          </a:p>
        </p:txBody>
      </p:sp>
      <p:sp>
        <p:nvSpPr>
          <p:cNvPr id="4" name="Text 1">
            <a:extLst>
              <a:ext uri="{FF2B5EF4-FFF2-40B4-BE49-F238E27FC236}">
                <a16:creationId xmlns:a16="http://schemas.microsoft.com/office/drawing/2014/main" id="{9E7D6D48-F720-9A3E-055F-AF9BDA41E722}"/>
              </a:ext>
            </a:extLst>
          </p:cNvPr>
          <p:cNvSpPr>
            <a:spLocks noGrp="1"/>
          </p:cNvSpPr>
          <p:nvPr>
            <p:ph type="body" sz="half" idx="2" hasCustomPrompt="1"/>
          </p:nvPr>
        </p:nvSpPr>
        <p:spPr>
          <a:xfrm>
            <a:off x="1488077" y="4993756"/>
            <a:ext cx="2099401" cy="598989"/>
          </a:xfrm>
        </p:spPr>
        <p:txBody>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lang="en-GB" sz="1200" kern="1200" dirty="0">
                <a:solidFill>
                  <a:schemeClr val="tx2"/>
                </a:solidFill>
                <a:latin typeface="+mj-lt"/>
                <a:ea typeface="+mn-ea"/>
                <a:cs typeface="Segoe UI"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dirty="0"/>
              <a:t>Place text here </a:t>
            </a:r>
          </a:p>
        </p:txBody>
      </p:sp>
      <p:sp>
        <p:nvSpPr>
          <p:cNvPr id="10" name="Icon 2">
            <a:extLst>
              <a:ext uri="{FF2B5EF4-FFF2-40B4-BE49-F238E27FC236}">
                <a16:creationId xmlns:a16="http://schemas.microsoft.com/office/drawing/2014/main" id="{BED0C63F-D92F-A8AC-3577-7ECD10DF50F8}"/>
              </a:ext>
              <a:ext uri="{C183D7F6-B498-43B3-948B-1728B52AA6E4}">
                <adec:decorative xmlns:adec="http://schemas.microsoft.com/office/drawing/2017/decorative" val="1"/>
              </a:ext>
            </a:extLst>
          </p:cNvPr>
          <p:cNvSpPr>
            <a:spLocks noGrp="1"/>
          </p:cNvSpPr>
          <p:nvPr>
            <p:ph type="pic" sz="quarter" idx="47" hasCustomPrompt="1"/>
          </p:nvPr>
        </p:nvSpPr>
        <p:spPr>
          <a:xfrm>
            <a:off x="3771401" y="3684395"/>
            <a:ext cx="530352" cy="527684"/>
          </a:xfrm>
        </p:spPr>
        <p:txBody>
          <a:bodyPr anchor="ctr"/>
          <a:lstStyle>
            <a:lvl1pPr marL="0" indent="0" algn="ctr">
              <a:buNone/>
              <a:defRPr sz="1000">
                <a:latin typeface="+mj-lt"/>
              </a:defRPr>
            </a:lvl1pPr>
          </a:lstStyle>
          <a:p>
            <a:r>
              <a:rPr lang="en-US" noProof="0"/>
              <a:t>Icon</a:t>
            </a:r>
          </a:p>
        </p:txBody>
      </p:sp>
      <p:sp>
        <p:nvSpPr>
          <p:cNvPr id="17" name="Subhead 2">
            <a:extLst>
              <a:ext uri="{FF2B5EF4-FFF2-40B4-BE49-F238E27FC236}">
                <a16:creationId xmlns:a16="http://schemas.microsoft.com/office/drawing/2014/main" id="{F39E798C-B808-9EAC-D2A0-1E02EB6AB1BF}"/>
              </a:ext>
            </a:extLst>
          </p:cNvPr>
          <p:cNvSpPr>
            <a:spLocks noGrp="1"/>
          </p:cNvSpPr>
          <p:nvPr>
            <p:ph type="body" sz="half" idx="30" hasCustomPrompt="1"/>
          </p:nvPr>
        </p:nvSpPr>
        <p:spPr>
          <a:xfrm>
            <a:off x="3771401" y="4349617"/>
            <a:ext cx="2073229" cy="598988"/>
          </a:xfrm>
        </p:spPr>
        <p:txBody>
          <a:bodyPr/>
          <a:lstStyle>
            <a:lvl1pPr marL="0" indent="0">
              <a:buNone/>
              <a:defRPr kumimoji="0" lang="en-GB" sz="40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XX%</a:t>
            </a:r>
          </a:p>
        </p:txBody>
      </p:sp>
      <p:sp>
        <p:nvSpPr>
          <p:cNvPr id="11" name="Text 2">
            <a:extLst>
              <a:ext uri="{FF2B5EF4-FFF2-40B4-BE49-F238E27FC236}">
                <a16:creationId xmlns:a16="http://schemas.microsoft.com/office/drawing/2014/main" id="{C7E6DEAE-07EC-BA82-0D28-AB61E76AA023}"/>
              </a:ext>
            </a:extLst>
          </p:cNvPr>
          <p:cNvSpPr>
            <a:spLocks noGrp="1"/>
          </p:cNvSpPr>
          <p:nvPr>
            <p:ph type="body" sz="half" idx="28" hasCustomPrompt="1"/>
          </p:nvPr>
        </p:nvSpPr>
        <p:spPr>
          <a:xfrm>
            <a:off x="3771401" y="4993756"/>
            <a:ext cx="2073229" cy="598989"/>
          </a:xfrm>
        </p:spPr>
        <p:txBody>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lang="en-GB" sz="1200" kern="1200" dirty="0">
                <a:solidFill>
                  <a:schemeClr val="tx2"/>
                </a:solidFill>
                <a:latin typeface="+mj-lt"/>
                <a:ea typeface="+mn-ea"/>
                <a:cs typeface="Segoe UI"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a:t>Place text here </a:t>
            </a:r>
          </a:p>
        </p:txBody>
      </p:sp>
      <p:cxnSp>
        <p:nvCxnSpPr>
          <p:cNvPr id="5" name="Straight Connector">
            <a:extLst>
              <a:ext uri="{FF2B5EF4-FFF2-40B4-BE49-F238E27FC236}">
                <a16:creationId xmlns:a16="http://schemas.microsoft.com/office/drawing/2014/main" id="{BD220C2B-AB8E-9F7A-0E6F-38DC50148B2D}"/>
              </a:ext>
              <a:ext uri="{C183D7F6-B498-43B3-948B-1728B52AA6E4}">
                <adec:decorative xmlns:adec="http://schemas.microsoft.com/office/drawing/2017/decorative" val="1"/>
              </a:ext>
            </a:extLst>
          </p:cNvPr>
          <p:cNvCxnSpPr>
            <a:cxnSpLocks/>
          </p:cNvCxnSpPr>
          <p:nvPr userDrawn="1"/>
        </p:nvCxnSpPr>
        <p:spPr bwMode="black">
          <a:xfrm>
            <a:off x="1485265" y="5769910"/>
            <a:ext cx="4151742" cy="0"/>
          </a:xfrm>
          <a:prstGeom prst="line">
            <a:avLst/>
          </a:prstGeom>
          <a:ln w="12700">
            <a:solidFill>
              <a:srgbClr val="512EAB"/>
            </a:solidFill>
          </a:ln>
        </p:spPr>
        <p:style>
          <a:lnRef idx="2">
            <a:schemeClr val="accent1"/>
          </a:lnRef>
          <a:fillRef idx="0">
            <a:schemeClr val="accent1"/>
          </a:fillRef>
          <a:effectRef idx="1">
            <a:schemeClr val="accent1"/>
          </a:effectRef>
          <a:fontRef idx="minor">
            <a:schemeClr val="tx1"/>
          </a:fontRef>
        </p:style>
      </p:cxnSp>
      <p:sp>
        <p:nvSpPr>
          <p:cNvPr id="3" name="Picture">
            <a:extLst>
              <a:ext uri="{FF2B5EF4-FFF2-40B4-BE49-F238E27FC236}">
                <a16:creationId xmlns:a16="http://schemas.microsoft.com/office/drawing/2014/main" id="{CFE04DBC-D39A-6D3D-392C-E7AA745D0C75}"/>
              </a:ext>
              <a:ext uri="{C183D7F6-B498-43B3-948B-1728B52AA6E4}">
                <adec:decorative xmlns:adec="http://schemas.microsoft.com/office/drawing/2017/decorative" val="1"/>
              </a:ext>
            </a:extLst>
          </p:cNvPr>
          <p:cNvSpPr>
            <a:spLocks noGrp="1"/>
          </p:cNvSpPr>
          <p:nvPr>
            <p:ph type="pic" idx="1" hasCustomPrompt="1"/>
          </p:nvPr>
        </p:nvSpPr>
        <p:spPr bwMode="gray">
          <a:xfrm>
            <a:off x="6165850" y="1096963"/>
            <a:ext cx="4540250" cy="4665662"/>
          </a:xfrm>
          <a:prstGeom prst="roundRect">
            <a:avLst>
              <a:gd name="adj" fmla="val 4080"/>
            </a:avLst>
          </a:prstGeom>
          <a:solidFill>
            <a:srgbClr val="C1BFFF"/>
          </a:solidFill>
        </p:spPr>
        <p:txBody>
          <a:bodyPr tIns="91440" bIns="0" anchor="t" anchorCtr="0"/>
          <a:lstStyle>
            <a:lvl1pPr marL="0" indent="0" algn="ctr">
              <a:spcAft>
                <a:spcPts val="0"/>
              </a:spcAft>
              <a:buNone/>
              <a:defRPr sz="1400">
                <a:latin typeface="+mj-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dirty="0"/>
              <a:t>Add picture here</a:t>
            </a:r>
          </a:p>
        </p:txBody>
      </p:sp>
      <p:pic>
        <p:nvPicPr>
          <p:cNvPr id="12" name="Pearson Logo" descr="Pearson Logo">
            <a:extLst>
              <a:ext uri="{FF2B5EF4-FFF2-40B4-BE49-F238E27FC236}">
                <a16:creationId xmlns:a16="http://schemas.microsoft.com/office/drawing/2014/main" id="{15CA4AFD-0F37-758A-1E94-E7DFFB2D3360}"/>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9923215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am Profile x4">
    <p:bg bwMode="ltGray">
      <p:bgPr>
        <a:solidFill>
          <a:srgbClr val="EDECF6"/>
        </a:solidFill>
        <a:effectLst/>
      </p:bgPr>
    </p:bg>
    <p:spTree>
      <p:nvGrpSpPr>
        <p:cNvPr id="1" name=""/>
        <p:cNvGrpSpPr/>
        <p:nvPr/>
      </p:nvGrpSpPr>
      <p:grpSpPr>
        <a:xfrm>
          <a:off x="0" y="0"/>
          <a:ext cx="0" cy="0"/>
          <a:chOff x="0" y="0"/>
          <a:chExt cx="0" cy="0"/>
        </a:xfrm>
      </p:grpSpPr>
      <p:sp>
        <p:nvSpPr>
          <p:cNvPr id="3" name="Line Waves">
            <a:extLst>
              <a:ext uri="{FF2B5EF4-FFF2-40B4-BE49-F238E27FC236}">
                <a16:creationId xmlns:a16="http://schemas.microsoft.com/office/drawing/2014/main" id="{D186FDAB-7949-432D-448A-914280C408BA}"/>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ltGray">
          <a:xfrm>
            <a:off x="0" y="1765261"/>
            <a:ext cx="2324100" cy="4270115"/>
          </a:xfrm>
          <a:custGeom>
            <a:avLst/>
            <a:gdLst>
              <a:gd name="connsiteX0" fmla="*/ 0 w 2324100"/>
              <a:gd name="connsiteY0" fmla="*/ 692727 h 4270115"/>
              <a:gd name="connsiteX1" fmla="*/ 23841 w 2324100"/>
              <a:gd name="connsiteY1" fmla="*/ 731059 h 4270115"/>
              <a:gd name="connsiteX2" fmla="*/ 443757 w 2324100"/>
              <a:gd name="connsiteY2" fmla="*/ 2145682 h 4270115"/>
              <a:gd name="connsiteX3" fmla="*/ 443213 w 2324100"/>
              <a:gd name="connsiteY3" fmla="*/ 2145682 h 4270115"/>
              <a:gd name="connsiteX4" fmla="*/ 31412 w 2324100"/>
              <a:gd name="connsiteY4" fmla="*/ 3546472 h 4270115"/>
              <a:gd name="connsiteX5" fmla="*/ 0 w 2324100"/>
              <a:gd name="connsiteY5" fmla="*/ 3597467 h 4270115"/>
              <a:gd name="connsiteX6" fmla="*/ 0 w 2324100"/>
              <a:gd name="connsiteY6" fmla="*/ 3551763 h 4270115"/>
              <a:gd name="connsiteX7" fmla="*/ 37371 w 2324100"/>
              <a:gd name="connsiteY7" fmla="*/ 3488643 h 4270115"/>
              <a:gd name="connsiteX8" fmla="*/ 417059 w 2324100"/>
              <a:gd name="connsiteY8" fmla="*/ 2145137 h 4270115"/>
              <a:gd name="connsiteX9" fmla="*/ 37371 w 2324100"/>
              <a:gd name="connsiteY9" fmla="*/ 801632 h 4270115"/>
              <a:gd name="connsiteX10" fmla="*/ 0 w 2324100"/>
              <a:gd name="connsiteY10" fmla="*/ 738512 h 4270115"/>
              <a:gd name="connsiteX11" fmla="*/ 0 w 2324100"/>
              <a:gd name="connsiteY11" fmla="*/ 164941 h 4270115"/>
              <a:gd name="connsiteX12" fmla="*/ 53886 w 2324100"/>
              <a:gd name="connsiteY12" fmla="*/ 214190 h 4270115"/>
              <a:gd name="connsiteX13" fmla="*/ 1070357 w 2324100"/>
              <a:gd name="connsiteY13" fmla="*/ 2140779 h 4270115"/>
              <a:gd name="connsiteX14" fmla="*/ 178528 w 2324100"/>
              <a:gd name="connsiteY14" fmla="*/ 3948521 h 4270115"/>
              <a:gd name="connsiteX15" fmla="*/ 0 w 2324100"/>
              <a:gd name="connsiteY15" fmla="*/ 4116957 h 4270115"/>
              <a:gd name="connsiteX16" fmla="*/ 0 w 2324100"/>
              <a:gd name="connsiteY16" fmla="*/ 4077047 h 4270115"/>
              <a:gd name="connsiteX17" fmla="*/ 38919 w 2324100"/>
              <a:gd name="connsiteY17" fmla="*/ 4041827 h 4270115"/>
              <a:gd name="connsiteX18" fmla="*/ 1042569 w 2324100"/>
              <a:gd name="connsiteY18" fmla="*/ 2140234 h 4270115"/>
              <a:gd name="connsiteX19" fmla="*/ 38919 w 2324100"/>
              <a:gd name="connsiteY19" fmla="*/ 238641 h 4270115"/>
              <a:gd name="connsiteX20" fmla="*/ 0 w 2324100"/>
              <a:gd name="connsiteY20" fmla="*/ 203505 h 4270115"/>
              <a:gd name="connsiteX21" fmla="*/ 232349 w 2324100"/>
              <a:gd name="connsiteY21" fmla="*/ 145468 h 4270115"/>
              <a:gd name="connsiteX22" fmla="*/ 624110 w 2324100"/>
              <a:gd name="connsiteY22" fmla="*/ 429345 h 4270115"/>
              <a:gd name="connsiteX23" fmla="*/ 1696956 w 2324100"/>
              <a:gd name="connsiteY23" fmla="*/ 2135330 h 4270115"/>
              <a:gd name="connsiteX24" fmla="*/ 624110 w 2324100"/>
              <a:gd name="connsiteY24" fmla="*/ 3841315 h 4270115"/>
              <a:gd name="connsiteX25" fmla="*/ 275938 w 2324100"/>
              <a:gd name="connsiteY25" fmla="*/ 4096313 h 4270115"/>
              <a:gd name="connsiteX26" fmla="*/ 275938 w 2324100"/>
              <a:gd name="connsiteY26" fmla="*/ 4096859 h 4270115"/>
              <a:gd name="connsiteX27" fmla="*/ 2296312 w 2324100"/>
              <a:gd name="connsiteY27" fmla="*/ 2130971 h 4270115"/>
              <a:gd name="connsiteX28" fmla="*/ 232349 w 2324100"/>
              <a:gd name="connsiteY28" fmla="*/ 145468 h 4270115"/>
              <a:gd name="connsiteX29" fmla="*/ 0 w 2324100"/>
              <a:gd name="connsiteY29" fmla="*/ 0 h 4270115"/>
              <a:gd name="connsiteX30" fmla="*/ 101580 w 2324100"/>
              <a:gd name="connsiteY30" fmla="*/ 60469 h 4270115"/>
              <a:gd name="connsiteX31" fmla="*/ 1190228 w 2324100"/>
              <a:gd name="connsiteY31" fmla="*/ 638575 h 4270115"/>
              <a:gd name="connsiteX32" fmla="*/ 1190773 w 2324100"/>
              <a:gd name="connsiteY32" fmla="*/ 638575 h 4270115"/>
              <a:gd name="connsiteX33" fmla="*/ 2324100 w 2324100"/>
              <a:gd name="connsiteY33" fmla="*/ 2129882 h 4270115"/>
              <a:gd name="connsiteX34" fmla="*/ 1190773 w 2324100"/>
              <a:gd name="connsiteY34" fmla="*/ 3621188 h 4270115"/>
              <a:gd name="connsiteX35" fmla="*/ 144624 w 2324100"/>
              <a:gd name="connsiteY35" fmla="*/ 4182403 h 4270115"/>
              <a:gd name="connsiteX36" fmla="*/ 0 w 2324100"/>
              <a:gd name="connsiteY36" fmla="*/ 4270115 h 4270115"/>
              <a:gd name="connsiteX37" fmla="*/ 0 w 2324100"/>
              <a:gd name="connsiteY37" fmla="*/ 4228907 h 4270115"/>
              <a:gd name="connsiteX38" fmla="*/ 44450 w 2324100"/>
              <a:gd name="connsiteY38" fmla="*/ 4203853 h 4270115"/>
              <a:gd name="connsiteX39" fmla="*/ 133727 w 2324100"/>
              <a:gd name="connsiteY39" fmla="*/ 4157883 h 4270115"/>
              <a:gd name="connsiteX40" fmla="*/ 607218 w 2324100"/>
              <a:gd name="connsiteY40" fmla="*/ 3820065 h 4270115"/>
              <a:gd name="connsiteX41" fmla="*/ 1669713 w 2324100"/>
              <a:gd name="connsiteY41" fmla="*/ 2135330 h 4270115"/>
              <a:gd name="connsiteX42" fmla="*/ 607218 w 2324100"/>
              <a:gd name="connsiteY42" fmla="*/ 450595 h 4270115"/>
              <a:gd name="connsiteX43" fmla="*/ 3930 w 2324100"/>
              <a:gd name="connsiteY43" fmla="*/ 36507 h 4270115"/>
              <a:gd name="connsiteX44" fmla="*/ 0 w 2324100"/>
              <a:gd name="connsiteY44" fmla="*/ 33977 h 4270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324100" h="4270115">
                <a:moveTo>
                  <a:pt x="0" y="692727"/>
                </a:moveTo>
                <a:lnTo>
                  <a:pt x="23841" y="731059"/>
                </a:lnTo>
                <a:cubicBezTo>
                  <a:pt x="271572" y="1154274"/>
                  <a:pt x="443757" y="1636264"/>
                  <a:pt x="443757" y="2145682"/>
                </a:cubicBezTo>
                <a:lnTo>
                  <a:pt x="443213" y="2145682"/>
                </a:lnTo>
                <a:cubicBezTo>
                  <a:pt x="443213" y="2649618"/>
                  <a:pt x="274782" y="3126647"/>
                  <a:pt x="31412" y="3546472"/>
                </a:cubicBezTo>
                <a:lnTo>
                  <a:pt x="0" y="3597467"/>
                </a:lnTo>
                <a:lnTo>
                  <a:pt x="0" y="3551763"/>
                </a:lnTo>
                <a:lnTo>
                  <a:pt x="37371" y="3488643"/>
                </a:lnTo>
                <a:cubicBezTo>
                  <a:pt x="339541" y="2949468"/>
                  <a:pt x="417059" y="2482275"/>
                  <a:pt x="417059" y="2145137"/>
                </a:cubicBezTo>
                <a:cubicBezTo>
                  <a:pt x="417059" y="1808000"/>
                  <a:pt x="339541" y="1340807"/>
                  <a:pt x="37371" y="801632"/>
                </a:cubicBezTo>
                <a:lnTo>
                  <a:pt x="0" y="738512"/>
                </a:lnTo>
                <a:close/>
                <a:moveTo>
                  <a:pt x="0" y="164941"/>
                </a:moveTo>
                <a:lnTo>
                  <a:pt x="53886" y="214190"/>
                </a:lnTo>
                <a:cubicBezTo>
                  <a:pt x="576910" y="709885"/>
                  <a:pt x="1070357" y="1398668"/>
                  <a:pt x="1070357" y="2140779"/>
                </a:cubicBezTo>
                <a:cubicBezTo>
                  <a:pt x="1070357" y="2836509"/>
                  <a:pt x="652556" y="3469204"/>
                  <a:pt x="178528" y="3948521"/>
                </a:cubicBezTo>
                <a:lnTo>
                  <a:pt x="0" y="4116957"/>
                </a:lnTo>
                <a:lnTo>
                  <a:pt x="0" y="4077047"/>
                </a:lnTo>
                <a:lnTo>
                  <a:pt x="38919" y="4041827"/>
                </a:lnTo>
                <a:cubicBezTo>
                  <a:pt x="496609" y="3609746"/>
                  <a:pt x="1042569" y="2929748"/>
                  <a:pt x="1042569" y="2140234"/>
                </a:cubicBezTo>
                <a:cubicBezTo>
                  <a:pt x="1042569" y="1350719"/>
                  <a:pt x="496609" y="670177"/>
                  <a:pt x="38919" y="238641"/>
                </a:cubicBezTo>
                <a:lnTo>
                  <a:pt x="0" y="203505"/>
                </a:lnTo>
                <a:close/>
                <a:moveTo>
                  <a:pt x="232349" y="145468"/>
                </a:moveTo>
                <a:cubicBezTo>
                  <a:pt x="360392" y="229923"/>
                  <a:pt x="493885" y="325275"/>
                  <a:pt x="624110" y="429345"/>
                </a:cubicBezTo>
                <a:cubicBezTo>
                  <a:pt x="1113401" y="819472"/>
                  <a:pt x="1696956" y="1432449"/>
                  <a:pt x="1696956" y="2135330"/>
                </a:cubicBezTo>
                <a:cubicBezTo>
                  <a:pt x="1696956" y="2838211"/>
                  <a:pt x="1113401" y="3451189"/>
                  <a:pt x="624110" y="3841315"/>
                </a:cubicBezTo>
                <a:cubicBezTo>
                  <a:pt x="508051" y="3933943"/>
                  <a:pt x="390361" y="4018943"/>
                  <a:pt x="275938" y="4096313"/>
                </a:cubicBezTo>
                <a:lnTo>
                  <a:pt x="275938" y="4096859"/>
                </a:lnTo>
                <a:cubicBezTo>
                  <a:pt x="899813" y="3813527"/>
                  <a:pt x="2296312" y="3055068"/>
                  <a:pt x="2296312" y="2130971"/>
                </a:cubicBezTo>
                <a:cubicBezTo>
                  <a:pt x="2296312" y="1206873"/>
                  <a:pt x="831704" y="411365"/>
                  <a:pt x="232349" y="145468"/>
                </a:cubicBezTo>
                <a:close/>
                <a:moveTo>
                  <a:pt x="0" y="0"/>
                </a:moveTo>
                <a:lnTo>
                  <a:pt x="101580" y="60469"/>
                </a:lnTo>
                <a:cubicBezTo>
                  <a:pt x="309719" y="141109"/>
                  <a:pt x="754333" y="348705"/>
                  <a:pt x="1190228" y="638575"/>
                </a:cubicBezTo>
                <a:lnTo>
                  <a:pt x="1190773" y="638575"/>
                </a:lnTo>
                <a:cubicBezTo>
                  <a:pt x="1707854" y="982387"/>
                  <a:pt x="2324100" y="1520173"/>
                  <a:pt x="2324100" y="2129882"/>
                </a:cubicBezTo>
                <a:cubicBezTo>
                  <a:pt x="2324100" y="2739590"/>
                  <a:pt x="1707854" y="3277375"/>
                  <a:pt x="1190773" y="3621188"/>
                </a:cubicBezTo>
                <a:cubicBezTo>
                  <a:pt x="782121" y="3893077"/>
                  <a:pt x="366931" y="4091955"/>
                  <a:pt x="144624" y="4182403"/>
                </a:cubicBezTo>
                <a:lnTo>
                  <a:pt x="0" y="4270115"/>
                </a:lnTo>
                <a:lnTo>
                  <a:pt x="0" y="4228907"/>
                </a:lnTo>
                <a:lnTo>
                  <a:pt x="44450" y="4203853"/>
                </a:lnTo>
                <a:cubicBezTo>
                  <a:pt x="84069" y="4181893"/>
                  <a:pt x="115729" y="4165273"/>
                  <a:pt x="133727" y="4157883"/>
                </a:cubicBezTo>
                <a:cubicBezTo>
                  <a:pt x="283566" y="4062532"/>
                  <a:pt x="444848" y="3949744"/>
                  <a:pt x="607218" y="3820065"/>
                </a:cubicBezTo>
                <a:cubicBezTo>
                  <a:pt x="1092152" y="3433752"/>
                  <a:pt x="1669713" y="2827313"/>
                  <a:pt x="1669713" y="2135330"/>
                </a:cubicBezTo>
                <a:cubicBezTo>
                  <a:pt x="1669713" y="1443347"/>
                  <a:pt x="1092152" y="836907"/>
                  <a:pt x="607218" y="450595"/>
                </a:cubicBezTo>
                <a:cubicBezTo>
                  <a:pt x="452270" y="327114"/>
                  <a:pt x="91661" y="93085"/>
                  <a:pt x="3930" y="36507"/>
                </a:cubicBezTo>
                <a:lnTo>
                  <a:pt x="0" y="33977"/>
                </a:lnTo>
                <a:close/>
              </a:path>
            </a:pathLst>
          </a:custGeom>
          <a:gradFill flip="none" rotWithShape="1">
            <a:gsLst>
              <a:gs pos="0">
                <a:srgbClr val="EDECF6"/>
              </a:gs>
              <a:gs pos="82000">
                <a:srgbClr val="C1BFFF"/>
              </a:gs>
            </a:gsLst>
            <a:lin ang="0" scaled="1"/>
            <a:tileRect/>
          </a:gradFill>
          <a:ln w="20455" cap="flat">
            <a:noFill/>
            <a:prstDash val="solid"/>
            <a:miter/>
          </a:ln>
        </p:spPr>
        <p:txBody>
          <a:bodyPr wrap="square" rtlCol="0" anchor="ctr">
            <a:noAutofit/>
          </a:bodyPr>
          <a:lstStyle/>
          <a:p>
            <a:pPr lvl="0"/>
            <a:endParaRPr lang="en-US" noProof="0">
              <a:latin typeface="+mj-lt"/>
            </a:endParaRPr>
          </a:p>
        </p:txBody>
      </p:sp>
      <p:sp>
        <p:nvSpPr>
          <p:cNvPr id="7" name="Section">
            <a:extLst>
              <a:ext uri="{FF2B5EF4-FFF2-40B4-BE49-F238E27FC236}">
                <a16:creationId xmlns:a16="http://schemas.microsoft.com/office/drawing/2014/main" id="{51008C76-10DB-547B-4449-87B5BDB90F4F}"/>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lang="en-US" sz="1000" kern="1200" cap="all" baseline="0" dirty="0">
                <a:solidFill>
                  <a:srgbClr val="512EAB"/>
                </a:solidFill>
                <a:latin typeface="+mj-lt"/>
                <a:ea typeface="+mn-ea"/>
                <a:cs typeface="Segoe UI" panose="020B0502040204020203" pitchFamily="34" charset="0"/>
              </a:defRPr>
            </a:lvl1pPr>
          </a:lstStyle>
          <a:p>
            <a:pPr marL="0" lvl="0" indent="0" algn="l" defTabSz="914400" rtl="0" eaLnBrk="1" latinLnBrk="0" hangingPunct="1">
              <a:lnSpc>
                <a:spcPct val="100000"/>
              </a:lnSpc>
              <a:spcBef>
                <a:spcPts val="0"/>
              </a:spcBef>
              <a:spcAft>
                <a:spcPts val="0"/>
              </a:spcAft>
              <a:buFont typeface="Plus Jakarta Sans" panose="020B0604020202020204" pitchFamily="34" charset="0"/>
              <a:buNone/>
            </a:pPr>
            <a:r>
              <a:rPr lang="en-US" noProof="0" dirty="0"/>
              <a:t>Section title</a:t>
            </a:r>
          </a:p>
        </p:txBody>
      </p:sp>
      <p:sp>
        <p:nvSpPr>
          <p:cNvPr id="2" name="Title">
            <a:extLst>
              <a:ext uri="{FF2B5EF4-FFF2-40B4-BE49-F238E27FC236}">
                <a16:creationId xmlns:a16="http://schemas.microsoft.com/office/drawing/2014/main" id="{B77DC554-B106-D84B-B0E2-4BB654FA8963}"/>
              </a:ext>
            </a:extLst>
          </p:cNvPr>
          <p:cNvSpPr>
            <a:spLocks noGrp="1"/>
          </p:cNvSpPr>
          <p:nvPr>
            <p:ph type="title" hasCustomPrompt="1"/>
          </p:nvPr>
        </p:nvSpPr>
        <p:spPr>
          <a:xfrm>
            <a:off x="550164" y="1063618"/>
            <a:ext cx="1866011" cy="1603381"/>
          </a:xfrm>
        </p:spPr>
        <p:txBody>
          <a:bodyPr/>
          <a:lstStyle>
            <a:lvl1pPr>
              <a:defRPr>
                <a:latin typeface="+mj-lt"/>
              </a:defRPr>
            </a:lvl1pPr>
          </a:lstStyle>
          <a:p>
            <a:r>
              <a:rPr lang="en-US" noProof="0" dirty="0"/>
              <a:t>Place headline here</a:t>
            </a:r>
          </a:p>
        </p:txBody>
      </p:sp>
      <p:sp>
        <p:nvSpPr>
          <p:cNvPr id="29" name="Picture 1">
            <a:extLst>
              <a:ext uri="{FF2B5EF4-FFF2-40B4-BE49-F238E27FC236}">
                <a16:creationId xmlns:a16="http://schemas.microsoft.com/office/drawing/2014/main" id="{D8581F6C-6922-071F-CA80-4A7DEBE5C40D}"/>
              </a:ext>
              <a:ext uri="{C183D7F6-B498-43B3-948B-1728B52AA6E4}">
                <adec:decorative xmlns:adec="http://schemas.microsoft.com/office/drawing/2017/decorative" val="1"/>
              </a:ext>
            </a:extLst>
          </p:cNvPr>
          <p:cNvSpPr>
            <a:spLocks noGrp="1"/>
          </p:cNvSpPr>
          <p:nvPr>
            <p:ph type="pic" sz="quarter" idx="28" hasCustomPrompt="1"/>
          </p:nvPr>
        </p:nvSpPr>
        <p:spPr bwMode="gray">
          <a:xfrm>
            <a:off x="2804934" y="1106244"/>
            <a:ext cx="2095200" cy="2876400"/>
          </a:xfrm>
          <a:prstGeom prst="roundRect">
            <a:avLst>
              <a:gd name="adj" fmla="val 8029"/>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34" name="Subhead 1">
            <a:extLst>
              <a:ext uri="{FF2B5EF4-FFF2-40B4-BE49-F238E27FC236}">
                <a16:creationId xmlns:a16="http://schemas.microsoft.com/office/drawing/2014/main" id="{BCC06B0D-5D4C-DCF5-57E9-7618AF2949ED}"/>
              </a:ext>
            </a:extLst>
          </p:cNvPr>
          <p:cNvSpPr>
            <a:spLocks noGrp="1"/>
          </p:cNvSpPr>
          <p:nvPr>
            <p:ph type="body" idx="1" hasCustomPrompt="1"/>
          </p:nvPr>
        </p:nvSpPr>
        <p:spPr>
          <a:xfrm>
            <a:off x="2792395" y="4175434"/>
            <a:ext cx="2095200" cy="493200"/>
          </a:xfrm>
        </p:spPr>
        <p:txBody>
          <a:bodyPr wrap="none"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err="1"/>
              <a:t>Firstname</a:t>
            </a:r>
            <a:r>
              <a:rPr lang="en-US" noProof="0" dirty="0"/>
              <a:t> </a:t>
            </a:r>
            <a:br>
              <a:rPr lang="en-US" noProof="0" dirty="0"/>
            </a:br>
            <a:r>
              <a:rPr lang="en-US" noProof="0" dirty="0"/>
              <a:t>Lastname</a:t>
            </a:r>
          </a:p>
        </p:txBody>
      </p:sp>
      <p:sp>
        <p:nvSpPr>
          <p:cNvPr id="35" name="Overview 1">
            <a:extLst>
              <a:ext uri="{FF2B5EF4-FFF2-40B4-BE49-F238E27FC236}">
                <a16:creationId xmlns:a16="http://schemas.microsoft.com/office/drawing/2014/main" id="{C7FD8158-E7E5-5628-6617-9E0287C2ACB6}"/>
              </a:ext>
            </a:extLst>
          </p:cNvPr>
          <p:cNvSpPr>
            <a:spLocks noGrp="1"/>
          </p:cNvSpPr>
          <p:nvPr>
            <p:ph type="body" sz="quarter" idx="14" hasCustomPrompt="1"/>
          </p:nvPr>
        </p:nvSpPr>
        <p:spPr>
          <a:xfrm>
            <a:off x="2792395" y="4732768"/>
            <a:ext cx="2095200" cy="4932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Role, Department </a:t>
            </a:r>
            <a:br>
              <a:rPr lang="en-US" noProof="0" dirty="0"/>
            </a:br>
            <a:r>
              <a:rPr lang="en-US" noProof="0" dirty="0"/>
              <a:t>Location</a:t>
            </a:r>
          </a:p>
        </p:txBody>
      </p:sp>
      <p:sp>
        <p:nvSpPr>
          <p:cNvPr id="36" name="Text 1">
            <a:extLst>
              <a:ext uri="{FF2B5EF4-FFF2-40B4-BE49-F238E27FC236}">
                <a16:creationId xmlns:a16="http://schemas.microsoft.com/office/drawing/2014/main" id="{8029DF93-39A4-DCC9-B520-0C8C8DA19EF8}"/>
              </a:ext>
            </a:extLst>
          </p:cNvPr>
          <p:cNvSpPr>
            <a:spLocks noGrp="1"/>
          </p:cNvSpPr>
          <p:nvPr>
            <p:ph type="body" sz="quarter" idx="33" hasCustomPrompt="1"/>
          </p:nvPr>
        </p:nvSpPr>
        <p:spPr>
          <a:xfrm>
            <a:off x="2792395" y="5214576"/>
            <a:ext cx="2095200" cy="8208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short bio here, </a:t>
            </a:r>
            <a:br>
              <a:rPr lang="en-US" noProof="0" dirty="0"/>
            </a:br>
            <a:r>
              <a:rPr lang="en-US" noProof="0" dirty="0"/>
              <a:t>lorem ipsum dolor sit </a:t>
            </a:r>
            <a:r>
              <a:rPr lang="en-US" noProof="0" dirty="0" err="1"/>
              <a:t>amet</a:t>
            </a:r>
            <a:r>
              <a:rPr lang="en-US" noProof="0" dirty="0"/>
              <a:t> </a:t>
            </a:r>
            <a:r>
              <a:rPr lang="en-US" noProof="0" dirty="0" err="1"/>
              <a:t>adipiscing</a:t>
            </a:r>
            <a:r>
              <a:rPr lang="en-US" noProof="0" dirty="0"/>
              <a:t> </a:t>
            </a:r>
            <a:r>
              <a:rPr lang="en-US" noProof="0" dirty="0" err="1"/>
              <a:t>elit</a:t>
            </a:r>
            <a:r>
              <a:rPr lang="en-US" noProof="0" dirty="0"/>
              <a:t>.</a:t>
            </a:r>
          </a:p>
        </p:txBody>
      </p:sp>
      <p:sp>
        <p:nvSpPr>
          <p:cNvPr id="30" name="Picture 2">
            <a:extLst>
              <a:ext uri="{FF2B5EF4-FFF2-40B4-BE49-F238E27FC236}">
                <a16:creationId xmlns:a16="http://schemas.microsoft.com/office/drawing/2014/main" id="{7F1232CD-8F02-2A62-26C1-B866F446AC0A}"/>
              </a:ext>
              <a:ext uri="{C183D7F6-B498-43B3-948B-1728B52AA6E4}">
                <adec:decorative xmlns:adec="http://schemas.microsoft.com/office/drawing/2017/decorative" val="1"/>
              </a:ext>
            </a:extLst>
          </p:cNvPr>
          <p:cNvSpPr>
            <a:spLocks noGrp="1"/>
          </p:cNvSpPr>
          <p:nvPr>
            <p:ph type="pic" sz="quarter" idx="29" hasCustomPrompt="1"/>
          </p:nvPr>
        </p:nvSpPr>
        <p:spPr bwMode="gray">
          <a:xfrm>
            <a:off x="5054052" y="1106244"/>
            <a:ext cx="2095200" cy="2876400"/>
          </a:xfrm>
          <a:prstGeom prst="roundRect">
            <a:avLst>
              <a:gd name="adj" fmla="val 8029"/>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37" name="Subhead 2">
            <a:extLst>
              <a:ext uri="{FF2B5EF4-FFF2-40B4-BE49-F238E27FC236}">
                <a16:creationId xmlns:a16="http://schemas.microsoft.com/office/drawing/2014/main" id="{AA29FE22-EC43-8F1F-0422-5140B5E16765}"/>
              </a:ext>
            </a:extLst>
          </p:cNvPr>
          <p:cNvSpPr>
            <a:spLocks noGrp="1"/>
          </p:cNvSpPr>
          <p:nvPr>
            <p:ph type="body" idx="34" hasCustomPrompt="1"/>
          </p:nvPr>
        </p:nvSpPr>
        <p:spPr>
          <a:xfrm>
            <a:off x="5041513" y="4175434"/>
            <a:ext cx="2095200" cy="493200"/>
          </a:xfrm>
        </p:spPr>
        <p:txBody>
          <a:bodyPr wrap="none"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err="1"/>
              <a:t>Firstname</a:t>
            </a:r>
            <a:r>
              <a:rPr lang="en-US" noProof="0"/>
              <a:t> </a:t>
            </a:r>
            <a:br>
              <a:rPr lang="en-US" noProof="0"/>
            </a:br>
            <a:r>
              <a:rPr lang="en-US" noProof="0" err="1"/>
              <a:t>Lastname</a:t>
            </a:r>
            <a:endParaRPr lang="en-US" noProof="0"/>
          </a:p>
        </p:txBody>
      </p:sp>
      <p:sp>
        <p:nvSpPr>
          <p:cNvPr id="38" name="Overview 2">
            <a:extLst>
              <a:ext uri="{FF2B5EF4-FFF2-40B4-BE49-F238E27FC236}">
                <a16:creationId xmlns:a16="http://schemas.microsoft.com/office/drawing/2014/main" id="{8762CF4D-2976-7A60-0108-65E18C77EF27}"/>
              </a:ext>
            </a:extLst>
          </p:cNvPr>
          <p:cNvSpPr>
            <a:spLocks noGrp="1"/>
          </p:cNvSpPr>
          <p:nvPr>
            <p:ph type="body" sz="quarter" idx="35" hasCustomPrompt="1"/>
          </p:nvPr>
        </p:nvSpPr>
        <p:spPr>
          <a:xfrm>
            <a:off x="5041513" y="4732768"/>
            <a:ext cx="2095200" cy="4932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Role, Department </a:t>
            </a:r>
            <a:br>
              <a:rPr lang="en-US" noProof="0" dirty="0"/>
            </a:br>
            <a:r>
              <a:rPr lang="en-US" noProof="0" dirty="0"/>
              <a:t>Location</a:t>
            </a:r>
          </a:p>
        </p:txBody>
      </p:sp>
      <p:sp>
        <p:nvSpPr>
          <p:cNvPr id="39" name="Text 2">
            <a:extLst>
              <a:ext uri="{FF2B5EF4-FFF2-40B4-BE49-F238E27FC236}">
                <a16:creationId xmlns:a16="http://schemas.microsoft.com/office/drawing/2014/main" id="{A4322B94-2975-3571-26B9-CCE8A541E555}"/>
              </a:ext>
            </a:extLst>
          </p:cNvPr>
          <p:cNvSpPr>
            <a:spLocks noGrp="1"/>
          </p:cNvSpPr>
          <p:nvPr>
            <p:ph type="body" sz="quarter" idx="36" hasCustomPrompt="1"/>
          </p:nvPr>
        </p:nvSpPr>
        <p:spPr>
          <a:xfrm>
            <a:off x="5041513" y="5214576"/>
            <a:ext cx="2095200" cy="8208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short bio here, </a:t>
            </a:r>
            <a:br>
              <a:rPr lang="en-US" noProof="0" dirty="0"/>
            </a:br>
            <a:r>
              <a:rPr lang="en-US" noProof="0" dirty="0"/>
              <a:t>lorem ipsum dolor sit </a:t>
            </a:r>
            <a:r>
              <a:rPr lang="en-US" noProof="0" dirty="0" err="1"/>
              <a:t>amet</a:t>
            </a:r>
            <a:r>
              <a:rPr lang="en-US" noProof="0" dirty="0"/>
              <a:t> </a:t>
            </a:r>
            <a:r>
              <a:rPr lang="en-US" noProof="0" dirty="0" err="1"/>
              <a:t>adipiscing</a:t>
            </a:r>
            <a:r>
              <a:rPr lang="en-US" noProof="0" dirty="0"/>
              <a:t> </a:t>
            </a:r>
            <a:r>
              <a:rPr lang="en-US" noProof="0" dirty="0" err="1"/>
              <a:t>elit</a:t>
            </a:r>
            <a:r>
              <a:rPr lang="en-US" noProof="0" dirty="0"/>
              <a:t>.</a:t>
            </a:r>
          </a:p>
        </p:txBody>
      </p:sp>
      <p:sp>
        <p:nvSpPr>
          <p:cNvPr id="31" name="Picture 3">
            <a:extLst>
              <a:ext uri="{FF2B5EF4-FFF2-40B4-BE49-F238E27FC236}">
                <a16:creationId xmlns:a16="http://schemas.microsoft.com/office/drawing/2014/main" id="{1A0D2F8A-AF54-62BF-0C4C-4D15A09C40D4}"/>
              </a:ext>
              <a:ext uri="{C183D7F6-B498-43B3-948B-1728B52AA6E4}">
                <adec:decorative xmlns:adec="http://schemas.microsoft.com/office/drawing/2017/decorative" val="1"/>
              </a:ext>
            </a:extLst>
          </p:cNvPr>
          <p:cNvSpPr>
            <a:spLocks noGrp="1"/>
          </p:cNvSpPr>
          <p:nvPr>
            <p:ph type="pic" sz="quarter" idx="30" hasCustomPrompt="1"/>
          </p:nvPr>
        </p:nvSpPr>
        <p:spPr bwMode="gray">
          <a:xfrm>
            <a:off x="7303170" y="1106244"/>
            <a:ext cx="2095200" cy="2876400"/>
          </a:xfrm>
          <a:prstGeom prst="roundRect">
            <a:avLst>
              <a:gd name="adj" fmla="val 7575"/>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40" name="Subhead 3">
            <a:extLst>
              <a:ext uri="{FF2B5EF4-FFF2-40B4-BE49-F238E27FC236}">
                <a16:creationId xmlns:a16="http://schemas.microsoft.com/office/drawing/2014/main" id="{19CCED15-E16C-52B8-D959-6CDFBAB2BC36}"/>
              </a:ext>
            </a:extLst>
          </p:cNvPr>
          <p:cNvSpPr>
            <a:spLocks noGrp="1"/>
          </p:cNvSpPr>
          <p:nvPr>
            <p:ph type="body" idx="37" hasCustomPrompt="1"/>
          </p:nvPr>
        </p:nvSpPr>
        <p:spPr>
          <a:xfrm>
            <a:off x="7290631" y="4175434"/>
            <a:ext cx="2095200" cy="493200"/>
          </a:xfrm>
        </p:spPr>
        <p:txBody>
          <a:bodyPr wrap="none"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err="1"/>
              <a:t>Firstname</a:t>
            </a:r>
            <a:r>
              <a:rPr lang="en-US" noProof="0"/>
              <a:t> </a:t>
            </a:r>
            <a:br>
              <a:rPr lang="en-US" noProof="0"/>
            </a:br>
            <a:r>
              <a:rPr lang="en-US" noProof="0" err="1"/>
              <a:t>Lastname</a:t>
            </a:r>
            <a:endParaRPr lang="en-US" noProof="0"/>
          </a:p>
        </p:txBody>
      </p:sp>
      <p:sp>
        <p:nvSpPr>
          <p:cNvPr id="41" name="Overview 3">
            <a:extLst>
              <a:ext uri="{FF2B5EF4-FFF2-40B4-BE49-F238E27FC236}">
                <a16:creationId xmlns:a16="http://schemas.microsoft.com/office/drawing/2014/main" id="{3679B495-B9DF-A4FB-6A13-A2C3377AB7F2}"/>
              </a:ext>
            </a:extLst>
          </p:cNvPr>
          <p:cNvSpPr>
            <a:spLocks noGrp="1"/>
          </p:cNvSpPr>
          <p:nvPr>
            <p:ph type="body" sz="quarter" idx="38" hasCustomPrompt="1"/>
          </p:nvPr>
        </p:nvSpPr>
        <p:spPr>
          <a:xfrm>
            <a:off x="7290631" y="4732768"/>
            <a:ext cx="2095200" cy="4932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Role, Department </a:t>
            </a:r>
            <a:br>
              <a:rPr lang="en-US" noProof="0" dirty="0"/>
            </a:br>
            <a:r>
              <a:rPr lang="en-US" noProof="0" dirty="0"/>
              <a:t>Location</a:t>
            </a:r>
          </a:p>
        </p:txBody>
      </p:sp>
      <p:sp>
        <p:nvSpPr>
          <p:cNvPr id="42" name="Text 3">
            <a:extLst>
              <a:ext uri="{FF2B5EF4-FFF2-40B4-BE49-F238E27FC236}">
                <a16:creationId xmlns:a16="http://schemas.microsoft.com/office/drawing/2014/main" id="{4C6407FB-88B8-767C-474A-9FA4AF59B9B9}"/>
              </a:ext>
            </a:extLst>
          </p:cNvPr>
          <p:cNvSpPr>
            <a:spLocks noGrp="1"/>
          </p:cNvSpPr>
          <p:nvPr>
            <p:ph type="body" sz="quarter" idx="39" hasCustomPrompt="1"/>
          </p:nvPr>
        </p:nvSpPr>
        <p:spPr>
          <a:xfrm>
            <a:off x="7290631" y="5214576"/>
            <a:ext cx="2095200" cy="8208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short bio here, </a:t>
            </a:r>
            <a:br>
              <a:rPr lang="en-US" noProof="0" dirty="0"/>
            </a:br>
            <a:r>
              <a:rPr lang="en-US" noProof="0" dirty="0"/>
              <a:t>lorem ipsum dolor sit </a:t>
            </a:r>
            <a:r>
              <a:rPr lang="en-US" noProof="0" dirty="0" err="1"/>
              <a:t>amet</a:t>
            </a:r>
            <a:r>
              <a:rPr lang="en-US" noProof="0" dirty="0"/>
              <a:t> </a:t>
            </a:r>
            <a:r>
              <a:rPr lang="en-US" noProof="0" dirty="0" err="1"/>
              <a:t>adipiscing</a:t>
            </a:r>
            <a:r>
              <a:rPr lang="en-US" noProof="0" dirty="0"/>
              <a:t> </a:t>
            </a:r>
            <a:r>
              <a:rPr lang="en-US" noProof="0" dirty="0" err="1"/>
              <a:t>elit</a:t>
            </a:r>
            <a:r>
              <a:rPr lang="en-US" noProof="0" dirty="0"/>
              <a:t>.</a:t>
            </a:r>
          </a:p>
        </p:txBody>
      </p:sp>
      <p:sp>
        <p:nvSpPr>
          <p:cNvPr id="32" name="Picture 4">
            <a:extLst>
              <a:ext uri="{FF2B5EF4-FFF2-40B4-BE49-F238E27FC236}">
                <a16:creationId xmlns:a16="http://schemas.microsoft.com/office/drawing/2014/main" id="{8208AA10-657F-1B30-B765-B4F980FADCFA}"/>
              </a:ext>
              <a:ext uri="{C183D7F6-B498-43B3-948B-1728B52AA6E4}">
                <adec:decorative xmlns:adec="http://schemas.microsoft.com/office/drawing/2017/decorative" val="1"/>
              </a:ext>
            </a:extLst>
          </p:cNvPr>
          <p:cNvSpPr>
            <a:spLocks noGrp="1"/>
          </p:cNvSpPr>
          <p:nvPr>
            <p:ph type="pic" sz="quarter" idx="31" hasCustomPrompt="1"/>
          </p:nvPr>
        </p:nvSpPr>
        <p:spPr bwMode="gray">
          <a:xfrm>
            <a:off x="9552288" y="1106244"/>
            <a:ext cx="2095200" cy="2876400"/>
          </a:xfrm>
          <a:prstGeom prst="roundRect">
            <a:avLst>
              <a:gd name="adj" fmla="val 8029"/>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43" name="Subhead 4">
            <a:extLst>
              <a:ext uri="{FF2B5EF4-FFF2-40B4-BE49-F238E27FC236}">
                <a16:creationId xmlns:a16="http://schemas.microsoft.com/office/drawing/2014/main" id="{629CBC16-DFEC-9D43-DD1E-ED8F09DE87B0}"/>
              </a:ext>
            </a:extLst>
          </p:cNvPr>
          <p:cNvSpPr>
            <a:spLocks noGrp="1"/>
          </p:cNvSpPr>
          <p:nvPr>
            <p:ph type="body" idx="40" hasCustomPrompt="1"/>
          </p:nvPr>
        </p:nvSpPr>
        <p:spPr>
          <a:xfrm>
            <a:off x="9539749" y="4175434"/>
            <a:ext cx="2095200" cy="493200"/>
          </a:xfrm>
        </p:spPr>
        <p:txBody>
          <a:bodyPr wrap="none"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err="1"/>
              <a:t>Firstname</a:t>
            </a:r>
            <a:r>
              <a:rPr lang="en-US" noProof="0" dirty="0"/>
              <a:t> </a:t>
            </a:r>
            <a:br>
              <a:rPr lang="en-US" noProof="0" dirty="0"/>
            </a:br>
            <a:r>
              <a:rPr lang="en-US" noProof="0" dirty="0"/>
              <a:t>Lastname</a:t>
            </a:r>
          </a:p>
        </p:txBody>
      </p:sp>
      <p:sp>
        <p:nvSpPr>
          <p:cNvPr id="44" name="Overview 4">
            <a:extLst>
              <a:ext uri="{FF2B5EF4-FFF2-40B4-BE49-F238E27FC236}">
                <a16:creationId xmlns:a16="http://schemas.microsoft.com/office/drawing/2014/main" id="{B1D9EFEF-914A-19D1-0B76-7C3D99E74919}"/>
              </a:ext>
            </a:extLst>
          </p:cNvPr>
          <p:cNvSpPr>
            <a:spLocks noGrp="1"/>
          </p:cNvSpPr>
          <p:nvPr>
            <p:ph type="body" sz="quarter" idx="41" hasCustomPrompt="1"/>
          </p:nvPr>
        </p:nvSpPr>
        <p:spPr>
          <a:xfrm>
            <a:off x="9539749" y="4732768"/>
            <a:ext cx="2095200" cy="4932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Role, Department </a:t>
            </a:r>
            <a:br>
              <a:rPr lang="en-US" noProof="0" dirty="0"/>
            </a:br>
            <a:r>
              <a:rPr lang="en-US" noProof="0" dirty="0"/>
              <a:t>Location</a:t>
            </a:r>
          </a:p>
        </p:txBody>
      </p:sp>
      <p:sp>
        <p:nvSpPr>
          <p:cNvPr id="45" name="Text 4">
            <a:extLst>
              <a:ext uri="{FF2B5EF4-FFF2-40B4-BE49-F238E27FC236}">
                <a16:creationId xmlns:a16="http://schemas.microsoft.com/office/drawing/2014/main" id="{24F6D455-7576-59A9-DB1B-93667C91A436}"/>
              </a:ext>
            </a:extLst>
          </p:cNvPr>
          <p:cNvSpPr>
            <a:spLocks noGrp="1"/>
          </p:cNvSpPr>
          <p:nvPr>
            <p:ph type="body" sz="quarter" idx="42" hasCustomPrompt="1"/>
          </p:nvPr>
        </p:nvSpPr>
        <p:spPr>
          <a:xfrm>
            <a:off x="9539749" y="5214576"/>
            <a:ext cx="2095200" cy="8208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short bio here, </a:t>
            </a:r>
            <a:br>
              <a:rPr lang="en-US" noProof="0" dirty="0"/>
            </a:br>
            <a:r>
              <a:rPr lang="en-US" noProof="0" dirty="0"/>
              <a:t>lorem ipsum dolor sit </a:t>
            </a:r>
            <a:r>
              <a:rPr lang="en-US" noProof="0" dirty="0" err="1"/>
              <a:t>amet</a:t>
            </a:r>
            <a:r>
              <a:rPr lang="en-US" noProof="0" dirty="0"/>
              <a:t> </a:t>
            </a:r>
            <a:r>
              <a:rPr lang="en-US" noProof="0" dirty="0" err="1"/>
              <a:t>adipiscing</a:t>
            </a:r>
            <a:r>
              <a:rPr lang="en-US" noProof="0" dirty="0"/>
              <a:t> </a:t>
            </a:r>
            <a:r>
              <a:rPr lang="en-US" noProof="0" dirty="0" err="1"/>
              <a:t>elit</a:t>
            </a:r>
            <a:r>
              <a:rPr lang="en-US" noProof="0" dirty="0"/>
              <a:t>.</a:t>
            </a:r>
          </a:p>
        </p:txBody>
      </p:sp>
      <p:pic>
        <p:nvPicPr>
          <p:cNvPr id="6" name="Pearson Logo" descr="Pearson Logo">
            <a:extLst>
              <a:ext uri="{FF2B5EF4-FFF2-40B4-BE49-F238E27FC236}">
                <a16:creationId xmlns:a16="http://schemas.microsoft.com/office/drawing/2014/main" id="{FB1ABAF1-6879-6921-DA54-ECEB33C21FEE}"/>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5450595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am Profile x8">
    <p:bg bwMode="gray">
      <p:bgPr>
        <a:solidFill>
          <a:srgbClr val="EDECF6"/>
        </a:solidFill>
        <a:effectLst/>
      </p:bgPr>
    </p:bg>
    <p:spTree>
      <p:nvGrpSpPr>
        <p:cNvPr id="1" name=""/>
        <p:cNvGrpSpPr/>
        <p:nvPr/>
      </p:nvGrpSpPr>
      <p:grpSpPr>
        <a:xfrm>
          <a:off x="0" y="0"/>
          <a:ext cx="0" cy="0"/>
          <a:chOff x="0" y="0"/>
          <a:chExt cx="0" cy="0"/>
        </a:xfrm>
      </p:grpSpPr>
      <p:sp>
        <p:nvSpPr>
          <p:cNvPr id="7" name="Section">
            <a:extLst>
              <a:ext uri="{FF2B5EF4-FFF2-40B4-BE49-F238E27FC236}">
                <a16:creationId xmlns:a16="http://schemas.microsoft.com/office/drawing/2014/main" id="{51008C76-10DB-547B-4449-87B5BDB90F4F}"/>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B77DC554-B106-D84B-B0E2-4BB654FA8963}"/>
              </a:ext>
            </a:extLst>
          </p:cNvPr>
          <p:cNvSpPr>
            <a:spLocks noGrp="1"/>
          </p:cNvSpPr>
          <p:nvPr>
            <p:ph type="title" hasCustomPrompt="1"/>
          </p:nvPr>
        </p:nvSpPr>
        <p:spPr>
          <a:xfrm>
            <a:off x="550164" y="1063617"/>
            <a:ext cx="1866011" cy="1833227"/>
          </a:xfrm>
        </p:spPr>
        <p:txBody>
          <a:bodyPr/>
          <a:lstStyle>
            <a:lvl1pPr>
              <a:defRPr>
                <a:latin typeface="+mj-lt"/>
              </a:defRPr>
            </a:lvl1pPr>
          </a:lstStyle>
          <a:p>
            <a:r>
              <a:rPr lang="en-US" noProof="0" dirty="0"/>
              <a:t>Place headline here</a:t>
            </a:r>
          </a:p>
        </p:txBody>
      </p:sp>
      <p:sp>
        <p:nvSpPr>
          <p:cNvPr id="38" name="Picture 1">
            <a:extLst>
              <a:ext uri="{FF2B5EF4-FFF2-40B4-BE49-F238E27FC236}">
                <a16:creationId xmlns:a16="http://schemas.microsoft.com/office/drawing/2014/main" id="{FCF693CB-E459-9B7A-F91D-503E1C9FD99E}"/>
              </a:ext>
              <a:ext uri="{C183D7F6-B498-43B3-948B-1728B52AA6E4}">
                <adec:decorative xmlns:adec="http://schemas.microsoft.com/office/drawing/2017/decorative" val="1"/>
              </a:ext>
            </a:extLst>
          </p:cNvPr>
          <p:cNvSpPr>
            <a:spLocks noGrp="1"/>
          </p:cNvSpPr>
          <p:nvPr>
            <p:ph type="pic" sz="quarter" idx="28" hasCustomPrompt="1"/>
          </p:nvPr>
        </p:nvSpPr>
        <p:spPr bwMode="gray">
          <a:xfrm>
            <a:off x="2798064" y="1099650"/>
            <a:ext cx="1125036" cy="1220400"/>
          </a:xfrm>
          <a:prstGeom prst="roundRect">
            <a:avLst>
              <a:gd name="adj" fmla="val 17090"/>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48" name="Subhead 1">
            <a:extLst>
              <a:ext uri="{FF2B5EF4-FFF2-40B4-BE49-F238E27FC236}">
                <a16:creationId xmlns:a16="http://schemas.microsoft.com/office/drawing/2014/main" id="{8782D13E-BBE8-7D50-5CAB-42A4CC72ED7A}"/>
              </a:ext>
            </a:extLst>
          </p:cNvPr>
          <p:cNvSpPr>
            <a:spLocks noGrp="1"/>
          </p:cNvSpPr>
          <p:nvPr>
            <p:ph type="body" idx="1" hasCustomPrompt="1"/>
          </p:nvPr>
        </p:nvSpPr>
        <p:spPr>
          <a:xfrm>
            <a:off x="2798064" y="252139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err="1"/>
              <a:t>Firstname</a:t>
            </a:r>
            <a:r>
              <a:rPr lang="en-US" noProof="0" dirty="0"/>
              <a:t> </a:t>
            </a:r>
            <a:br>
              <a:rPr lang="en-US" noProof="0" dirty="0"/>
            </a:br>
            <a:r>
              <a:rPr lang="en-US" noProof="0" dirty="0"/>
              <a:t>Lastname</a:t>
            </a:r>
          </a:p>
        </p:txBody>
      </p:sp>
      <p:sp>
        <p:nvSpPr>
          <p:cNvPr id="49" name="Text 1">
            <a:extLst>
              <a:ext uri="{FF2B5EF4-FFF2-40B4-BE49-F238E27FC236}">
                <a16:creationId xmlns:a16="http://schemas.microsoft.com/office/drawing/2014/main" id="{1DB3E539-A488-DFA0-3234-6B510937093E}"/>
              </a:ext>
            </a:extLst>
          </p:cNvPr>
          <p:cNvSpPr>
            <a:spLocks noGrp="1"/>
          </p:cNvSpPr>
          <p:nvPr>
            <p:ph type="body" sz="quarter" idx="38" hasCustomPrompt="1"/>
          </p:nvPr>
        </p:nvSpPr>
        <p:spPr>
          <a:xfrm>
            <a:off x="2798064" y="307702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Place role, location, or </a:t>
            </a:r>
            <a:br>
              <a:rPr lang="en-US" noProof="0" dirty="0"/>
            </a:br>
            <a:r>
              <a:rPr lang="en-US" noProof="0" dirty="0"/>
              <a:t>short bio here</a:t>
            </a:r>
          </a:p>
        </p:txBody>
      </p:sp>
      <p:sp>
        <p:nvSpPr>
          <p:cNvPr id="39" name="Picture 2">
            <a:extLst>
              <a:ext uri="{FF2B5EF4-FFF2-40B4-BE49-F238E27FC236}">
                <a16:creationId xmlns:a16="http://schemas.microsoft.com/office/drawing/2014/main" id="{796EF7E4-4E29-6544-7C51-8C7C7C47D2DC}"/>
              </a:ext>
              <a:ext uri="{C183D7F6-B498-43B3-948B-1728B52AA6E4}">
                <adec:decorative xmlns:adec="http://schemas.microsoft.com/office/drawing/2017/decorative" val="1"/>
              </a:ext>
            </a:extLst>
          </p:cNvPr>
          <p:cNvSpPr>
            <a:spLocks noGrp="1"/>
          </p:cNvSpPr>
          <p:nvPr>
            <p:ph type="pic" sz="quarter" idx="29" hasCustomPrompt="1"/>
          </p:nvPr>
        </p:nvSpPr>
        <p:spPr bwMode="gray">
          <a:xfrm>
            <a:off x="5047164" y="109965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50" name="Subhead 2">
            <a:extLst>
              <a:ext uri="{FF2B5EF4-FFF2-40B4-BE49-F238E27FC236}">
                <a16:creationId xmlns:a16="http://schemas.microsoft.com/office/drawing/2014/main" id="{2374176A-4506-A083-9E73-6413559969C8}"/>
              </a:ext>
            </a:extLst>
          </p:cNvPr>
          <p:cNvSpPr>
            <a:spLocks noGrp="1"/>
          </p:cNvSpPr>
          <p:nvPr>
            <p:ph type="body" idx="39" hasCustomPrompt="1"/>
          </p:nvPr>
        </p:nvSpPr>
        <p:spPr>
          <a:xfrm>
            <a:off x="5047164" y="252139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err="1"/>
              <a:t>Firstname</a:t>
            </a:r>
            <a:r>
              <a:rPr lang="en-US" noProof="0"/>
              <a:t> </a:t>
            </a:r>
            <a:br>
              <a:rPr lang="en-US" noProof="0"/>
            </a:br>
            <a:r>
              <a:rPr lang="en-US" noProof="0" err="1"/>
              <a:t>Lastname</a:t>
            </a:r>
            <a:endParaRPr lang="en-US" noProof="0"/>
          </a:p>
        </p:txBody>
      </p:sp>
      <p:sp>
        <p:nvSpPr>
          <p:cNvPr id="51" name="Text 2">
            <a:extLst>
              <a:ext uri="{FF2B5EF4-FFF2-40B4-BE49-F238E27FC236}">
                <a16:creationId xmlns:a16="http://schemas.microsoft.com/office/drawing/2014/main" id="{44101478-50BE-FE23-7259-B937FEF837DE}"/>
              </a:ext>
            </a:extLst>
          </p:cNvPr>
          <p:cNvSpPr>
            <a:spLocks noGrp="1"/>
          </p:cNvSpPr>
          <p:nvPr>
            <p:ph type="body" sz="quarter" idx="40" hasCustomPrompt="1"/>
          </p:nvPr>
        </p:nvSpPr>
        <p:spPr>
          <a:xfrm>
            <a:off x="5047164" y="307702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Place role, location, or </a:t>
            </a:r>
            <a:br>
              <a:rPr lang="en-US" noProof="0"/>
            </a:br>
            <a:r>
              <a:rPr lang="en-US" noProof="0"/>
              <a:t>short bio here</a:t>
            </a:r>
          </a:p>
        </p:txBody>
      </p:sp>
      <p:sp>
        <p:nvSpPr>
          <p:cNvPr id="40" name="Picture 3">
            <a:extLst>
              <a:ext uri="{FF2B5EF4-FFF2-40B4-BE49-F238E27FC236}">
                <a16:creationId xmlns:a16="http://schemas.microsoft.com/office/drawing/2014/main" id="{EEBE60E6-201D-1814-0335-D04BBCE8DB0F}"/>
              </a:ext>
              <a:ext uri="{C183D7F6-B498-43B3-948B-1728B52AA6E4}">
                <adec:decorative xmlns:adec="http://schemas.microsoft.com/office/drawing/2017/decorative" val="1"/>
              </a:ext>
            </a:extLst>
          </p:cNvPr>
          <p:cNvSpPr>
            <a:spLocks noGrp="1"/>
          </p:cNvSpPr>
          <p:nvPr>
            <p:ph type="pic" sz="quarter" idx="30" hasCustomPrompt="1"/>
          </p:nvPr>
        </p:nvSpPr>
        <p:spPr bwMode="gray">
          <a:xfrm>
            <a:off x="7296264" y="109965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52" name="Subhead 3">
            <a:extLst>
              <a:ext uri="{FF2B5EF4-FFF2-40B4-BE49-F238E27FC236}">
                <a16:creationId xmlns:a16="http://schemas.microsoft.com/office/drawing/2014/main" id="{E33E2AA9-7545-EB38-FDBF-C788B588FF1C}"/>
              </a:ext>
            </a:extLst>
          </p:cNvPr>
          <p:cNvSpPr>
            <a:spLocks noGrp="1"/>
          </p:cNvSpPr>
          <p:nvPr>
            <p:ph type="body" idx="41" hasCustomPrompt="1"/>
          </p:nvPr>
        </p:nvSpPr>
        <p:spPr>
          <a:xfrm>
            <a:off x="7296264" y="252139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err="1"/>
              <a:t>Firstname</a:t>
            </a:r>
            <a:r>
              <a:rPr lang="en-US" noProof="0"/>
              <a:t> </a:t>
            </a:r>
            <a:br>
              <a:rPr lang="en-US" noProof="0"/>
            </a:br>
            <a:r>
              <a:rPr lang="en-US" noProof="0" err="1"/>
              <a:t>Lastname</a:t>
            </a:r>
            <a:endParaRPr lang="en-US" noProof="0"/>
          </a:p>
        </p:txBody>
      </p:sp>
      <p:sp>
        <p:nvSpPr>
          <p:cNvPr id="53" name="Text 3">
            <a:extLst>
              <a:ext uri="{FF2B5EF4-FFF2-40B4-BE49-F238E27FC236}">
                <a16:creationId xmlns:a16="http://schemas.microsoft.com/office/drawing/2014/main" id="{0B365463-B278-57EE-FF03-197D34036D2C}"/>
              </a:ext>
            </a:extLst>
          </p:cNvPr>
          <p:cNvSpPr>
            <a:spLocks noGrp="1"/>
          </p:cNvSpPr>
          <p:nvPr>
            <p:ph type="body" sz="quarter" idx="42" hasCustomPrompt="1"/>
          </p:nvPr>
        </p:nvSpPr>
        <p:spPr>
          <a:xfrm>
            <a:off x="7296264" y="307702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Place role, location, or </a:t>
            </a:r>
            <a:br>
              <a:rPr lang="en-US" noProof="0"/>
            </a:br>
            <a:r>
              <a:rPr lang="en-US" noProof="0"/>
              <a:t>short bio here</a:t>
            </a:r>
          </a:p>
        </p:txBody>
      </p:sp>
      <p:sp>
        <p:nvSpPr>
          <p:cNvPr id="41" name="Picture 4">
            <a:extLst>
              <a:ext uri="{FF2B5EF4-FFF2-40B4-BE49-F238E27FC236}">
                <a16:creationId xmlns:a16="http://schemas.microsoft.com/office/drawing/2014/main" id="{7FDBC0CE-62C2-F3A5-CDE0-2E459C85FFEB}"/>
              </a:ext>
              <a:ext uri="{C183D7F6-B498-43B3-948B-1728B52AA6E4}">
                <adec:decorative xmlns:adec="http://schemas.microsoft.com/office/drawing/2017/decorative" val="1"/>
              </a:ext>
            </a:extLst>
          </p:cNvPr>
          <p:cNvSpPr>
            <a:spLocks noGrp="1"/>
          </p:cNvSpPr>
          <p:nvPr>
            <p:ph type="pic" sz="quarter" idx="31" hasCustomPrompt="1"/>
          </p:nvPr>
        </p:nvSpPr>
        <p:spPr bwMode="gray">
          <a:xfrm>
            <a:off x="9545364" y="109965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a:t>Profile picture</a:t>
            </a:r>
          </a:p>
        </p:txBody>
      </p:sp>
      <p:sp>
        <p:nvSpPr>
          <p:cNvPr id="54" name="Subhead 4">
            <a:extLst>
              <a:ext uri="{FF2B5EF4-FFF2-40B4-BE49-F238E27FC236}">
                <a16:creationId xmlns:a16="http://schemas.microsoft.com/office/drawing/2014/main" id="{28840558-A4A2-38C6-A290-FA8533AAA7B1}"/>
              </a:ext>
            </a:extLst>
          </p:cNvPr>
          <p:cNvSpPr>
            <a:spLocks noGrp="1"/>
          </p:cNvSpPr>
          <p:nvPr>
            <p:ph type="body" idx="43" hasCustomPrompt="1"/>
          </p:nvPr>
        </p:nvSpPr>
        <p:spPr>
          <a:xfrm>
            <a:off x="9545364" y="252139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err="1"/>
              <a:t>Firstname</a:t>
            </a:r>
            <a:r>
              <a:rPr lang="en-US" noProof="0"/>
              <a:t> </a:t>
            </a:r>
            <a:br>
              <a:rPr lang="en-US" noProof="0"/>
            </a:br>
            <a:r>
              <a:rPr lang="en-US" noProof="0" err="1"/>
              <a:t>Lastname</a:t>
            </a:r>
            <a:endParaRPr lang="en-US" noProof="0"/>
          </a:p>
        </p:txBody>
      </p:sp>
      <p:sp>
        <p:nvSpPr>
          <p:cNvPr id="55" name="Text 4">
            <a:extLst>
              <a:ext uri="{FF2B5EF4-FFF2-40B4-BE49-F238E27FC236}">
                <a16:creationId xmlns:a16="http://schemas.microsoft.com/office/drawing/2014/main" id="{ED0EACE9-8691-278F-25D8-2C1CB9196B9D}"/>
              </a:ext>
            </a:extLst>
          </p:cNvPr>
          <p:cNvSpPr>
            <a:spLocks noGrp="1"/>
          </p:cNvSpPr>
          <p:nvPr>
            <p:ph type="body" sz="quarter" idx="44" hasCustomPrompt="1"/>
          </p:nvPr>
        </p:nvSpPr>
        <p:spPr>
          <a:xfrm>
            <a:off x="9545364" y="307702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Place role, location, or </a:t>
            </a:r>
            <a:br>
              <a:rPr lang="en-US" noProof="0" dirty="0"/>
            </a:br>
            <a:r>
              <a:rPr lang="en-US" noProof="0" dirty="0"/>
              <a:t>short bio here</a:t>
            </a:r>
          </a:p>
        </p:txBody>
      </p:sp>
      <p:sp>
        <p:nvSpPr>
          <p:cNvPr id="8" name="Picture 5">
            <a:extLst>
              <a:ext uri="{FF2B5EF4-FFF2-40B4-BE49-F238E27FC236}">
                <a16:creationId xmlns:a16="http://schemas.microsoft.com/office/drawing/2014/main" id="{E7272750-4C62-CD7F-A178-1D99840D9D71}"/>
              </a:ext>
              <a:ext uri="{C183D7F6-B498-43B3-948B-1728B52AA6E4}">
                <adec:decorative xmlns:adec="http://schemas.microsoft.com/office/drawing/2017/decorative" val="1"/>
              </a:ext>
            </a:extLst>
          </p:cNvPr>
          <p:cNvSpPr>
            <a:spLocks noGrp="1"/>
          </p:cNvSpPr>
          <p:nvPr>
            <p:ph type="pic" sz="quarter" idx="45" hasCustomPrompt="1"/>
          </p:nvPr>
        </p:nvSpPr>
        <p:spPr bwMode="gray">
          <a:xfrm>
            <a:off x="2798064" y="384882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12" name="Subhead 5">
            <a:extLst>
              <a:ext uri="{FF2B5EF4-FFF2-40B4-BE49-F238E27FC236}">
                <a16:creationId xmlns:a16="http://schemas.microsoft.com/office/drawing/2014/main" id="{29EC33A1-05CF-B665-6FBE-68B95609B91E}"/>
              </a:ext>
            </a:extLst>
          </p:cNvPr>
          <p:cNvSpPr>
            <a:spLocks noGrp="1"/>
          </p:cNvSpPr>
          <p:nvPr>
            <p:ph type="body" idx="49" hasCustomPrompt="1"/>
          </p:nvPr>
        </p:nvSpPr>
        <p:spPr>
          <a:xfrm>
            <a:off x="2798064" y="527056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err="1"/>
              <a:t>Firstname</a:t>
            </a:r>
            <a:r>
              <a:rPr lang="en-US" noProof="0" dirty="0"/>
              <a:t> </a:t>
            </a:r>
            <a:br>
              <a:rPr lang="en-US" noProof="0" dirty="0"/>
            </a:br>
            <a:r>
              <a:rPr lang="en-US" noProof="0" dirty="0"/>
              <a:t>Lastname</a:t>
            </a:r>
          </a:p>
        </p:txBody>
      </p:sp>
      <p:sp>
        <p:nvSpPr>
          <p:cNvPr id="13" name="Text 5">
            <a:extLst>
              <a:ext uri="{FF2B5EF4-FFF2-40B4-BE49-F238E27FC236}">
                <a16:creationId xmlns:a16="http://schemas.microsoft.com/office/drawing/2014/main" id="{480EA46A-54BB-1347-AD5A-3B170302743F}"/>
              </a:ext>
            </a:extLst>
          </p:cNvPr>
          <p:cNvSpPr>
            <a:spLocks noGrp="1"/>
          </p:cNvSpPr>
          <p:nvPr>
            <p:ph type="body" sz="quarter" idx="50" hasCustomPrompt="1"/>
          </p:nvPr>
        </p:nvSpPr>
        <p:spPr>
          <a:xfrm>
            <a:off x="2798064" y="582619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Place role, location, or </a:t>
            </a:r>
            <a:br>
              <a:rPr lang="en-US" noProof="0"/>
            </a:br>
            <a:r>
              <a:rPr lang="en-US" noProof="0"/>
              <a:t>short bio here</a:t>
            </a:r>
          </a:p>
        </p:txBody>
      </p:sp>
      <p:sp>
        <p:nvSpPr>
          <p:cNvPr id="9" name="Picture 6">
            <a:extLst>
              <a:ext uri="{FF2B5EF4-FFF2-40B4-BE49-F238E27FC236}">
                <a16:creationId xmlns:a16="http://schemas.microsoft.com/office/drawing/2014/main" id="{6D5D84B0-90A5-2BFD-DA38-584737E597B6}"/>
              </a:ext>
              <a:ext uri="{C183D7F6-B498-43B3-948B-1728B52AA6E4}">
                <adec:decorative xmlns:adec="http://schemas.microsoft.com/office/drawing/2017/decorative" val="1"/>
              </a:ext>
            </a:extLst>
          </p:cNvPr>
          <p:cNvSpPr>
            <a:spLocks noGrp="1"/>
          </p:cNvSpPr>
          <p:nvPr>
            <p:ph type="pic" sz="quarter" idx="46" hasCustomPrompt="1"/>
          </p:nvPr>
        </p:nvSpPr>
        <p:spPr bwMode="gray">
          <a:xfrm>
            <a:off x="5047164" y="384882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14" name="Subhead 6">
            <a:extLst>
              <a:ext uri="{FF2B5EF4-FFF2-40B4-BE49-F238E27FC236}">
                <a16:creationId xmlns:a16="http://schemas.microsoft.com/office/drawing/2014/main" id="{A63AEA07-115C-CE79-CD19-48208249B682}"/>
              </a:ext>
            </a:extLst>
          </p:cNvPr>
          <p:cNvSpPr>
            <a:spLocks noGrp="1"/>
          </p:cNvSpPr>
          <p:nvPr>
            <p:ph type="body" idx="51" hasCustomPrompt="1"/>
          </p:nvPr>
        </p:nvSpPr>
        <p:spPr>
          <a:xfrm>
            <a:off x="5047164" y="527056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err="1"/>
              <a:t>Firstname</a:t>
            </a:r>
            <a:r>
              <a:rPr lang="en-US" noProof="0"/>
              <a:t> </a:t>
            </a:r>
            <a:br>
              <a:rPr lang="en-US" noProof="0"/>
            </a:br>
            <a:r>
              <a:rPr lang="en-US" noProof="0" err="1"/>
              <a:t>Lastname</a:t>
            </a:r>
            <a:endParaRPr lang="en-US" noProof="0"/>
          </a:p>
        </p:txBody>
      </p:sp>
      <p:sp>
        <p:nvSpPr>
          <p:cNvPr id="15" name="Text 6">
            <a:extLst>
              <a:ext uri="{FF2B5EF4-FFF2-40B4-BE49-F238E27FC236}">
                <a16:creationId xmlns:a16="http://schemas.microsoft.com/office/drawing/2014/main" id="{AF9FC4EE-65D2-3EA7-D40F-0513BAF3925D}"/>
              </a:ext>
            </a:extLst>
          </p:cNvPr>
          <p:cNvSpPr>
            <a:spLocks noGrp="1"/>
          </p:cNvSpPr>
          <p:nvPr>
            <p:ph type="body" sz="quarter" idx="52" hasCustomPrompt="1"/>
          </p:nvPr>
        </p:nvSpPr>
        <p:spPr>
          <a:xfrm>
            <a:off x="5047164" y="582619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Place role, location, or </a:t>
            </a:r>
            <a:br>
              <a:rPr lang="en-US" noProof="0"/>
            </a:br>
            <a:r>
              <a:rPr lang="en-US" noProof="0"/>
              <a:t>short bio here</a:t>
            </a:r>
          </a:p>
        </p:txBody>
      </p:sp>
      <p:sp>
        <p:nvSpPr>
          <p:cNvPr id="10" name="Picture 7">
            <a:extLst>
              <a:ext uri="{FF2B5EF4-FFF2-40B4-BE49-F238E27FC236}">
                <a16:creationId xmlns:a16="http://schemas.microsoft.com/office/drawing/2014/main" id="{72D392DF-75DE-4A7B-7C0B-0E3E8FCB9070}"/>
              </a:ext>
              <a:ext uri="{C183D7F6-B498-43B3-948B-1728B52AA6E4}">
                <adec:decorative xmlns:adec="http://schemas.microsoft.com/office/drawing/2017/decorative" val="1"/>
              </a:ext>
            </a:extLst>
          </p:cNvPr>
          <p:cNvSpPr>
            <a:spLocks noGrp="1"/>
          </p:cNvSpPr>
          <p:nvPr>
            <p:ph type="pic" sz="quarter" idx="47" hasCustomPrompt="1"/>
          </p:nvPr>
        </p:nvSpPr>
        <p:spPr bwMode="gray">
          <a:xfrm>
            <a:off x="7296264" y="384882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16" name="Subhead 7">
            <a:extLst>
              <a:ext uri="{FF2B5EF4-FFF2-40B4-BE49-F238E27FC236}">
                <a16:creationId xmlns:a16="http://schemas.microsoft.com/office/drawing/2014/main" id="{D77DD3F2-A8EB-3314-6C6D-8F0C1C527063}"/>
              </a:ext>
            </a:extLst>
          </p:cNvPr>
          <p:cNvSpPr>
            <a:spLocks noGrp="1"/>
          </p:cNvSpPr>
          <p:nvPr>
            <p:ph type="body" idx="53" hasCustomPrompt="1"/>
          </p:nvPr>
        </p:nvSpPr>
        <p:spPr>
          <a:xfrm>
            <a:off x="7296264" y="527056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err="1"/>
              <a:t>Firstname</a:t>
            </a:r>
            <a:r>
              <a:rPr lang="en-US" noProof="0"/>
              <a:t> </a:t>
            </a:r>
            <a:br>
              <a:rPr lang="en-US" noProof="0"/>
            </a:br>
            <a:r>
              <a:rPr lang="en-US" noProof="0" err="1"/>
              <a:t>Lastname</a:t>
            </a:r>
            <a:endParaRPr lang="en-US" noProof="0"/>
          </a:p>
        </p:txBody>
      </p:sp>
      <p:sp>
        <p:nvSpPr>
          <p:cNvPr id="17" name="Text 7">
            <a:extLst>
              <a:ext uri="{FF2B5EF4-FFF2-40B4-BE49-F238E27FC236}">
                <a16:creationId xmlns:a16="http://schemas.microsoft.com/office/drawing/2014/main" id="{3A2879BE-C987-AABA-79A6-2A96C2F43A25}"/>
              </a:ext>
            </a:extLst>
          </p:cNvPr>
          <p:cNvSpPr>
            <a:spLocks noGrp="1"/>
          </p:cNvSpPr>
          <p:nvPr>
            <p:ph type="body" sz="quarter" idx="54" hasCustomPrompt="1"/>
          </p:nvPr>
        </p:nvSpPr>
        <p:spPr>
          <a:xfrm>
            <a:off x="7296264" y="582619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Place role, location, or </a:t>
            </a:r>
            <a:br>
              <a:rPr lang="en-US" noProof="0"/>
            </a:br>
            <a:r>
              <a:rPr lang="en-US" noProof="0"/>
              <a:t>short bio here</a:t>
            </a:r>
          </a:p>
        </p:txBody>
      </p:sp>
      <p:sp>
        <p:nvSpPr>
          <p:cNvPr id="11" name="Picture 8">
            <a:extLst>
              <a:ext uri="{FF2B5EF4-FFF2-40B4-BE49-F238E27FC236}">
                <a16:creationId xmlns:a16="http://schemas.microsoft.com/office/drawing/2014/main" id="{8CCF67AF-DE7D-56DD-0861-DD37407262BF}"/>
              </a:ext>
              <a:ext uri="{C183D7F6-B498-43B3-948B-1728B52AA6E4}">
                <adec:decorative xmlns:adec="http://schemas.microsoft.com/office/drawing/2017/decorative" val="1"/>
              </a:ext>
            </a:extLst>
          </p:cNvPr>
          <p:cNvSpPr>
            <a:spLocks noGrp="1"/>
          </p:cNvSpPr>
          <p:nvPr>
            <p:ph type="pic" sz="quarter" idx="48" hasCustomPrompt="1"/>
          </p:nvPr>
        </p:nvSpPr>
        <p:spPr bwMode="gray">
          <a:xfrm>
            <a:off x="9545364" y="384882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18" name="Subhead 8">
            <a:extLst>
              <a:ext uri="{FF2B5EF4-FFF2-40B4-BE49-F238E27FC236}">
                <a16:creationId xmlns:a16="http://schemas.microsoft.com/office/drawing/2014/main" id="{9A66DEC6-788C-28B7-2C7A-B76C173BCF1F}"/>
              </a:ext>
            </a:extLst>
          </p:cNvPr>
          <p:cNvSpPr>
            <a:spLocks noGrp="1"/>
          </p:cNvSpPr>
          <p:nvPr>
            <p:ph type="body" idx="55" hasCustomPrompt="1"/>
          </p:nvPr>
        </p:nvSpPr>
        <p:spPr>
          <a:xfrm>
            <a:off x="9545364" y="527056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err="1"/>
              <a:t>Firstname</a:t>
            </a:r>
            <a:r>
              <a:rPr lang="en-US" noProof="0"/>
              <a:t> </a:t>
            </a:r>
            <a:br>
              <a:rPr lang="en-US" noProof="0"/>
            </a:br>
            <a:r>
              <a:rPr lang="en-US" noProof="0" err="1"/>
              <a:t>Lastname</a:t>
            </a:r>
            <a:endParaRPr lang="en-US" noProof="0"/>
          </a:p>
        </p:txBody>
      </p:sp>
      <p:sp>
        <p:nvSpPr>
          <p:cNvPr id="19" name="Text 8">
            <a:extLst>
              <a:ext uri="{FF2B5EF4-FFF2-40B4-BE49-F238E27FC236}">
                <a16:creationId xmlns:a16="http://schemas.microsoft.com/office/drawing/2014/main" id="{0D38B02E-DC1C-4ACD-EC17-B1CF5BF689F4}"/>
              </a:ext>
            </a:extLst>
          </p:cNvPr>
          <p:cNvSpPr>
            <a:spLocks noGrp="1"/>
          </p:cNvSpPr>
          <p:nvPr>
            <p:ph type="body" sz="quarter" idx="56" hasCustomPrompt="1"/>
          </p:nvPr>
        </p:nvSpPr>
        <p:spPr>
          <a:xfrm>
            <a:off x="9545364" y="582619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Place role, location, or </a:t>
            </a:r>
            <a:br>
              <a:rPr lang="en-US" noProof="0"/>
            </a:br>
            <a:r>
              <a:rPr lang="en-US" noProof="0"/>
              <a:t>short bio here</a:t>
            </a:r>
          </a:p>
        </p:txBody>
      </p:sp>
      <p:pic>
        <p:nvPicPr>
          <p:cNvPr id="3" name="Pearson Logo" descr="Pearson Logo">
            <a:extLst>
              <a:ext uri="{FF2B5EF4-FFF2-40B4-BE49-F238E27FC236}">
                <a16:creationId xmlns:a16="http://schemas.microsoft.com/office/drawing/2014/main" id="{68D4D646-23EA-5801-0B6D-1324B504B6FF}"/>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5636797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User Guide: Pictograms and Icons">
    <p:bg>
      <p:bgPr>
        <a:solidFill>
          <a:srgbClr val="0D004D"/>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j-lt"/>
              <a:ea typeface="+mn-ea"/>
              <a:cs typeface="+mn-cs"/>
            </a:endParaRPr>
          </a:p>
        </p:txBody>
      </p:sp>
      <p:sp>
        <p:nvSpPr>
          <p:cNvPr id="188" name="Section">
            <a:extLst>
              <a:ext uri="{FF2B5EF4-FFF2-40B4-BE49-F238E27FC236}">
                <a16:creationId xmlns:a16="http://schemas.microsoft.com/office/drawing/2014/main" id="{EBA5F521-577F-6087-09CE-FB6C3058BD6D}"/>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0" i="0" u="none" strike="noStrike" kern="1200" cap="none" spc="0" normalizeH="0" baseline="0" noProof="0" dirty="0">
                <a:ln>
                  <a:noFill/>
                </a:ln>
                <a:solidFill>
                  <a:srgbClr val="0D004D"/>
                </a:solidFill>
                <a:effectLst/>
                <a:uLnTx/>
                <a:uFillTx/>
                <a:latin typeface="+mj-lt"/>
                <a:ea typeface="+mj-ea"/>
                <a:cs typeface="Segoe UI" panose="020B0502040204020203" pitchFamily="34" charset="0"/>
              </a:rPr>
              <a:t>Pictograms –</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0" i="0" u="none" strike="noStrike" kern="1200" cap="none" spc="0" normalizeH="0" baseline="0" noProof="0" dirty="0" err="1">
                <a:ln>
                  <a:noFill/>
                </a:ln>
                <a:solidFill>
                  <a:srgbClr val="0D004D"/>
                </a:solidFill>
                <a:effectLst/>
                <a:uLnTx/>
                <a:uFillTx/>
                <a:latin typeface="+mj-lt"/>
                <a:ea typeface="+mj-ea"/>
                <a:cs typeface="Segoe UI" panose="020B0502040204020203" pitchFamily="34" charset="0"/>
              </a:rPr>
              <a:t>Darkmode</a:t>
            </a:r>
            <a:endParaRPr kumimoji="0" lang="en-US" sz="2200" b="0" i="0" u="none" strike="noStrike" kern="1200" cap="none" spc="0" normalizeH="0" baseline="0" noProof="0" dirty="0">
              <a:ln>
                <a:noFill/>
              </a:ln>
              <a:solidFill>
                <a:srgbClr val="0D004D"/>
              </a:solidFill>
              <a:effectLst/>
              <a:uLnTx/>
              <a:uFillTx/>
              <a:latin typeface="+mj-lt"/>
              <a:ea typeface="+mj-ea"/>
              <a:cs typeface="Segoe UI" panose="020B0502040204020203" pitchFamily="34" charset="0"/>
            </a:endParaRP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625600"/>
            <a:ext cx="2335911" cy="4679950"/>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b="0" noProof="0" dirty="0">
                <a:latin typeface="+mj-lt"/>
                <a:cs typeface="Segoe UI" panose="020B0502040204020203" pitchFamily="34" charset="0"/>
              </a:rPr>
              <a:t>While pictograms should be used in their original Purple colorway, they can also incorporate one of three accent colors, Amber, Turquoise and Fuchsia.</a:t>
            </a:r>
          </a:p>
          <a:p>
            <a:r>
              <a:rPr lang="en-GB" dirty="0">
                <a:solidFill>
                  <a:srgbClr val="0C004C"/>
                </a:solidFill>
                <a:effectLst/>
                <a:latin typeface="+mj-lt"/>
                <a:cs typeface="Segoe UI" panose="020B0502040204020203" pitchFamily="34" charset="0"/>
              </a:rPr>
              <a:t>Consider using pictograms with accent </a:t>
            </a:r>
            <a:r>
              <a:rPr lang="en-GB" dirty="0" err="1">
                <a:solidFill>
                  <a:srgbClr val="0C004C"/>
                </a:solidFill>
                <a:effectLst/>
                <a:latin typeface="+mj-lt"/>
                <a:cs typeface="Segoe UI" panose="020B0502040204020203" pitchFamily="34" charset="0"/>
              </a:rPr>
              <a:t>colors</a:t>
            </a:r>
            <a:r>
              <a:rPr lang="en-GB" dirty="0">
                <a:solidFill>
                  <a:srgbClr val="0C004C"/>
                </a:solidFill>
                <a:effectLst/>
                <a:latin typeface="+mj-lt"/>
                <a:cs typeface="Segoe UI" panose="020B0502040204020203" pitchFamily="34" charset="0"/>
              </a:rPr>
              <a:t> when: </a:t>
            </a:r>
          </a:p>
          <a:p>
            <a:pPr marL="171450" indent="-171450">
              <a:buFont typeface="Arial" panose="020B0604020202020204" pitchFamily="34" charset="0"/>
              <a:buChar char="•"/>
            </a:pPr>
            <a:r>
              <a:rPr lang="en-GB" dirty="0">
                <a:solidFill>
                  <a:srgbClr val="0C004C"/>
                </a:solidFill>
                <a:effectLst/>
                <a:latin typeface="+mj-lt"/>
                <a:cs typeface="Segoe UI" panose="020B0502040204020203" pitchFamily="34" charset="0"/>
              </a:rPr>
              <a:t>calling additional attention to one in a series </a:t>
            </a:r>
          </a:p>
          <a:p>
            <a:pPr marL="171450" indent="-171450">
              <a:buFont typeface="Arial" panose="020B0604020202020204" pitchFamily="34" charset="0"/>
              <a:buChar char="•"/>
            </a:pPr>
            <a:r>
              <a:rPr lang="en-GB" dirty="0">
                <a:solidFill>
                  <a:srgbClr val="0C004C"/>
                </a:solidFill>
                <a:effectLst/>
                <a:latin typeface="+mj-lt"/>
                <a:cs typeface="Segoe UI" panose="020B0502040204020203" pitchFamily="34" charset="0"/>
              </a:rPr>
              <a:t>complementing the </a:t>
            </a:r>
            <a:r>
              <a:rPr lang="en-GB" dirty="0" err="1">
                <a:solidFill>
                  <a:srgbClr val="0C004C"/>
                </a:solidFill>
                <a:effectLst/>
                <a:latin typeface="+mj-lt"/>
                <a:cs typeface="Segoe UI" panose="020B0502040204020203" pitchFamily="34" charset="0"/>
              </a:rPr>
              <a:t>color</a:t>
            </a:r>
            <a:r>
              <a:rPr lang="en-GB" dirty="0">
                <a:solidFill>
                  <a:srgbClr val="0C004C"/>
                </a:solidFill>
                <a:effectLst/>
                <a:latin typeface="+mj-lt"/>
                <a:cs typeface="Segoe UI" panose="020B0502040204020203" pitchFamily="34" charset="0"/>
              </a:rPr>
              <a:t> of a layout </a:t>
            </a:r>
          </a:p>
          <a:p>
            <a:pPr marL="171450" indent="-171450">
              <a:buFont typeface="Arial" panose="020B0604020202020204" pitchFamily="34" charset="0"/>
              <a:buChar char="•"/>
            </a:pPr>
            <a:r>
              <a:rPr lang="en-GB" dirty="0">
                <a:solidFill>
                  <a:srgbClr val="0C004C"/>
                </a:solidFill>
                <a:effectLst/>
                <a:latin typeface="+mj-lt"/>
                <a:cs typeface="Segoe UI" panose="020B0502040204020203" pitchFamily="34" charset="0"/>
              </a:rPr>
              <a:t>used as a large expressive illustration </a:t>
            </a:r>
          </a:p>
        </p:txBody>
      </p:sp>
      <p:grpSp>
        <p:nvGrpSpPr>
          <p:cNvPr id="3" name="Group 2" descr="pictograms with accent colors">
            <a:extLst>
              <a:ext uri="{FF2B5EF4-FFF2-40B4-BE49-F238E27FC236}">
                <a16:creationId xmlns:a16="http://schemas.microsoft.com/office/drawing/2014/main" id="{7C3C6516-0D1F-DE93-B519-0D14733AECE8}"/>
              </a:ext>
            </a:extLst>
          </p:cNvPr>
          <p:cNvGrpSpPr/>
          <p:nvPr userDrawn="1"/>
        </p:nvGrpSpPr>
        <p:grpSpPr>
          <a:xfrm>
            <a:off x="550164" y="4551619"/>
            <a:ext cx="2159747" cy="680781"/>
            <a:chOff x="550164" y="5125013"/>
            <a:chExt cx="2159747" cy="680781"/>
          </a:xfrm>
        </p:grpSpPr>
        <p:pic>
          <p:nvPicPr>
            <p:cNvPr id="7" name="Picture 6" descr="A colorful cube with purple and yellow squares&#10;&#10;AI-generated content may be incorrect.">
              <a:extLst>
                <a:ext uri="{FF2B5EF4-FFF2-40B4-BE49-F238E27FC236}">
                  <a16:creationId xmlns:a16="http://schemas.microsoft.com/office/drawing/2014/main" id="{310D9A04-0514-F3DF-3835-79964BDE787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50164" y="5125013"/>
              <a:ext cx="680781" cy="680781"/>
            </a:xfrm>
            <a:prstGeom prst="rect">
              <a:avLst/>
            </a:prstGeom>
          </p:spPr>
        </p:pic>
        <p:pic>
          <p:nvPicPr>
            <p:cNvPr id="8" name="Picture 7">
              <a:extLst>
                <a:ext uri="{FF2B5EF4-FFF2-40B4-BE49-F238E27FC236}">
                  <a16:creationId xmlns:a16="http://schemas.microsoft.com/office/drawing/2014/main" id="{E6A36EFE-3215-5496-0828-DDC5F070DC32}"/>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1289647" y="5125013"/>
              <a:ext cx="680781" cy="680781"/>
            </a:xfrm>
            <a:prstGeom prst="rect">
              <a:avLst/>
            </a:prstGeom>
          </p:spPr>
        </p:pic>
        <p:pic>
          <p:nvPicPr>
            <p:cNvPr id="9" name="Picture 8">
              <a:extLst>
                <a:ext uri="{FF2B5EF4-FFF2-40B4-BE49-F238E27FC236}">
                  <a16:creationId xmlns:a16="http://schemas.microsoft.com/office/drawing/2014/main" id="{B1FB22F5-ED55-1BB7-72C0-203864AEF9FE}"/>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2029130" y="5125013"/>
              <a:ext cx="680781" cy="680781"/>
            </a:xfrm>
            <a:prstGeom prst="rect">
              <a:avLst/>
            </a:prstGeom>
          </p:spPr>
        </p:pic>
      </p:grpSp>
      <p:pic>
        <p:nvPicPr>
          <p:cNvPr id="10" name="Picture 9" descr="A purple paper plane">
            <a:extLst>
              <a:ext uri="{FF2B5EF4-FFF2-40B4-BE49-F238E27FC236}">
                <a16:creationId xmlns:a16="http://schemas.microsoft.com/office/drawing/2014/main" id="{169DB5D7-A537-59D3-CAB1-52B43BB61C4C}"/>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3653155" y="722826"/>
            <a:ext cx="840821" cy="840821"/>
          </a:xfrm>
          <a:prstGeom prst="rect">
            <a:avLst/>
          </a:prstGeom>
        </p:spPr>
      </p:pic>
      <p:pic>
        <p:nvPicPr>
          <p:cNvPr id="12" name="Picture 11" descr="A purple cube with white lines&#10;">
            <a:extLst>
              <a:ext uri="{FF2B5EF4-FFF2-40B4-BE49-F238E27FC236}">
                <a16:creationId xmlns:a16="http://schemas.microsoft.com/office/drawing/2014/main" id="{10D96894-A8CF-E764-4CF1-EBE546C8E9B0}"/>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4702209" y="722826"/>
            <a:ext cx="840821" cy="840821"/>
          </a:xfrm>
          <a:prstGeom prst="rect">
            <a:avLst/>
          </a:prstGeom>
        </p:spPr>
      </p:pic>
      <p:pic>
        <p:nvPicPr>
          <p:cNvPr id="13" name="Picture 12" descr="A purple square with a white arrow pointing up">
            <a:extLst>
              <a:ext uri="{FF2B5EF4-FFF2-40B4-BE49-F238E27FC236}">
                <a16:creationId xmlns:a16="http://schemas.microsoft.com/office/drawing/2014/main" id="{16252A5B-B67A-E5EC-F842-5D58DB580AAF}"/>
              </a:ext>
            </a:extLst>
          </p:cNvPr>
          <p:cNvPicPr>
            <a:picLocks noChangeAspect="1"/>
          </p:cNvPicPr>
          <p:nvPr userDrawn="1"/>
        </p:nvPicPr>
        <p:blipFill>
          <a:blip r:embed="rId7" cstate="screen">
            <a:extLst>
              <a:ext uri="{28A0092B-C50C-407E-A947-70E740481C1C}">
                <a14:useLocalDpi xmlns:a14="http://schemas.microsoft.com/office/drawing/2010/main"/>
              </a:ext>
            </a:extLst>
          </a:blip>
          <a:srcRect/>
          <a:stretch/>
        </p:blipFill>
        <p:spPr>
          <a:xfrm>
            <a:off x="5751263" y="722826"/>
            <a:ext cx="840821" cy="840821"/>
          </a:xfrm>
          <a:prstGeom prst="rect">
            <a:avLst/>
          </a:prstGeom>
        </p:spPr>
      </p:pic>
      <p:pic>
        <p:nvPicPr>
          <p:cNvPr id="15" name="Picture 14" descr="A blue circles with white arrows">
            <a:extLst>
              <a:ext uri="{FF2B5EF4-FFF2-40B4-BE49-F238E27FC236}">
                <a16:creationId xmlns:a16="http://schemas.microsoft.com/office/drawing/2014/main" id="{DCD02F9A-81C9-66FA-33D6-1EC1154483F7}"/>
              </a:ext>
            </a:extLst>
          </p:cNvPr>
          <p:cNvPicPr>
            <a:picLocks noChangeAspect="1"/>
          </p:cNvPicPr>
          <p:nvPr userDrawn="1"/>
        </p:nvPicPr>
        <p:blipFill>
          <a:blip r:embed="rId8" cstate="screen">
            <a:extLst>
              <a:ext uri="{28A0092B-C50C-407E-A947-70E740481C1C}">
                <a14:useLocalDpi xmlns:a14="http://schemas.microsoft.com/office/drawing/2010/main"/>
              </a:ext>
            </a:extLst>
          </a:blip>
          <a:srcRect/>
          <a:stretch/>
        </p:blipFill>
        <p:spPr>
          <a:xfrm>
            <a:off x="6800317" y="722826"/>
            <a:ext cx="840821" cy="840821"/>
          </a:xfrm>
          <a:prstGeom prst="rect">
            <a:avLst/>
          </a:prstGeom>
        </p:spPr>
      </p:pic>
      <p:pic>
        <p:nvPicPr>
          <p:cNvPr id="16" name="Picture 15" descr="A globe ">
            <a:extLst>
              <a:ext uri="{FF2B5EF4-FFF2-40B4-BE49-F238E27FC236}">
                <a16:creationId xmlns:a16="http://schemas.microsoft.com/office/drawing/2014/main" id="{F91D6D8C-3C38-6007-7E2C-757FBCC85483}"/>
              </a:ext>
            </a:extLst>
          </p:cNvPr>
          <p:cNvPicPr>
            <a:picLocks noChangeAspect="1"/>
          </p:cNvPicPr>
          <p:nvPr userDrawn="1"/>
        </p:nvPicPr>
        <p:blipFill>
          <a:blip r:embed="rId9" cstate="screen">
            <a:extLst>
              <a:ext uri="{28A0092B-C50C-407E-A947-70E740481C1C}">
                <a14:useLocalDpi xmlns:a14="http://schemas.microsoft.com/office/drawing/2010/main"/>
              </a:ext>
            </a:extLst>
          </a:blip>
          <a:srcRect/>
          <a:stretch/>
        </p:blipFill>
        <p:spPr>
          <a:xfrm>
            <a:off x="7849371" y="722826"/>
            <a:ext cx="840821" cy="840821"/>
          </a:xfrm>
          <a:prstGeom prst="rect">
            <a:avLst/>
          </a:prstGeom>
        </p:spPr>
      </p:pic>
      <p:pic>
        <p:nvPicPr>
          <p:cNvPr id="17" name="Picture 16" descr="Stacked circles">
            <a:extLst>
              <a:ext uri="{FF2B5EF4-FFF2-40B4-BE49-F238E27FC236}">
                <a16:creationId xmlns:a16="http://schemas.microsoft.com/office/drawing/2014/main" id="{6A1222E4-DAF6-CD10-7522-6201ECEBE648}"/>
              </a:ext>
            </a:extLst>
          </p:cNvPr>
          <p:cNvPicPr>
            <a:picLocks noChangeAspect="1"/>
          </p:cNvPicPr>
          <p:nvPr userDrawn="1"/>
        </p:nvPicPr>
        <p:blipFill>
          <a:blip r:embed="rId10" cstate="screen">
            <a:extLst>
              <a:ext uri="{28A0092B-C50C-407E-A947-70E740481C1C}">
                <a14:useLocalDpi xmlns:a14="http://schemas.microsoft.com/office/drawing/2010/main"/>
              </a:ext>
            </a:extLst>
          </a:blip>
          <a:srcRect/>
          <a:stretch/>
        </p:blipFill>
        <p:spPr>
          <a:xfrm>
            <a:off x="8898425" y="722826"/>
            <a:ext cx="840821" cy="840821"/>
          </a:xfrm>
          <a:prstGeom prst="rect">
            <a:avLst/>
          </a:prstGeom>
        </p:spPr>
      </p:pic>
      <p:pic>
        <p:nvPicPr>
          <p:cNvPr id="18" name="Picture 17" descr="A purple square with a white square&#10;">
            <a:extLst>
              <a:ext uri="{FF2B5EF4-FFF2-40B4-BE49-F238E27FC236}">
                <a16:creationId xmlns:a16="http://schemas.microsoft.com/office/drawing/2014/main" id="{44C14866-7BF0-007D-2608-DCB8954430FA}"/>
              </a:ext>
            </a:extLst>
          </p:cNvPr>
          <p:cNvPicPr>
            <a:picLocks noChangeAspect="1"/>
          </p:cNvPicPr>
          <p:nvPr userDrawn="1"/>
        </p:nvPicPr>
        <p:blipFill>
          <a:blip r:embed="rId11" cstate="screen">
            <a:extLst>
              <a:ext uri="{28A0092B-C50C-407E-A947-70E740481C1C}">
                <a14:useLocalDpi xmlns:a14="http://schemas.microsoft.com/office/drawing/2010/main"/>
              </a:ext>
            </a:extLst>
          </a:blip>
          <a:srcRect/>
          <a:stretch/>
        </p:blipFill>
        <p:spPr>
          <a:xfrm>
            <a:off x="9947479" y="722826"/>
            <a:ext cx="840821" cy="840821"/>
          </a:xfrm>
          <a:prstGeom prst="rect">
            <a:avLst/>
          </a:prstGeom>
        </p:spPr>
      </p:pic>
      <p:pic>
        <p:nvPicPr>
          <p:cNvPr id="19" name="Picture 18" descr="A purple circles with a white arrow&#10;">
            <a:extLst>
              <a:ext uri="{FF2B5EF4-FFF2-40B4-BE49-F238E27FC236}">
                <a16:creationId xmlns:a16="http://schemas.microsoft.com/office/drawing/2014/main" id="{1F1F4AF8-84CB-62AA-07E4-B788AAA0E34D}"/>
              </a:ext>
            </a:extLst>
          </p:cNvPr>
          <p:cNvPicPr>
            <a:picLocks noChangeAspect="1"/>
          </p:cNvPicPr>
          <p:nvPr userDrawn="1"/>
        </p:nvPicPr>
        <p:blipFill>
          <a:blip r:embed="rId12" cstate="screen">
            <a:extLst>
              <a:ext uri="{28A0092B-C50C-407E-A947-70E740481C1C}">
                <a14:useLocalDpi xmlns:a14="http://schemas.microsoft.com/office/drawing/2010/main"/>
              </a:ext>
            </a:extLst>
          </a:blip>
          <a:srcRect/>
          <a:stretch/>
        </p:blipFill>
        <p:spPr>
          <a:xfrm>
            <a:off x="10996536" y="722826"/>
            <a:ext cx="840821" cy="840821"/>
          </a:xfrm>
          <a:prstGeom prst="rect">
            <a:avLst/>
          </a:prstGeom>
        </p:spPr>
      </p:pic>
      <p:pic>
        <p:nvPicPr>
          <p:cNvPr id="20" name="Picture 19" descr="A purple circle with a white circle in the middle">
            <a:extLst>
              <a:ext uri="{FF2B5EF4-FFF2-40B4-BE49-F238E27FC236}">
                <a16:creationId xmlns:a16="http://schemas.microsoft.com/office/drawing/2014/main" id="{917AF604-E6BB-6149-0D93-6E19B5DD428D}"/>
              </a:ext>
            </a:extLst>
          </p:cNvPr>
          <p:cNvPicPr>
            <a:picLocks noChangeAspect="1"/>
          </p:cNvPicPr>
          <p:nvPr userDrawn="1"/>
        </p:nvPicPr>
        <p:blipFill>
          <a:blip r:embed="rId13" cstate="screen">
            <a:extLst>
              <a:ext uri="{28A0092B-C50C-407E-A947-70E740481C1C}">
                <a14:useLocalDpi xmlns:a14="http://schemas.microsoft.com/office/drawing/2010/main"/>
              </a:ext>
            </a:extLst>
          </a:blip>
          <a:srcRect/>
          <a:stretch/>
        </p:blipFill>
        <p:spPr>
          <a:xfrm>
            <a:off x="3653155" y="1624884"/>
            <a:ext cx="840821" cy="840821"/>
          </a:xfrm>
          <a:prstGeom prst="rect">
            <a:avLst/>
          </a:prstGeom>
        </p:spPr>
      </p:pic>
      <p:pic>
        <p:nvPicPr>
          <p:cNvPr id="21" name="Picture 20" descr="A purple diamond with a white star&#10;">
            <a:extLst>
              <a:ext uri="{FF2B5EF4-FFF2-40B4-BE49-F238E27FC236}">
                <a16:creationId xmlns:a16="http://schemas.microsoft.com/office/drawing/2014/main" id="{B5BE04BC-6D8A-2B2E-57E2-74BD4BA7870A}"/>
              </a:ext>
            </a:extLst>
          </p:cNvPr>
          <p:cNvPicPr>
            <a:picLocks noChangeAspect="1"/>
          </p:cNvPicPr>
          <p:nvPr userDrawn="1"/>
        </p:nvPicPr>
        <p:blipFill>
          <a:blip r:embed="rId14" cstate="screen">
            <a:extLst>
              <a:ext uri="{28A0092B-C50C-407E-A947-70E740481C1C}">
                <a14:useLocalDpi xmlns:a14="http://schemas.microsoft.com/office/drawing/2010/main"/>
              </a:ext>
            </a:extLst>
          </a:blip>
          <a:srcRect/>
          <a:stretch/>
        </p:blipFill>
        <p:spPr>
          <a:xfrm>
            <a:off x="4702209" y="1624884"/>
            <a:ext cx="840821" cy="840821"/>
          </a:xfrm>
          <a:prstGeom prst="rect">
            <a:avLst/>
          </a:prstGeom>
        </p:spPr>
      </p:pic>
      <p:pic>
        <p:nvPicPr>
          <p:cNvPr id="22" name="Picture 21" descr="A blue squares with a white arrow pointing up&#10;">
            <a:extLst>
              <a:ext uri="{FF2B5EF4-FFF2-40B4-BE49-F238E27FC236}">
                <a16:creationId xmlns:a16="http://schemas.microsoft.com/office/drawing/2014/main" id="{F370C221-EE21-1DE8-4A58-968A6934B05B}"/>
              </a:ext>
            </a:extLst>
          </p:cNvPr>
          <p:cNvPicPr>
            <a:picLocks noChangeAspect="1"/>
          </p:cNvPicPr>
          <p:nvPr userDrawn="1"/>
        </p:nvPicPr>
        <p:blipFill>
          <a:blip r:embed="rId15" cstate="screen">
            <a:extLst>
              <a:ext uri="{28A0092B-C50C-407E-A947-70E740481C1C}">
                <a14:useLocalDpi xmlns:a14="http://schemas.microsoft.com/office/drawing/2010/main"/>
              </a:ext>
            </a:extLst>
          </a:blip>
          <a:srcRect/>
          <a:stretch/>
        </p:blipFill>
        <p:spPr>
          <a:xfrm>
            <a:off x="5751263" y="1624884"/>
            <a:ext cx="840821" cy="840821"/>
          </a:xfrm>
          <a:prstGeom prst="rect">
            <a:avLst/>
          </a:prstGeom>
        </p:spPr>
      </p:pic>
      <p:pic>
        <p:nvPicPr>
          <p:cNvPr id="23" name="Picture 22" descr="A purple and white logo&#10;">
            <a:extLst>
              <a:ext uri="{FF2B5EF4-FFF2-40B4-BE49-F238E27FC236}">
                <a16:creationId xmlns:a16="http://schemas.microsoft.com/office/drawing/2014/main" id="{705C76E5-1942-2587-A4AB-60F50D4E066C}"/>
              </a:ext>
            </a:extLst>
          </p:cNvPr>
          <p:cNvPicPr>
            <a:picLocks noChangeAspect="1"/>
          </p:cNvPicPr>
          <p:nvPr userDrawn="1"/>
        </p:nvPicPr>
        <p:blipFill>
          <a:blip r:embed="rId16" cstate="screen">
            <a:extLst>
              <a:ext uri="{28A0092B-C50C-407E-A947-70E740481C1C}">
                <a14:useLocalDpi xmlns:a14="http://schemas.microsoft.com/office/drawing/2010/main"/>
              </a:ext>
            </a:extLst>
          </a:blip>
          <a:srcRect/>
          <a:stretch/>
        </p:blipFill>
        <p:spPr>
          <a:xfrm>
            <a:off x="6800317" y="1624884"/>
            <a:ext cx="840821" cy="840821"/>
          </a:xfrm>
          <a:prstGeom prst="rect">
            <a:avLst/>
          </a:prstGeom>
        </p:spPr>
      </p:pic>
      <p:pic>
        <p:nvPicPr>
          <p:cNvPr id="24" name="Picture 23" descr="A bright light in a circle">
            <a:extLst>
              <a:ext uri="{FF2B5EF4-FFF2-40B4-BE49-F238E27FC236}">
                <a16:creationId xmlns:a16="http://schemas.microsoft.com/office/drawing/2014/main" id="{DD56DC83-8ECA-B166-1F1B-13263BF3227B}"/>
              </a:ext>
            </a:extLst>
          </p:cNvPr>
          <p:cNvPicPr>
            <a:picLocks noChangeAspect="1"/>
          </p:cNvPicPr>
          <p:nvPr userDrawn="1"/>
        </p:nvPicPr>
        <p:blipFill>
          <a:blip r:embed="rId17" cstate="screen">
            <a:extLst>
              <a:ext uri="{28A0092B-C50C-407E-A947-70E740481C1C}">
                <a14:useLocalDpi xmlns:a14="http://schemas.microsoft.com/office/drawing/2010/main"/>
              </a:ext>
            </a:extLst>
          </a:blip>
          <a:srcRect/>
          <a:stretch/>
        </p:blipFill>
        <p:spPr>
          <a:xfrm>
            <a:off x="7849371" y="1624884"/>
            <a:ext cx="840821" cy="840821"/>
          </a:xfrm>
          <a:prstGeom prst="rect">
            <a:avLst/>
          </a:prstGeom>
        </p:spPr>
      </p:pic>
      <p:pic>
        <p:nvPicPr>
          <p:cNvPr id="25" name="Picture 24" descr="A purple head">
            <a:extLst>
              <a:ext uri="{FF2B5EF4-FFF2-40B4-BE49-F238E27FC236}">
                <a16:creationId xmlns:a16="http://schemas.microsoft.com/office/drawing/2014/main" id="{6EC712BE-E444-F580-E566-0B44F735D403}"/>
              </a:ext>
            </a:extLst>
          </p:cNvPr>
          <p:cNvPicPr>
            <a:picLocks noChangeAspect="1"/>
          </p:cNvPicPr>
          <p:nvPr userDrawn="1"/>
        </p:nvPicPr>
        <p:blipFill>
          <a:blip r:embed="rId18" cstate="screen">
            <a:extLst>
              <a:ext uri="{28A0092B-C50C-407E-A947-70E740481C1C}">
                <a14:useLocalDpi xmlns:a14="http://schemas.microsoft.com/office/drawing/2010/main"/>
              </a:ext>
            </a:extLst>
          </a:blip>
          <a:srcRect/>
          <a:stretch/>
        </p:blipFill>
        <p:spPr>
          <a:xfrm>
            <a:off x="8898425" y="1624884"/>
            <a:ext cx="840821" cy="840821"/>
          </a:xfrm>
          <a:prstGeom prst="rect">
            <a:avLst/>
          </a:prstGeom>
        </p:spPr>
      </p:pic>
      <p:pic>
        <p:nvPicPr>
          <p:cNvPr id="26" name="Picture 25" descr="A group of people in a row&#10;">
            <a:extLst>
              <a:ext uri="{FF2B5EF4-FFF2-40B4-BE49-F238E27FC236}">
                <a16:creationId xmlns:a16="http://schemas.microsoft.com/office/drawing/2014/main" id="{89C6D770-F731-BDCF-7333-74279EC1F8BE}"/>
              </a:ext>
            </a:extLst>
          </p:cNvPr>
          <p:cNvPicPr>
            <a:picLocks noChangeAspect="1"/>
          </p:cNvPicPr>
          <p:nvPr userDrawn="1"/>
        </p:nvPicPr>
        <p:blipFill>
          <a:blip r:embed="rId19" cstate="screen">
            <a:extLst>
              <a:ext uri="{28A0092B-C50C-407E-A947-70E740481C1C}">
                <a14:useLocalDpi xmlns:a14="http://schemas.microsoft.com/office/drawing/2010/main"/>
              </a:ext>
            </a:extLst>
          </a:blip>
          <a:srcRect/>
          <a:stretch/>
        </p:blipFill>
        <p:spPr>
          <a:xfrm>
            <a:off x="9947479" y="1624884"/>
            <a:ext cx="840821" cy="840821"/>
          </a:xfrm>
          <a:prstGeom prst="rect">
            <a:avLst/>
          </a:prstGeom>
        </p:spPr>
      </p:pic>
      <p:pic>
        <p:nvPicPr>
          <p:cNvPr id="27" name="Picture 26" descr="A purple circle with white arrow pointing up&#10;">
            <a:extLst>
              <a:ext uri="{FF2B5EF4-FFF2-40B4-BE49-F238E27FC236}">
                <a16:creationId xmlns:a16="http://schemas.microsoft.com/office/drawing/2014/main" id="{456C2B74-4E43-9DA4-9807-8F6129732934}"/>
              </a:ext>
            </a:extLst>
          </p:cNvPr>
          <p:cNvPicPr>
            <a:picLocks noChangeAspect="1"/>
          </p:cNvPicPr>
          <p:nvPr userDrawn="1"/>
        </p:nvPicPr>
        <p:blipFill>
          <a:blip r:embed="rId20" cstate="screen">
            <a:extLst>
              <a:ext uri="{28A0092B-C50C-407E-A947-70E740481C1C}">
                <a14:useLocalDpi xmlns:a14="http://schemas.microsoft.com/office/drawing/2010/main"/>
              </a:ext>
            </a:extLst>
          </a:blip>
          <a:srcRect/>
          <a:stretch/>
        </p:blipFill>
        <p:spPr>
          <a:xfrm>
            <a:off x="10996536" y="1624884"/>
            <a:ext cx="840821" cy="840821"/>
          </a:xfrm>
          <a:prstGeom prst="rect">
            <a:avLst/>
          </a:prstGeom>
        </p:spPr>
      </p:pic>
      <p:pic>
        <p:nvPicPr>
          <p:cNvPr id="28" name="Picture 27" descr="Speech bubbles">
            <a:extLst>
              <a:ext uri="{FF2B5EF4-FFF2-40B4-BE49-F238E27FC236}">
                <a16:creationId xmlns:a16="http://schemas.microsoft.com/office/drawing/2014/main" id="{CCE81475-FEBB-9EE8-1855-024107B0F8FC}"/>
              </a:ext>
            </a:extLst>
          </p:cNvPr>
          <p:cNvPicPr>
            <a:picLocks noChangeAspect="1"/>
          </p:cNvPicPr>
          <p:nvPr userDrawn="1"/>
        </p:nvPicPr>
        <p:blipFill>
          <a:blip r:embed="rId21" cstate="screen">
            <a:extLst>
              <a:ext uri="{28A0092B-C50C-407E-A947-70E740481C1C}">
                <a14:useLocalDpi xmlns:a14="http://schemas.microsoft.com/office/drawing/2010/main"/>
              </a:ext>
            </a:extLst>
          </a:blip>
          <a:srcRect/>
          <a:stretch/>
        </p:blipFill>
        <p:spPr>
          <a:xfrm>
            <a:off x="3653155" y="2526942"/>
            <a:ext cx="840821" cy="840821"/>
          </a:xfrm>
          <a:prstGeom prst="rect">
            <a:avLst/>
          </a:prstGeom>
        </p:spPr>
      </p:pic>
      <p:pic>
        <p:nvPicPr>
          <p:cNvPr id="29" name="Picture 28" descr="A light bulb with lines coming out of it&#10;">
            <a:extLst>
              <a:ext uri="{FF2B5EF4-FFF2-40B4-BE49-F238E27FC236}">
                <a16:creationId xmlns:a16="http://schemas.microsoft.com/office/drawing/2014/main" id="{53F7685E-A60F-7F07-C240-992BD9F089F0}"/>
              </a:ext>
            </a:extLst>
          </p:cNvPr>
          <p:cNvPicPr>
            <a:picLocks noChangeAspect="1"/>
          </p:cNvPicPr>
          <p:nvPr userDrawn="1"/>
        </p:nvPicPr>
        <p:blipFill>
          <a:blip r:embed="rId22" cstate="screen">
            <a:extLst>
              <a:ext uri="{28A0092B-C50C-407E-A947-70E740481C1C}">
                <a14:useLocalDpi xmlns:a14="http://schemas.microsoft.com/office/drawing/2010/main"/>
              </a:ext>
            </a:extLst>
          </a:blip>
          <a:srcRect/>
          <a:stretch/>
        </p:blipFill>
        <p:spPr>
          <a:xfrm>
            <a:off x="4702209" y="2526942"/>
            <a:ext cx="840821" cy="840821"/>
          </a:xfrm>
          <a:prstGeom prst="rect">
            <a:avLst/>
          </a:prstGeom>
        </p:spPr>
      </p:pic>
      <p:pic>
        <p:nvPicPr>
          <p:cNvPr id="30" name="Picture 29" descr="A purple diamond">
            <a:extLst>
              <a:ext uri="{FF2B5EF4-FFF2-40B4-BE49-F238E27FC236}">
                <a16:creationId xmlns:a16="http://schemas.microsoft.com/office/drawing/2014/main" id="{D2F65CA9-4484-1FF6-2B22-F8FC4C8D7100}"/>
              </a:ext>
            </a:extLst>
          </p:cNvPr>
          <p:cNvPicPr>
            <a:picLocks noChangeAspect="1"/>
          </p:cNvPicPr>
          <p:nvPr userDrawn="1"/>
        </p:nvPicPr>
        <p:blipFill>
          <a:blip r:embed="rId23" cstate="screen">
            <a:extLst>
              <a:ext uri="{28A0092B-C50C-407E-A947-70E740481C1C}">
                <a14:useLocalDpi xmlns:a14="http://schemas.microsoft.com/office/drawing/2010/main"/>
              </a:ext>
            </a:extLst>
          </a:blip>
          <a:srcRect/>
          <a:stretch/>
        </p:blipFill>
        <p:spPr>
          <a:xfrm>
            <a:off x="5751263" y="2526942"/>
            <a:ext cx="840821" cy="840821"/>
          </a:xfrm>
          <a:prstGeom prst="rect">
            <a:avLst/>
          </a:prstGeom>
        </p:spPr>
      </p:pic>
      <p:pic>
        <p:nvPicPr>
          <p:cNvPr id="31" name="Picture 30" descr="A purple triangle with a flag on top&#10;">
            <a:extLst>
              <a:ext uri="{FF2B5EF4-FFF2-40B4-BE49-F238E27FC236}">
                <a16:creationId xmlns:a16="http://schemas.microsoft.com/office/drawing/2014/main" id="{588EC5A9-43F1-4D16-2820-AAAB0F83A6BF}"/>
              </a:ext>
            </a:extLst>
          </p:cNvPr>
          <p:cNvPicPr>
            <a:picLocks noChangeAspect="1"/>
          </p:cNvPicPr>
          <p:nvPr userDrawn="1"/>
        </p:nvPicPr>
        <p:blipFill>
          <a:blip r:embed="rId24" cstate="screen">
            <a:extLst>
              <a:ext uri="{28A0092B-C50C-407E-A947-70E740481C1C}">
                <a14:useLocalDpi xmlns:a14="http://schemas.microsoft.com/office/drawing/2010/main"/>
              </a:ext>
            </a:extLst>
          </a:blip>
          <a:srcRect/>
          <a:stretch/>
        </p:blipFill>
        <p:spPr>
          <a:xfrm>
            <a:off x="6800317" y="2526942"/>
            <a:ext cx="840821" cy="840821"/>
          </a:xfrm>
          <a:prstGeom prst="rect">
            <a:avLst/>
          </a:prstGeom>
        </p:spPr>
      </p:pic>
      <p:pic>
        <p:nvPicPr>
          <p:cNvPr id="32" name="Picture 31" descr="A purple eye with white dots&#10;">
            <a:extLst>
              <a:ext uri="{FF2B5EF4-FFF2-40B4-BE49-F238E27FC236}">
                <a16:creationId xmlns:a16="http://schemas.microsoft.com/office/drawing/2014/main" id="{22B13AED-A07E-42DC-F7CF-5B4F50B01EA1}"/>
              </a:ext>
            </a:extLst>
          </p:cNvPr>
          <p:cNvPicPr>
            <a:picLocks noChangeAspect="1"/>
          </p:cNvPicPr>
          <p:nvPr userDrawn="1"/>
        </p:nvPicPr>
        <p:blipFill>
          <a:blip r:embed="rId25" cstate="screen">
            <a:extLst>
              <a:ext uri="{28A0092B-C50C-407E-A947-70E740481C1C}">
                <a14:useLocalDpi xmlns:a14="http://schemas.microsoft.com/office/drawing/2010/main"/>
              </a:ext>
            </a:extLst>
          </a:blip>
          <a:srcRect/>
          <a:stretch/>
        </p:blipFill>
        <p:spPr>
          <a:xfrm>
            <a:off x="7849371" y="2526942"/>
            <a:ext cx="840821" cy="840821"/>
          </a:xfrm>
          <a:prstGeom prst="rect">
            <a:avLst/>
          </a:prstGeom>
        </p:spPr>
      </p:pic>
      <p:pic>
        <p:nvPicPr>
          <p:cNvPr id="33" name="Picture 32" descr="A purple briefcase with white arrow&#10;">
            <a:extLst>
              <a:ext uri="{FF2B5EF4-FFF2-40B4-BE49-F238E27FC236}">
                <a16:creationId xmlns:a16="http://schemas.microsoft.com/office/drawing/2014/main" id="{38514883-D515-0EE3-0DFA-A8771B6B0E6B}"/>
              </a:ext>
            </a:extLst>
          </p:cNvPr>
          <p:cNvPicPr>
            <a:picLocks noChangeAspect="1"/>
          </p:cNvPicPr>
          <p:nvPr userDrawn="1"/>
        </p:nvPicPr>
        <p:blipFill>
          <a:blip r:embed="rId26" cstate="screen">
            <a:extLst>
              <a:ext uri="{28A0092B-C50C-407E-A947-70E740481C1C}">
                <a14:useLocalDpi xmlns:a14="http://schemas.microsoft.com/office/drawing/2010/main"/>
              </a:ext>
            </a:extLst>
          </a:blip>
          <a:srcRect/>
          <a:stretch/>
        </p:blipFill>
        <p:spPr>
          <a:xfrm>
            <a:off x="9947479" y="2526942"/>
            <a:ext cx="840821" cy="840821"/>
          </a:xfrm>
          <a:prstGeom prst="rect">
            <a:avLst/>
          </a:prstGeom>
        </p:spPr>
      </p:pic>
      <p:pic>
        <p:nvPicPr>
          <p:cNvPr id="34" name="Picture 33" descr="A purple head with a chip in the middle&#10;">
            <a:extLst>
              <a:ext uri="{FF2B5EF4-FFF2-40B4-BE49-F238E27FC236}">
                <a16:creationId xmlns:a16="http://schemas.microsoft.com/office/drawing/2014/main" id="{B93BD8E7-F2AA-8F7A-29E3-1E606CDFCB8C}"/>
              </a:ext>
            </a:extLst>
          </p:cNvPr>
          <p:cNvPicPr>
            <a:picLocks noChangeAspect="1"/>
          </p:cNvPicPr>
          <p:nvPr userDrawn="1"/>
        </p:nvPicPr>
        <p:blipFill>
          <a:blip r:embed="rId27" cstate="screen">
            <a:extLst>
              <a:ext uri="{28A0092B-C50C-407E-A947-70E740481C1C}">
                <a14:useLocalDpi xmlns:a14="http://schemas.microsoft.com/office/drawing/2010/main"/>
              </a:ext>
            </a:extLst>
          </a:blip>
          <a:srcRect/>
          <a:stretch/>
        </p:blipFill>
        <p:spPr>
          <a:xfrm>
            <a:off x="10996536" y="2526942"/>
            <a:ext cx="840821" cy="840821"/>
          </a:xfrm>
          <a:prstGeom prst="rect">
            <a:avLst/>
          </a:prstGeom>
        </p:spPr>
      </p:pic>
      <p:pic>
        <p:nvPicPr>
          <p:cNvPr id="35" name="Picture 34" descr="A magnifying glass with a graph&#10;">
            <a:extLst>
              <a:ext uri="{FF2B5EF4-FFF2-40B4-BE49-F238E27FC236}">
                <a16:creationId xmlns:a16="http://schemas.microsoft.com/office/drawing/2014/main" id="{3ABE3EC7-5C13-EF97-BD3E-64D95B5BECF5}"/>
              </a:ext>
            </a:extLst>
          </p:cNvPr>
          <p:cNvPicPr>
            <a:picLocks noChangeAspect="1"/>
          </p:cNvPicPr>
          <p:nvPr userDrawn="1"/>
        </p:nvPicPr>
        <p:blipFill>
          <a:blip r:embed="rId28" cstate="screen">
            <a:extLst>
              <a:ext uri="{28A0092B-C50C-407E-A947-70E740481C1C}">
                <a14:useLocalDpi xmlns:a14="http://schemas.microsoft.com/office/drawing/2010/main"/>
              </a:ext>
            </a:extLst>
          </a:blip>
          <a:srcRect/>
          <a:stretch/>
        </p:blipFill>
        <p:spPr>
          <a:xfrm>
            <a:off x="8898425" y="2526942"/>
            <a:ext cx="840821" cy="840821"/>
          </a:xfrm>
          <a:prstGeom prst="rect">
            <a:avLst/>
          </a:prstGeom>
        </p:spPr>
      </p:pic>
      <p:pic>
        <p:nvPicPr>
          <p:cNvPr id="36" name="Picture 35" descr="A blue circle with a white tick in it&#10;">
            <a:extLst>
              <a:ext uri="{FF2B5EF4-FFF2-40B4-BE49-F238E27FC236}">
                <a16:creationId xmlns:a16="http://schemas.microsoft.com/office/drawing/2014/main" id="{59E95F6E-8295-81BA-5EBC-56CE8751259A}"/>
              </a:ext>
            </a:extLst>
          </p:cNvPr>
          <p:cNvPicPr>
            <a:picLocks noChangeAspect="1"/>
          </p:cNvPicPr>
          <p:nvPr userDrawn="1"/>
        </p:nvPicPr>
        <p:blipFill>
          <a:blip r:embed="rId29" cstate="screen">
            <a:extLst>
              <a:ext uri="{28A0092B-C50C-407E-A947-70E740481C1C}">
                <a14:useLocalDpi xmlns:a14="http://schemas.microsoft.com/office/drawing/2010/main"/>
              </a:ext>
            </a:extLst>
          </a:blip>
          <a:srcRect/>
          <a:stretch/>
        </p:blipFill>
        <p:spPr>
          <a:xfrm>
            <a:off x="3653155" y="3429000"/>
            <a:ext cx="840821" cy="840821"/>
          </a:xfrm>
          <a:prstGeom prst="rect">
            <a:avLst/>
          </a:prstGeom>
        </p:spPr>
      </p:pic>
      <p:pic>
        <p:nvPicPr>
          <p:cNvPr id="37" name="Picture 36" descr="A purple triangle and a white circle&#10;&#10;AI-generat">
            <a:extLst>
              <a:ext uri="{FF2B5EF4-FFF2-40B4-BE49-F238E27FC236}">
                <a16:creationId xmlns:a16="http://schemas.microsoft.com/office/drawing/2014/main" id="{FFEE593B-A589-3BC4-5EA8-72C3195CFF5C}"/>
              </a:ext>
            </a:extLst>
          </p:cNvPr>
          <p:cNvPicPr>
            <a:picLocks noChangeAspect="1"/>
          </p:cNvPicPr>
          <p:nvPr userDrawn="1"/>
        </p:nvPicPr>
        <p:blipFill>
          <a:blip r:embed="rId30" cstate="screen">
            <a:extLst>
              <a:ext uri="{28A0092B-C50C-407E-A947-70E740481C1C}">
                <a14:useLocalDpi xmlns:a14="http://schemas.microsoft.com/office/drawing/2010/main"/>
              </a:ext>
            </a:extLst>
          </a:blip>
          <a:srcRect/>
          <a:stretch/>
        </p:blipFill>
        <p:spPr>
          <a:xfrm>
            <a:off x="4702209" y="3429000"/>
            <a:ext cx="840821" cy="840821"/>
          </a:xfrm>
          <a:prstGeom prst="rect">
            <a:avLst/>
          </a:prstGeom>
        </p:spPr>
      </p:pic>
      <p:pic>
        <p:nvPicPr>
          <p:cNvPr id="38" name="Picture 37" descr="A purple and white tube&#10;">
            <a:extLst>
              <a:ext uri="{FF2B5EF4-FFF2-40B4-BE49-F238E27FC236}">
                <a16:creationId xmlns:a16="http://schemas.microsoft.com/office/drawing/2014/main" id="{775FCB67-94D5-310E-AD3B-3CBD40568921}"/>
              </a:ext>
            </a:extLst>
          </p:cNvPr>
          <p:cNvPicPr>
            <a:picLocks noChangeAspect="1"/>
          </p:cNvPicPr>
          <p:nvPr userDrawn="1"/>
        </p:nvPicPr>
        <p:blipFill>
          <a:blip r:embed="rId31" cstate="screen">
            <a:extLst>
              <a:ext uri="{28A0092B-C50C-407E-A947-70E740481C1C}">
                <a14:useLocalDpi xmlns:a14="http://schemas.microsoft.com/office/drawing/2010/main"/>
              </a:ext>
            </a:extLst>
          </a:blip>
          <a:srcRect/>
          <a:stretch/>
        </p:blipFill>
        <p:spPr>
          <a:xfrm>
            <a:off x="5751263" y="3429000"/>
            <a:ext cx="840821" cy="840821"/>
          </a:xfrm>
          <a:prstGeom prst="rect">
            <a:avLst/>
          </a:prstGeom>
        </p:spPr>
      </p:pic>
      <p:pic>
        <p:nvPicPr>
          <p:cNvPr id="39" name="Picture 38" descr="A purple circle with a white tick&#10;">
            <a:extLst>
              <a:ext uri="{FF2B5EF4-FFF2-40B4-BE49-F238E27FC236}">
                <a16:creationId xmlns:a16="http://schemas.microsoft.com/office/drawing/2014/main" id="{D6A64219-826E-0028-E3B2-CC7BA5D829AF}"/>
              </a:ext>
            </a:extLst>
          </p:cNvPr>
          <p:cNvPicPr>
            <a:picLocks noChangeAspect="1"/>
          </p:cNvPicPr>
          <p:nvPr userDrawn="1"/>
        </p:nvPicPr>
        <p:blipFill>
          <a:blip r:embed="rId32" cstate="screen">
            <a:extLst>
              <a:ext uri="{28A0092B-C50C-407E-A947-70E740481C1C}">
                <a14:useLocalDpi xmlns:a14="http://schemas.microsoft.com/office/drawing/2010/main"/>
              </a:ext>
            </a:extLst>
          </a:blip>
          <a:srcRect/>
          <a:stretch/>
        </p:blipFill>
        <p:spPr>
          <a:xfrm>
            <a:off x="6800317" y="3429000"/>
            <a:ext cx="840821" cy="840821"/>
          </a:xfrm>
          <a:prstGeom prst="rect">
            <a:avLst/>
          </a:prstGeom>
        </p:spPr>
      </p:pic>
      <p:pic>
        <p:nvPicPr>
          <p:cNvPr id="40" name="Picture 39" descr="A blue star with white lines&#10;">
            <a:extLst>
              <a:ext uri="{FF2B5EF4-FFF2-40B4-BE49-F238E27FC236}">
                <a16:creationId xmlns:a16="http://schemas.microsoft.com/office/drawing/2014/main" id="{524E8F65-7C01-4FB7-E0D5-AA4BEA035C6E}"/>
              </a:ext>
            </a:extLst>
          </p:cNvPr>
          <p:cNvPicPr>
            <a:picLocks noChangeAspect="1"/>
          </p:cNvPicPr>
          <p:nvPr userDrawn="1"/>
        </p:nvPicPr>
        <p:blipFill>
          <a:blip r:embed="rId33" cstate="screen">
            <a:extLst>
              <a:ext uri="{28A0092B-C50C-407E-A947-70E740481C1C}">
                <a14:useLocalDpi xmlns:a14="http://schemas.microsoft.com/office/drawing/2010/main"/>
              </a:ext>
            </a:extLst>
          </a:blip>
          <a:srcRect/>
          <a:stretch/>
        </p:blipFill>
        <p:spPr>
          <a:xfrm>
            <a:off x="7849371" y="3429000"/>
            <a:ext cx="840821" cy="840821"/>
          </a:xfrm>
          <a:prstGeom prst="rect">
            <a:avLst/>
          </a:prstGeom>
        </p:spPr>
      </p:pic>
      <p:pic>
        <p:nvPicPr>
          <p:cNvPr id="41" name="Picture 40" descr="A purple circle with a horizontal line">
            <a:extLst>
              <a:ext uri="{FF2B5EF4-FFF2-40B4-BE49-F238E27FC236}">
                <a16:creationId xmlns:a16="http://schemas.microsoft.com/office/drawing/2014/main" id="{9D724AD4-F851-25F4-E8F0-0A997FCA2C5F}"/>
              </a:ext>
            </a:extLst>
          </p:cNvPr>
          <p:cNvPicPr>
            <a:picLocks noChangeAspect="1"/>
          </p:cNvPicPr>
          <p:nvPr userDrawn="1"/>
        </p:nvPicPr>
        <p:blipFill>
          <a:blip r:embed="rId34" cstate="screen">
            <a:extLst>
              <a:ext uri="{28A0092B-C50C-407E-A947-70E740481C1C}">
                <a14:useLocalDpi xmlns:a14="http://schemas.microsoft.com/office/drawing/2010/main"/>
              </a:ext>
            </a:extLst>
          </a:blip>
          <a:srcRect/>
          <a:stretch/>
        </p:blipFill>
        <p:spPr>
          <a:xfrm>
            <a:off x="8898425" y="3429000"/>
            <a:ext cx="840821" cy="840821"/>
          </a:xfrm>
          <a:prstGeom prst="rect">
            <a:avLst/>
          </a:prstGeom>
        </p:spPr>
      </p:pic>
      <p:pic>
        <p:nvPicPr>
          <p:cNvPr id="42" name="Picture 41" descr="A cirle on inclined line in elevation">
            <a:extLst>
              <a:ext uri="{FF2B5EF4-FFF2-40B4-BE49-F238E27FC236}">
                <a16:creationId xmlns:a16="http://schemas.microsoft.com/office/drawing/2014/main" id="{AAB07C3E-AD6B-7CE0-42E4-AA6A0EE2AA6C}"/>
              </a:ext>
            </a:extLst>
          </p:cNvPr>
          <p:cNvPicPr>
            <a:picLocks noChangeAspect="1"/>
          </p:cNvPicPr>
          <p:nvPr userDrawn="1"/>
        </p:nvPicPr>
        <p:blipFill>
          <a:blip r:embed="rId35" cstate="screen">
            <a:extLst>
              <a:ext uri="{28A0092B-C50C-407E-A947-70E740481C1C}">
                <a14:useLocalDpi xmlns:a14="http://schemas.microsoft.com/office/drawing/2010/main"/>
              </a:ext>
            </a:extLst>
          </a:blip>
          <a:srcRect/>
          <a:stretch/>
        </p:blipFill>
        <p:spPr>
          <a:xfrm>
            <a:off x="9947479" y="3429000"/>
            <a:ext cx="840821" cy="840821"/>
          </a:xfrm>
          <a:prstGeom prst="rect">
            <a:avLst/>
          </a:prstGeom>
        </p:spPr>
      </p:pic>
      <p:pic>
        <p:nvPicPr>
          <p:cNvPr id="43" name="Picture 42" descr="A blue and white leaf&#10;">
            <a:extLst>
              <a:ext uri="{FF2B5EF4-FFF2-40B4-BE49-F238E27FC236}">
                <a16:creationId xmlns:a16="http://schemas.microsoft.com/office/drawing/2014/main" id="{5D3EC9C7-A5FF-CDD7-CA98-BD1FEAE82790}"/>
              </a:ext>
            </a:extLst>
          </p:cNvPr>
          <p:cNvPicPr>
            <a:picLocks noChangeAspect="1"/>
          </p:cNvPicPr>
          <p:nvPr userDrawn="1"/>
        </p:nvPicPr>
        <p:blipFill>
          <a:blip r:embed="rId36" cstate="screen">
            <a:extLst>
              <a:ext uri="{28A0092B-C50C-407E-A947-70E740481C1C}">
                <a14:useLocalDpi xmlns:a14="http://schemas.microsoft.com/office/drawing/2010/main"/>
              </a:ext>
            </a:extLst>
          </a:blip>
          <a:srcRect/>
          <a:stretch/>
        </p:blipFill>
        <p:spPr>
          <a:xfrm>
            <a:off x="10996536" y="3429000"/>
            <a:ext cx="840821" cy="840821"/>
          </a:xfrm>
          <a:prstGeom prst="rect">
            <a:avLst/>
          </a:prstGeom>
        </p:spPr>
      </p:pic>
      <p:pic>
        <p:nvPicPr>
          <p:cNvPr id="44" name="Picture 43" descr="4 circles with a square">
            <a:extLst>
              <a:ext uri="{FF2B5EF4-FFF2-40B4-BE49-F238E27FC236}">
                <a16:creationId xmlns:a16="http://schemas.microsoft.com/office/drawing/2014/main" id="{724C3709-E2FE-CF82-C6F9-72B333F814E0}"/>
              </a:ext>
            </a:extLst>
          </p:cNvPr>
          <p:cNvPicPr>
            <a:picLocks noChangeAspect="1"/>
          </p:cNvPicPr>
          <p:nvPr userDrawn="1"/>
        </p:nvPicPr>
        <p:blipFill>
          <a:blip r:embed="rId37" cstate="screen">
            <a:extLst>
              <a:ext uri="{28A0092B-C50C-407E-A947-70E740481C1C}">
                <a14:useLocalDpi xmlns:a14="http://schemas.microsoft.com/office/drawing/2010/main"/>
              </a:ext>
            </a:extLst>
          </a:blip>
          <a:srcRect/>
          <a:stretch/>
        </p:blipFill>
        <p:spPr>
          <a:xfrm>
            <a:off x="3653155" y="4331058"/>
            <a:ext cx="840821" cy="840821"/>
          </a:xfrm>
          <a:prstGeom prst="rect">
            <a:avLst/>
          </a:prstGeom>
        </p:spPr>
      </p:pic>
      <p:pic>
        <p:nvPicPr>
          <p:cNvPr id="45" name="Picture 44" descr="A building of institution&#10;">
            <a:extLst>
              <a:ext uri="{FF2B5EF4-FFF2-40B4-BE49-F238E27FC236}">
                <a16:creationId xmlns:a16="http://schemas.microsoft.com/office/drawing/2014/main" id="{3BDEC2C0-0B91-9DA3-360B-818B5E824BC6}"/>
              </a:ext>
            </a:extLst>
          </p:cNvPr>
          <p:cNvPicPr>
            <a:picLocks noChangeAspect="1"/>
          </p:cNvPicPr>
          <p:nvPr userDrawn="1"/>
        </p:nvPicPr>
        <p:blipFill>
          <a:blip r:embed="rId38" cstate="screen">
            <a:extLst>
              <a:ext uri="{28A0092B-C50C-407E-A947-70E740481C1C}">
                <a14:useLocalDpi xmlns:a14="http://schemas.microsoft.com/office/drawing/2010/main"/>
              </a:ext>
            </a:extLst>
          </a:blip>
          <a:srcRect/>
          <a:stretch/>
        </p:blipFill>
        <p:spPr>
          <a:xfrm>
            <a:off x="4702209" y="4331058"/>
            <a:ext cx="840821" cy="840821"/>
          </a:xfrm>
          <a:prstGeom prst="rect">
            <a:avLst/>
          </a:prstGeom>
        </p:spPr>
      </p:pic>
      <p:pic>
        <p:nvPicPr>
          <p:cNvPr id="46" name="Picture 45" descr="A building">
            <a:extLst>
              <a:ext uri="{FF2B5EF4-FFF2-40B4-BE49-F238E27FC236}">
                <a16:creationId xmlns:a16="http://schemas.microsoft.com/office/drawing/2014/main" id="{1C33CFA7-8B7F-3B62-35C7-F009E97CACE8}"/>
              </a:ext>
            </a:extLst>
          </p:cNvPr>
          <p:cNvPicPr>
            <a:picLocks noChangeAspect="1"/>
          </p:cNvPicPr>
          <p:nvPr userDrawn="1"/>
        </p:nvPicPr>
        <p:blipFill>
          <a:blip r:embed="rId39" cstate="screen">
            <a:extLst>
              <a:ext uri="{28A0092B-C50C-407E-A947-70E740481C1C}">
                <a14:useLocalDpi xmlns:a14="http://schemas.microsoft.com/office/drawing/2010/main"/>
              </a:ext>
            </a:extLst>
          </a:blip>
          <a:srcRect/>
          <a:stretch/>
        </p:blipFill>
        <p:spPr>
          <a:xfrm>
            <a:off x="5751263" y="4331058"/>
            <a:ext cx="840821" cy="840821"/>
          </a:xfrm>
          <a:prstGeom prst="rect">
            <a:avLst/>
          </a:prstGeom>
        </p:spPr>
      </p:pic>
      <p:pic>
        <p:nvPicPr>
          <p:cNvPr id="47" name="Picture 46" descr="A blue and white circle and triangle&#10;">
            <a:extLst>
              <a:ext uri="{FF2B5EF4-FFF2-40B4-BE49-F238E27FC236}">
                <a16:creationId xmlns:a16="http://schemas.microsoft.com/office/drawing/2014/main" id="{66B295D0-E0C1-D989-EC01-55A9DEA3D5C7}"/>
              </a:ext>
            </a:extLst>
          </p:cNvPr>
          <p:cNvPicPr>
            <a:picLocks noChangeAspect="1"/>
          </p:cNvPicPr>
          <p:nvPr userDrawn="1"/>
        </p:nvPicPr>
        <p:blipFill>
          <a:blip r:embed="rId40" cstate="screen">
            <a:extLst>
              <a:ext uri="{28A0092B-C50C-407E-A947-70E740481C1C}">
                <a14:useLocalDpi xmlns:a14="http://schemas.microsoft.com/office/drawing/2010/main"/>
              </a:ext>
            </a:extLst>
          </a:blip>
          <a:srcRect/>
          <a:stretch/>
        </p:blipFill>
        <p:spPr>
          <a:xfrm>
            <a:off x="6800317" y="4331058"/>
            <a:ext cx="840821" cy="840821"/>
          </a:xfrm>
          <a:prstGeom prst="rect">
            <a:avLst/>
          </a:prstGeom>
        </p:spPr>
      </p:pic>
      <p:pic>
        <p:nvPicPr>
          <p:cNvPr id="48" name="Picture 47" descr="A magnifying glass and a piece of paper">
            <a:extLst>
              <a:ext uri="{FF2B5EF4-FFF2-40B4-BE49-F238E27FC236}">
                <a16:creationId xmlns:a16="http://schemas.microsoft.com/office/drawing/2014/main" id="{6662CA20-3547-167E-C046-8FA17E2D2C36}"/>
              </a:ext>
            </a:extLst>
          </p:cNvPr>
          <p:cNvPicPr>
            <a:picLocks noChangeAspect="1"/>
          </p:cNvPicPr>
          <p:nvPr userDrawn="1"/>
        </p:nvPicPr>
        <p:blipFill>
          <a:blip r:embed="rId41" cstate="screen">
            <a:extLst>
              <a:ext uri="{28A0092B-C50C-407E-A947-70E740481C1C}">
                <a14:useLocalDpi xmlns:a14="http://schemas.microsoft.com/office/drawing/2010/main"/>
              </a:ext>
            </a:extLst>
          </a:blip>
          <a:srcRect/>
          <a:stretch/>
        </p:blipFill>
        <p:spPr>
          <a:xfrm>
            <a:off x="7849371" y="4331058"/>
            <a:ext cx="840821" cy="840821"/>
          </a:xfrm>
          <a:prstGeom prst="rect">
            <a:avLst/>
          </a:prstGeom>
        </p:spPr>
      </p:pic>
      <p:pic>
        <p:nvPicPr>
          <p:cNvPr id="49" name="Picture 48" descr="A white circle with a purple circle in the middle&#10;">
            <a:extLst>
              <a:ext uri="{FF2B5EF4-FFF2-40B4-BE49-F238E27FC236}">
                <a16:creationId xmlns:a16="http://schemas.microsoft.com/office/drawing/2014/main" id="{0A8C1679-C634-8374-A07C-87E60CA92092}"/>
              </a:ext>
            </a:extLst>
          </p:cNvPr>
          <p:cNvPicPr>
            <a:picLocks noChangeAspect="1"/>
          </p:cNvPicPr>
          <p:nvPr userDrawn="1"/>
        </p:nvPicPr>
        <p:blipFill>
          <a:blip r:embed="rId42" cstate="screen">
            <a:extLst>
              <a:ext uri="{28A0092B-C50C-407E-A947-70E740481C1C}">
                <a14:useLocalDpi xmlns:a14="http://schemas.microsoft.com/office/drawing/2010/main"/>
              </a:ext>
            </a:extLst>
          </a:blip>
          <a:srcRect/>
          <a:stretch/>
        </p:blipFill>
        <p:spPr>
          <a:xfrm>
            <a:off x="8898425" y="4331058"/>
            <a:ext cx="840821" cy="840821"/>
          </a:xfrm>
          <a:prstGeom prst="rect">
            <a:avLst/>
          </a:prstGeom>
        </p:spPr>
      </p:pic>
      <p:pic>
        <p:nvPicPr>
          <p:cNvPr id="50" name="Picture 49" descr="A diamond in a circle&#10;">
            <a:extLst>
              <a:ext uri="{FF2B5EF4-FFF2-40B4-BE49-F238E27FC236}">
                <a16:creationId xmlns:a16="http://schemas.microsoft.com/office/drawing/2014/main" id="{475B77B4-1C9A-C67F-4793-9C471957BA82}"/>
              </a:ext>
            </a:extLst>
          </p:cNvPr>
          <p:cNvPicPr>
            <a:picLocks noChangeAspect="1"/>
          </p:cNvPicPr>
          <p:nvPr userDrawn="1"/>
        </p:nvPicPr>
        <p:blipFill>
          <a:blip r:embed="rId43" cstate="screen">
            <a:extLst>
              <a:ext uri="{28A0092B-C50C-407E-A947-70E740481C1C}">
                <a14:useLocalDpi xmlns:a14="http://schemas.microsoft.com/office/drawing/2010/main"/>
              </a:ext>
            </a:extLst>
          </a:blip>
          <a:srcRect/>
          <a:stretch/>
        </p:blipFill>
        <p:spPr>
          <a:xfrm>
            <a:off x="9947479" y="4331058"/>
            <a:ext cx="840821" cy="840821"/>
          </a:xfrm>
          <a:prstGeom prst="rect">
            <a:avLst/>
          </a:prstGeom>
        </p:spPr>
      </p:pic>
      <p:pic>
        <p:nvPicPr>
          <p:cNvPr id="51" name="Picture 50" descr="Stacked circuit boards">
            <a:extLst>
              <a:ext uri="{FF2B5EF4-FFF2-40B4-BE49-F238E27FC236}">
                <a16:creationId xmlns:a16="http://schemas.microsoft.com/office/drawing/2014/main" id="{49C6E35F-9DF4-085F-89F2-A443A996AEF2}"/>
              </a:ext>
            </a:extLst>
          </p:cNvPr>
          <p:cNvPicPr>
            <a:picLocks noChangeAspect="1"/>
          </p:cNvPicPr>
          <p:nvPr userDrawn="1"/>
        </p:nvPicPr>
        <p:blipFill>
          <a:blip r:embed="rId44" cstate="screen">
            <a:extLst>
              <a:ext uri="{28A0092B-C50C-407E-A947-70E740481C1C}">
                <a14:useLocalDpi xmlns:a14="http://schemas.microsoft.com/office/drawing/2010/main"/>
              </a:ext>
            </a:extLst>
          </a:blip>
          <a:srcRect/>
          <a:stretch/>
        </p:blipFill>
        <p:spPr>
          <a:xfrm>
            <a:off x="10996536" y="4331058"/>
            <a:ext cx="840821" cy="840821"/>
          </a:xfrm>
          <a:prstGeom prst="rect">
            <a:avLst/>
          </a:prstGeom>
        </p:spPr>
      </p:pic>
      <p:pic>
        <p:nvPicPr>
          <p:cNvPr id="52" name="Picture 51" descr="A purple circle with arrows&#10;">
            <a:extLst>
              <a:ext uri="{FF2B5EF4-FFF2-40B4-BE49-F238E27FC236}">
                <a16:creationId xmlns:a16="http://schemas.microsoft.com/office/drawing/2014/main" id="{28ABBADF-2EEE-FCDF-578F-EF8DCEA8A6D8}"/>
              </a:ext>
            </a:extLst>
          </p:cNvPr>
          <p:cNvPicPr>
            <a:picLocks noChangeAspect="1"/>
          </p:cNvPicPr>
          <p:nvPr userDrawn="1"/>
        </p:nvPicPr>
        <p:blipFill>
          <a:blip r:embed="rId45" cstate="screen">
            <a:extLst>
              <a:ext uri="{28A0092B-C50C-407E-A947-70E740481C1C}">
                <a14:useLocalDpi xmlns:a14="http://schemas.microsoft.com/office/drawing/2010/main"/>
              </a:ext>
            </a:extLst>
          </a:blip>
          <a:srcRect/>
          <a:stretch/>
        </p:blipFill>
        <p:spPr>
          <a:xfrm>
            <a:off x="3653155" y="5233118"/>
            <a:ext cx="840821" cy="840821"/>
          </a:xfrm>
          <a:prstGeom prst="rect">
            <a:avLst/>
          </a:prstGeom>
        </p:spPr>
      </p:pic>
      <p:pic>
        <p:nvPicPr>
          <p:cNvPr id="53" name="Picture 52" descr="A circular arrows and circles&#10;">
            <a:extLst>
              <a:ext uri="{FF2B5EF4-FFF2-40B4-BE49-F238E27FC236}">
                <a16:creationId xmlns:a16="http://schemas.microsoft.com/office/drawing/2014/main" id="{448E86EF-F7F0-3486-6A21-806220E93A3F}"/>
              </a:ext>
            </a:extLst>
          </p:cNvPr>
          <p:cNvPicPr>
            <a:picLocks noChangeAspect="1"/>
          </p:cNvPicPr>
          <p:nvPr userDrawn="1"/>
        </p:nvPicPr>
        <p:blipFill>
          <a:blip r:embed="rId46" cstate="screen">
            <a:extLst>
              <a:ext uri="{28A0092B-C50C-407E-A947-70E740481C1C}">
                <a14:useLocalDpi xmlns:a14="http://schemas.microsoft.com/office/drawing/2010/main"/>
              </a:ext>
            </a:extLst>
          </a:blip>
          <a:srcRect/>
          <a:stretch/>
        </p:blipFill>
        <p:spPr>
          <a:xfrm>
            <a:off x="4702209" y="5233118"/>
            <a:ext cx="840821" cy="840821"/>
          </a:xfrm>
          <a:prstGeom prst="rect">
            <a:avLst/>
          </a:prstGeom>
        </p:spPr>
      </p:pic>
      <p:pic>
        <p:nvPicPr>
          <p:cNvPr id="54" name="Picture 53" descr="A blue and white square with a chess marker&#10;">
            <a:extLst>
              <a:ext uri="{FF2B5EF4-FFF2-40B4-BE49-F238E27FC236}">
                <a16:creationId xmlns:a16="http://schemas.microsoft.com/office/drawing/2014/main" id="{9122647F-C9D8-7F72-B2A8-454BC9AF2CA9}"/>
              </a:ext>
            </a:extLst>
          </p:cNvPr>
          <p:cNvPicPr>
            <a:picLocks noChangeAspect="1"/>
          </p:cNvPicPr>
          <p:nvPr userDrawn="1"/>
        </p:nvPicPr>
        <p:blipFill>
          <a:blip r:embed="rId47" cstate="screen">
            <a:extLst>
              <a:ext uri="{28A0092B-C50C-407E-A947-70E740481C1C}">
                <a14:useLocalDpi xmlns:a14="http://schemas.microsoft.com/office/drawing/2010/main"/>
              </a:ext>
            </a:extLst>
          </a:blip>
          <a:srcRect/>
          <a:stretch/>
        </p:blipFill>
        <p:spPr>
          <a:xfrm>
            <a:off x="5751263" y="5233118"/>
            <a:ext cx="840821" cy="840821"/>
          </a:xfrm>
          <a:prstGeom prst="rect">
            <a:avLst/>
          </a:prstGeom>
        </p:spPr>
      </p:pic>
      <p:pic>
        <p:nvPicPr>
          <p:cNvPr id="55" name="Picture 54" descr="A blue eye with white dots&#10;">
            <a:extLst>
              <a:ext uri="{FF2B5EF4-FFF2-40B4-BE49-F238E27FC236}">
                <a16:creationId xmlns:a16="http://schemas.microsoft.com/office/drawing/2014/main" id="{560F5F43-DB35-CB99-2022-57791B15ADF9}"/>
              </a:ext>
            </a:extLst>
          </p:cNvPr>
          <p:cNvPicPr>
            <a:picLocks noChangeAspect="1"/>
          </p:cNvPicPr>
          <p:nvPr userDrawn="1"/>
        </p:nvPicPr>
        <p:blipFill>
          <a:blip r:embed="rId48" cstate="screen">
            <a:extLst>
              <a:ext uri="{28A0092B-C50C-407E-A947-70E740481C1C}">
                <a14:useLocalDpi xmlns:a14="http://schemas.microsoft.com/office/drawing/2010/main"/>
              </a:ext>
            </a:extLst>
          </a:blip>
          <a:srcRect/>
          <a:stretch/>
        </p:blipFill>
        <p:spPr>
          <a:xfrm>
            <a:off x="6800317" y="5233118"/>
            <a:ext cx="840821" cy="840821"/>
          </a:xfrm>
          <a:prstGeom prst="rect">
            <a:avLst/>
          </a:prstGeom>
        </p:spPr>
      </p:pic>
      <p:pic>
        <p:nvPicPr>
          <p:cNvPr id="56" name="Picture 55" descr="A fingerprint scan&#10;">
            <a:extLst>
              <a:ext uri="{FF2B5EF4-FFF2-40B4-BE49-F238E27FC236}">
                <a16:creationId xmlns:a16="http://schemas.microsoft.com/office/drawing/2014/main" id="{05F1A7CA-8D45-4775-193A-BB58ABC5F30B}"/>
              </a:ext>
            </a:extLst>
          </p:cNvPr>
          <p:cNvPicPr>
            <a:picLocks noChangeAspect="1"/>
          </p:cNvPicPr>
          <p:nvPr userDrawn="1"/>
        </p:nvPicPr>
        <p:blipFill>
          <a:blip r:embed="rId49" cstate="screen">
            <a:extLst>
              <a:ext uri="{28A0092B-C50C-407E-A947-70E740481C1C}">
                <a14:useLocalDpi xmlns:a14="http://schemas.microsoft.com/office/drawing/2010/main"/>
              </a:ext>
            </a:extLst>
          </a:blip>
          <a:srcRect/>
          <a:stretch/>
        </p:blipFill>
        <p:spPr>
          <a:xfrm>
            <a:off x="7849371" y="5233118"/>
            <a:ext cx="840821" cy="840821"/>
          </a:xfrm>
          <a:prstGeom prst="rect">
            <a:avLst/>
          </a:prstGeom>
        </p:spPr>
      </p:pic>
      <p:pic>
        <p:nvPicPr>
          <p:cNvPr id="57" name="Picture 56" descr="A purple circle with squares and lines&#10;">
            <a:extLst>
              <a:ext uri="{FF2B5EF4-FFF2-40B4-BE49-F238E27FC236}">
                <a16:creationId xmlns:a16="http://schemas.microsoft.com/office/drawing/2014/main" id="{6008D849-77CE-0D1B-3611-13FC004DE314}"/>
              </a:ext>
            </a:extLst>
          </p:cNvPr>
          <p:cNvPicPr>
            <a:picLocks noChangeAspect="1"/>
          </p:cNvPicPr>
          <p:nvPr userDrawn="1"/>
        </p:nvPicPr>
        <p:blipFill>
          <a:blip r:embed="rId50" cstate="screen">
            <a:extLst>
              <a:ext uri="{28A0092B-C50C-407E-A947-70E740481C1C}">
                <a14:useLocalDpi xmlns:a14="http://schemas.microsoft.com/office/drawing/2010/main"/>
              </a:ext>
            </a:extLst>
          </a:blip>
          <a:srcRect/>
          <a:stretch/>
        </p:blipFill>
        <p:spPr>
          <a:xfrm>
            <a:off x="9947479" y="5233118"/>
            <a:ext cx="840821" cy="840821"/>
          </a:xfrm>
          <a:prstGeom prst="rect">
            <a:avLst/>
          </a:prstGeom>
        </p:spPr>
      </p:pic>
      <p:pic>
        <p:nvPicPr>
          <p:cNvPr id="58" name="Picture 57" descr="A purple head">
            <a:extLst>
              <a:ext uri="{FF2B5EF4-FFF2-40B4-BE49-F238E27FC236}">
                <a16:creationId xmlns:a16="http://schemas.microsoft.com/office/drawing/2014/main" id="{777E055D-88AA-5D71-D6D9-8D387E113543}"/>
              </a:ext>
            </a:extLst>
          </p:cNvPr>
          <p:cNvPicPr>
            <a:picLocks noChangeAspect="1"/>
          </p:cNvPicPr>
          <p:nvPr userDrawn="1"/>
        </p:nvPicPr>
        <p:blipFill>
          <a:blip r:embed="rId51" cstate="screen">
            <a:extLst>
              <a:ext uri="{28A0092B-C50C-407E-A947-70E740481C1C}">
                <a14:useLocalDpi xmlns:a14="http://schemas.microsoft.com/office/drawing/2010/main"/>
              </a:ext>
            </a:extLst>
          </a:blip>
          <a:srcRect/>
          <a:stretch/>
        </p:blipFill>
        <p:spPr>
          <a:xfrm>
            <a:off x="8898425" y="5233118"/>
            <a:ext cx="840821" cy="840821"/>
          </a:xfrm>
          <a:prstGeom prst="rect">
            <a:avLst/>
          </a:prstGeom>
        </p:spPr>
      </p:pic>
      <p:pic>
        <p:nvPicPr>
          <p:cNvPr id="59" name="Pearson Logo" descr="Pearson Logo">
            <a:extLst>
              <a:ext uri="{FF2B5EF4-FFF2-40B4-BE49-F238E27FC236}">
                <a16:creationId xmlns:a16="http://schemas.microsoft.com/office/drawing/2014/main" id="{7B94B3CB-CD59-3397-9219-E265352D6495}"/>
              </a:ext>
            </a:extLst>
          </p:cNvPr>
          <p:cNvPicPr/>
          <p:nvPr userDrawn="1"/>
        </p:nvPicPr>
        <p:blipFill>
          <a:blip r:embed="rId52">
            <a:extLst>
              <a:ext uri="{96DAC541-7B7A-43D3-8B79-37D633B846F1}">
                <asvg:svgBlip xmlns:asvg="http://schemas.microsoft.com/office/drawing/2016/SVG/main" r:embed="rId5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31236809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Dark">
    <p:bg bwMode="gray">
      <p:bgRef idx="1001">
        <a:schemeClr val="bg2"/>
      </p:bgRef>
    </p:bg>
    <p:spTree>
      <p:nvGrpSpPr>
        <p:cNvPr id="1" name=""/>
        <p:cNvGrpSpPr/>
        <p:nvPr/>
      </p:nvGrpSpPr>
      <p:grpSpPr>
        <a:xfrm>
          <a:off x="0" y="0"/>
          <a:ext cx="0" cy="0"/>
          <a:chOff x="0" y="0"/>
          <a:chExt cx="0" cy="0"/>
        </a:xfrm>
      </p:grpSpPr>
      <p:pic>
        <p:nvPicPr>
          <p:cNvPr id="3" name="Pearson Logo" descr="Pearson Logo">
            <a:extLst>
              <a:ext uri="{FF2B5EF4-FFF2-40B4-BE49-F238E27FC236}">
                <a16:creationId xmlns:a16="http://schemas.microsoft.com/office/drawing/2014/main" id="{D50E3FEF-4225-652E-365D-289A15BB99D8}"/>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683224849"/>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3" name="Pearson Logo" descr="Pearson Logo">
            <a:extLst>
              <a:ext uri="{FF2B5EF4-FFF2-40B4-BE49-F238E27FC236}">
                <a16:creationId xmlns:a16="http://schemas.microsoft.com/office/drawing/2014/main" id="{30573AE3-9C05-B929-75E7-A5CC0ED87249}"/>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78027865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User Guide: Visual Identity Overview">
    <p:bg>
      <p:bgPr>
        <a:solidFill>
          <a:srgbClr val="FFFFFF"/>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1B4CAF6E-EF57-881D-B808-1008F7021F6A}"/>
              </a:ext>
              <a:ext uri="{C183D7F6-B498-43B3-948B-1728B52AA6E4}">
                <adec:decorative xmlns:adec="http://schemas.microsoft.com/office/drawing/2017/decorative" val="1"/>
              </a:ext>
            </a:extLst>
          </p:cNvPr>
          <p:cNvSpPr/>
          <p:nvPr userDrawn="1"/>
        </p:nvSpPr>
        <p:spPr bwMode="gray">
          <a:xfrm>
            <a:off x="9200092" y="3424003"/>
            <a:ext cx="2991908" cy="3433997"/>
          </a:xfrm>
          <a:prstGeom prst="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7" name="Section">
            <a:extLst>
              <a:ext uri="{FF2B5EF4-FFF2-40B4-BE49-F238E27FC236}">
                <a16:creationId xmlns:a16="http://schemas.microsoft.com/office/drawing/2014/main" id="{F5DEE79E-ACD7-E44F-A566-85F5BB2BBCDB}"/>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Visual Identity </a:t>
            </a:r>
            <a:b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b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Overview</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738855"/>
            <a:ext cx="2178824" cy="488376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600" dirty="0">
                <a:latin typeface="+mj-lt"/>
                <a:cs typeface="Segoe UI" panose="020B0502040204020203" pitchFamily="34" charset="0"/>
              </a:rPr>
              <a:t>This User Guide </a:t>
            </a:r>
            <a:r>
              <a:rPr lang="en-US" sz="1600" noProof="1">
                <a:latin typeface="+mj-lt"/>
                <a:cs typeface="Segoe UI" panose="020B0502040204020203" pitchFamily="34" charset="0"/>
              </a:rPr>
              <a:t>section is a concise guide through visual expressions that make up the Pearson brand and apply to PowerPoint presentations. </a:t>
            </a:r>
          </a:p>
          <a:p>
            <a:endParaRPr lang="en-US" sz="1600" noProof="1">
              <a:latin typeface="+mj-lt"/>
              <a:cs typeface="Segoe UI" panose="020B0502040204020203" pitchFamily="34" charset="0"/>
            </a:endParaRPr>
          </a:p>
          <a:p>
            <a:r>
              <a:rPr lang="en-US" sz="1600" noProof="1">
                <a:latin typeface="+mj-lt"/>
                <a:cs typeface="Segoe UI" panose="020B0502040204020203" pitchFamily="34" charset="0"/>
              </a:rPr>
              <a:t>From logo usage to typography, color palettes, and imagery, these guidelines will ensure consistency, clarity and impact in every interaction. </a:t>
            </a:r>
          </a:p>
        </p:txBody>
      </p:sp>
      <p:grpSp>
        <p:nvGrpSpPr>
          <p:cNvPr id="23" name="Group 22">
            <a:extLst>
              <a:ext uri="{FF2B5EF4-FFF2-40B4-BE49-F238E27FC236}">
                <a16:creationId xmlns:a16="http://schemas.microsoft.com/office/drawing/2014/main" id="{5F4DA418-0812-19B5-AED0-730FD1E04333}"/>
              </a:ext>
            </a:extLst>
          </p:cNvPr>
          <p:cNvGrpSpPr/>
          <p:nvPr userDrawn="1"/>
        </p:nvGrpSpPr>
        <p:grpSpPr>
          <a:xfrm>
            <a:off x="6522173" y="3664380"/>
            <a:ext cx="2382503" cy="2958239"/>
            <a:chOff x="6522173" y="3752068"/>
            <a:chExt cx="2382503" cy="2958239"/>
          </a:xfrm>
        </p:grpSpPr>
        <p:grpSp>
          <p:nvGrpSpPr>
            <p:cNvPr id="24" name="Group 23" descr="Pictograms">
              <a:extLst>
                <a:ext uri="{FF2B5EF4-FFF2-40B4-BE49-F238E27FC236}">
                  <a16:creationId xmlns:a16="http://schemas.microsoft.com/office/drawing/2014/main" id="{12EE70C3-B2A5-3C4F-2520-2C7C5E743815}"/>
                </a:ext>
              </a:extLst>
            </p:cNvPr>
            <p:cNvGrpSpPr/>
            <p:nvPr/>
          </p:nvGrpSpPr>
          <p:grpSpPr bwMode="gray">
            <a:xfrm>
              <a:off x="6537356" y="3752068"/>
              <a:ext cx="2352137" cy="2325648"/>
              <a:chOff x="6523974" y="3755934"/>
              <a:chExt cx="2352137" cy="2325648"/>
            </a:xfrm>
          </p:grpSpPr>
          <p:pic>
            <p:nvPicPr>
              <p:cNvPr id="35" name="Picture 34" descr="A circular object with arrows pointing to the center&#10;&#10;Description automatically generated">
                <a:extLst>
                  <a:ext uri="{FF2B5EF4-FFF2-40B4-BE49-F238E27FC236}">
                    <a16:creationId xmlns:a16="http://schemas.microsoft.com/office/drawing/2014/main" id="{A917109F-25A2-E3E2-59EA-48A30635FF0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bwMode="gray">
              <a:xfrm>
                <a:off x="6523974" y="4594740"/>
                <a:ext cx="649224" cy="649224"/>
              </a:xfrm>
              <a:prstGeom prst="rect">
                <a:avLst/>
              </a:prstGeom>
            </p:spPr>
          </p:pic>
          <p:pic>
            <p:nvPicPr>
              <p:cNvPr id="36" name="Picture 35" descr="A circular arrows and circles with a purple circle around them&#10;&#10;Description automatically generated with medium confidence">
                <a:extLst>
                  <a:ext uri="{FF2B5EF4-FFF2-40B4-BE49-F238E27FC236}">
                    <a16:creationId xmlns:a16="http://schemas.microsoft.com/office/drawing/2014/main" id="{7EF81594-425D-859B-7CF0-C849B40B8FB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bwMode="gray">
              <a:xfrm>
                <a:off x="8226887" y="3757122"/>
                <a:ext cx="649224" cy="649224"/>
              </a:xfrm>
              <a:prstGeom prst="rect">
                <a:avLst/>
              </a:prstGeom>
            </p:spPr>
          </p:pic>
          <p:pic>
            <p:nvPicPr>
              <p:cNvPr id="37" name="Picture 36" descr="A blue and white squares with a person silhouette&#10;&#10;Description automatically generated">
                <a:extLst>
                  <a:ext uri="{FF2B5EF4-FFF2-40B4-BE49-F238E27FC236}">
                    <a16:creationId xmlns:a16="http://schemas.microsoft.com/office/drawing/2014/main" id="{A173BFA9-918B-A863-C3C7-A5ACDAC73194}"/>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bwMode="gray">
              <a:xfrm>
                <a:off x="6523974" y="5432358"/>
                <a:ext cx="649224" cy="649224"/>
              </a:xfrm>
              <a:prstGeom prst="rect">
                <a:avLst/>
              </a:prstGeom>
            </p:spPr>
          </p:pic>
          <p:pic>
            <p:nvPicPr>
              <p:cNvPr id="38" name="Picture 37" descr="A magnifying glass with a graph&#10;&#10;Description automatically generated">
                <a:extLst>
                  <a:ext uri="{FF2B5EF4-FFF2-40B4-BE49-F238E27FC236}">
                    <a16:creationId xmlns:a16="http://schemas.microsoft.com/office/drawing/2014/main" id="{498BB379-BB56-4881-2DA1-CB675297334B}"/>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bwMode="gray">
              <a:xfrm>
                <a:off x="8226887" y="5432358"/>
                <a:ext cx="649224" cy="649224"/>
              </a:xfrm>
              <a:prstGeom prst="rect">
                <a:avLst/>
              </a:prstGeom>
            </p:spPr>
          </p:pic>
          <p:pic>
            <p:nvPicPr>
              <p:cNvPr id="39" name="Picture 38" descr="A purple briefcase with a arrow pointing to the top&#10;&#10;Description automatically generated">
                <a:extLst>
                  <a:ext uri="{FF2B5EF4-FFF2-40B4-BE49-F238E27FC236}">
                    <a16:creationId xmlns:a16="http://schemas.microsoft.com/office/drawing/2014/main" id="{549DE231-CBA8-B514-BD42-03F5B6FDDA9A}"/>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bwMode="gray">
              <a:xfrm>
                <a:off x="7375431" y="4594740"/>
                <a:ext cx="649224" cy="649224"/>
              </a:xfrm>
              <a:prstGeom prst="rect">
                <a:avLst/>
              </a:prstGeom>
            </p:spPr>
          </p:pic>
          <p:pic>
            <p:nvPicPr>
              <p:cNvPr id="40" name="Picture 39" descr="A purple head with a chip in the middle&#10;&#10;Description automatically generated">
                <a:extLst>
                  <a:ext uri="{FF2B5EF4-FFF2-40B4-BE49-F238E27FC236}">
                    <a16:creationId xmlns:a16="http://schemas.microsoft.com/office/drawing/2014/main" id="{9BCF2FE1-38ED-A6BA-BE42-0276AA7B5BB8}"/>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bwMode="gray">
              <a:xfrm>
                <a:off x="8226887" y="4594740"/>
                <a:ext cx="649224" cy="649224"/>
              </a:xfrm>
              <a:prstGeom prst="rect">
                <a:avLst/>
              </a:prstGeom>
            </p:spPr>
          </p:pic>
          <p:pic>
            <p:nvPicPr>
              <p:cNvPr id="41" name="Picture 40" descr="A purple and white cube with white squares&#10;&#10;Description automatically generated">
                <a:extLst>
                  <a:ext uri="{FF2B5EF4-FFF2-40B4-BE49-F238E27FC236}">
                    <a16:creationId xmlns:a16="http://schemas.microsoft.com/office/drawing/2014/main" id="{098F7173-956E-3A7D-A978-C39BDD90BFD0}"/>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bwMode="gray">
              <a:xfrm>
                <a:off x="7376620" y="5432358"/>
                <a:ext cx="649224" cy="649224"/>
              </a:xfrm>
              <a:prstGeom prst="rect">
                <a:avLst/>
              </a:prstGeom>
            </p:spPr>
          </p:pic>
          <p:pic>
            <p:nvPicPr>
              <p:cNvPr id="58" name="Picture 57" descr="A purple triangle with a flag on top&#10;&#10;Description automatically generated">
                <a:extLst>
                  <a:ext uri="{FF2B5EF4-FFF2-40B4-BE49-F238E27FC236}">
                    <a16:creationId xmlns:a16="http://schemas.microsoft.com/office/drawing/2014/main" id="{2DA985A5-5D1F-A711-0D42-652FCEFE0322}"/>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bwMode="gray">
              <a:xfrm>
                <a:off x="6523974" y="3755934"/>
                <a:ext cx="649224" cy="649224"/>
              </a:xfrm>
              <a:prstGeom prst="rect">
                <a:avLst/>
              </a:prstGeom>
            </p:spPr>
          </p:pic>
          <p:pic>
            <p:nvPicPr>
              <p:cNvPr id="62" name="Picture 61" descr="A purple and white building&#10;&#10;Description automatically generated">
                <a:extLst>
                  <a:ext uri="{FF2B5EF4-FFF2-40B4-BE49-F238E27FC236}">
                    <a16:creationId xmlns:a16="http://schemas.microsoft.com/office/drawing/2014/main" id="{8C090666-25F1-54AC-B885-A85E6BBE2C66}"/>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bwMode="gray">
              <a:xfrm>
                <a:off x="7375431" y="3757122"/>
                <a:ext cx="649224" cy="649224"/>
              </a:xfrm>
              <a:prstGeom prst="rect">
                <a:avLst/>
              </a:prstGeom>
            </p:spPr>
          </p:pic>
        </p:grpSp>
        <p:grpSp>
          <p:nvGrpSpPr>
            <p:cNvPr id="25" name="Group 24">
              <a:extLst>
                <a:ext uri="{FF2B5EF4-FFF2-40B4-BE49-F238E27FC236}">
                  <a16:creationId xmlns:a16="http://schemas.microsoft.com/office/drawing/2014/main" id="{E0BC9DFB-BD5F-0FB1-9CC8-2B02E781D7A5}"/>
                </a:ext>
              </a:extLst>
            </p:cNvPr>
            <p:cNvGrpSpPr/>
            <p:nvPr userDrawn="1"/>
          </p:nvGrpSpPr>
          <p:grpSpPr>
            <a:xfrm>
              <a:off x="6522173" y="6298827"/>
              <a:ext cx="2382503" cy="411480"/>
              <a:chOff x="6490929" y="6298827"/>
              <a:chExt cx="2382503" cy="411480"/>
            </a:xfrm>
          </p:grpSpPr>
          <p:pic>
            <p:nvPicPr>
              <p:cNvPr id="26" name="Graphic 25">
                <a:extLst>
                  <a:ext uri="{FF2B5EF4-FFF2-40B4-BE49-F238E27FC236}">
                    <a16:creationId xmlns:a16="http://schemas.microsoft.com/office/drawing/2014/main" id="{8786DFA5-7835-5B1C-F850-7CDBC57F7051}"/>
                  </a:ext>
                </a:extLst>
              </p:cNvPr>
              <p:cNvPicPr>
                <a:picLocks noChangeAspect="1"/>
              </p:cNvPicPr>
              <p:nvPr userDrawn="1"/>
            </p:nvPicPr>
            <p:blipFill>
              <a:blip r:embed="rId12">
                <a:extLst>
                  <a:ext uri="{96DAC541-7B7A-43D3-8B79-37D633B846F1}">
                    <asvg:svgBlip xmlns:asvg="http://schemas.microsoft.com/office/drawing/2016/SVG/main" r:embed="rId13"/>
                  </a:ext>
                </a:extLst>
              </a:blip>
              <a:srcRect/>
              <a:stretch/>
            </p:blipFill>
            <p:spPr>
              <a:xfrm>
                <a:off x="6983685" y="6298827"/>
                <a:ext cx="411480" cy="411480"/>
              </a:xfrm>
              <a:prstGeom prst="rect">
                <a:avLst/>
              </a:prstGeom>
            </p:spPr>
          </p:pic>
          <p:pic>
            <p:nvPicPr>
              <p:cNvPr id="31" name="Graphic 30">
                <a:extLst>
                  <a:ext uri="{FF2B5EF4-FFF2-40B4-BE49-F238E27FC236}">
                    <a16:creationId xmlns:a16="http://schemas.microsoft.com/office/drawing/2014/main" id="{91626D5D-BB31-E2AE-81FD-89B33E82F7EA}"/>
                  </a:ext>
                </a:extLst>
              </p:cNvPr>
              <p:cNvPicPr>
                <a:picLocks noChangeAspect="1"/>
              </p:cNvPicPr>
              <p:nvPr userDrawn="1"/>
            </p:nvPicPr>
            <p:blipFill>
              <a:blip r:embed="rId14">
                <a:extLst>
                  <a:ext uri="{96DAC541-7B7A-43D3-8B79-37D633B846F1}">
                    <asvg:svgBlip xmlns:asvg="http://schemas.microsoft.com/office/drawing/2016/SVG/main" r:embed="rId15"/>
                  </a:ext>
                </a:extLst>
              </a:blip>
              <a:srcRect/>
              <a:stretch/>
            </p:blipFill>
            <p:spPr>
              <a:xfrm>
                <a:off x="7476441" y="6298827"/>
                <a:ext cx="411480" cy="411480"/>
              </a:xfrm>
              <a:prstGeom prst="rect">
                <a:avLst/>
              </a:prstGeom>
            </p:spPr>
          </p:pic>
          <p:pic>
            <p:nvPicPr>
              <p:cNvPr id="32" name="Graphic 31">
                <a:extLst>
                  <a:ext uri="{FF2B5EF4-FFF2-40B4-BE49-F238E27FC236}">
                    <a16:creationId xmlns:a16="http://schemas.microsoft.com/office/drawing/2014/main" id="{6F88F4AD-5371-21A8-9D21-4DFF290E6BAF}"/>
                  </a:ext>
                </a:extLst>
              </p:cNvPr>
              <p:cNvPicPr>
                <a:picLocks noChangeAspect="1"/>
              </p:cNvPicPr>
              <p:nvPr userDrawn="1"/>
            </p:nvPicPr>
            <p:blipFill>
              <a:blip r:embed="rId16">
                <a:extLst>
                  <a:ext uri="{96DAC541-7B7A-43D3-8B79-37D633B846F1}">
                    <asvg:svgBlip xmlns:asvg="http://schemas.microsoft.com/office/drawing/2016/SVG/main" r:embed="rId17"/>
                  </a:ext>
                </a:extLst>
              </a:blip>
              <a:srcRect/>
              <a:stretch/>
            </p:blipFill>
            <p:spPr>
              <a:xfrm>
                <a:off x="6490929" y="6298827"/>
                <a:ext cx="411480" cy="411480"/>
              </a:xfrm>
              <a:prstGeom prst="rect">
                <a:avLst/>
              </a:prstGeom>
            </p:spPr>
          </p:pic>
          <p:pic>
            <p:nvPicPr>
              <p:cNvPr id="33" name="Graphic 32">
                <a:extLst>
                  <a:ext uri="{FF2B5EF4-FFF2-40B4-BE49-F238E27FC236}">
                    <a16:creationId xmlns:a16="http://schemas.microsoft.com/office/drawing/2014/main" id="{8EBD9DF6-9496-75B0-BAB6-2F9CD35B4AF0}"/>
                  </a:ext>
                </a:extLst>
              </p:cNvPr>
              <p:cNvPicPr>
                <a:picLocks noChangeAspect="1"/>
              </p:cNvPicPr>
              <p:nvPr userDrawn="1"/>
            </p:nvPicPr>
            <p:blipFill>
              <a:blip r:embed="rId18">
                <a:extLst>
                  <a:ext uri="{96DAC541-7B7A-43D3-8B79-37D633B846F1}">
                    <asvg:svgBlip xmlns:asvg="http://schemas.microsoft.com/office/drawing/2016/SVG/main" r:embed="rId19"/>
                  </a:ext>
                </a:extLst>
              </a:blip>
              <a:srcRect/>
              <a:stretch/>
            </p:blipFill>
            <p:spPr>
              <a:xfrm>
                <a:off x="8461952" y="6298827"/>
                <a:ext cx="411480" cy="411480"/>
              </a:xfrm>
              <a:prstGeom prst="rect">
                <a:avLst/>
              </a:prstGeom>
            </p:spPr>
          </p:pic>
          <p:pic>
            <p:nvPicPr>
              <p:cNvPr id="34" name="Graphic 33">
                <a:extLst>
                  <a:ext uri="{FF2B5EF4-FFF2-40B4-BE49-F238E27FC236}">
                    <a16:creationId xmlns:a16="http://schemas.microsoft.com/office/drawing/2014/main" id="{D37428F6-6809-3EB9-7BF2-7C1D56939273}"/>
                  </a:ext>
                </a:extLst>
              </p:cNvPr>
              <p:cNvPicPr>
                <a:picLocks noChangeAspect="1"/>
              </p:cNvPicPr>
              <p:nvPr userDrawn="1"/>
            </p:nvPicPr>
            <p:blipFill>
              <a:blip r:embed="rId20">
                <a:extLst>
                  <a:ext uri="{96DAC541-7B7A-43D3-8B79-37D633B846F1}">
                    <asvg:svgBlip xmlns:asvg="http://schemas.microsoft.com/office/drawing/2016/SVG/main" r:embed="rId21"/>
                  </a:ext>
                </a:extLst>
              </a:blip>
              <a:srcRect/>
              <a:stretch/>
            </p:blipFill>
            <p:spPr>
              <a:xfrm>
                <a:off x="7969197" y="6298827"/>
                <a:ext cx="411480" cy="411480"/>
              </a:xfrm>
              <a:prstGeom prst="rect">
                <a:avLst/>
              </a:prstGeom>
            </p:spPr>
          </p:pic>
        </p:grpSp>
      </p:grpSp>
      <p:pic>
        <p:nvPicPr>
          <p:cNvPr id="63" name="Picture 62">
            <a:extLst>
              <a:ext uri="{FF2B5EF4-FFF2-40B4-BE49-F238E27FC236}">
                <a16:creationId xmlns:a16="http://schemas.microsoft.com/office/drawing/2014/main" id="{9FFD688C-49E6-2C30-91DB-32225BB97234}"/>
              </a:ext>
            </a:extLst>
          </p:cNvPr>
          <p:cNvPicPr>
            <a:picLocks noChangeAspect="1"/>
          </p:cNvPicPr>
          <p:nvPr userDrawn="1"/>
        </p:nvPicPr>
        <p:blipFill>
          <a:blip r:embed="rId22"/>
          <a:stretch>
            <a:fillRect/>
          </a:stretch>
        </p:blipFill>
        <p:spPr>
          <a:xfrm>
            <a:off x="3216271" y="5143500"/>
            <a:ext cx="2990089" cy="1716405"/>
          </a:xfrm>
          <a:prstGeom prst="rect">
            <a:avLst/>
          </a:prstGeom>
        </p:spPr>
      </p:pic>
      <p:grpSp>
        <p:nvGrpSpPr>
          <p:cNvPr id="64" name="Group 63" descr="Font and primary color">
            <a:extLst>
              <a:ext uri="{FF2B5EF4-FFF2-40B4-BE49-F238E27FC236}">
                <a16:creationId xmlns:a16="http://schemas.microsoft.com/office/drawing/2014/main" id="{A6DFA56E-A2FC-BCD1-A5CA-FD4E00B78973}"/>
              </a:ext>
            </a:extLst>
          </p:cNvPr>
          <p:cNvGrpSpPr/>
          <p:nvPr userDrawn="1"/>
        </p:nvGrpSpPr>
        <p:grpSpPr bwMode="gray">
          <a:xfrm>
            <a:off x="3216273" y="3429000"/>
            <a:ext cx="2990088" cy="1714500"/>
            <a:chOff x="3216273" y="3429000"/>
            <a:chExt cx="2990088" cy="1714500"/>
          </a:xfrm>
        </p:grpSpPr>
        <p:sp>
          <p:nvSpPr>
            <p:cNvPr id="65" name="Rectangle 64" descr="Font and Primary Color">
              <a:extLst>
                <a:ext uri="{FF2B5EF4-FFF2-40B4-BE49-F238E27FC236}">
                  <a16:creationId xmlns:a16="http://schemas.microsoft.com/office/drawing/2014/main" id="{749BCF6B-91E0-768E-D580-994569D65F25}"/>
                </a:ext>
                <a:ext uri="{C183D7F6-B498-43B3-948B-1728B52AA6E4}">
                  <adec:decorative xmlns:adec="http://schemas.microsoft.com/office/drawing/2017/decorative" val="0"/>
                </a:ext>
              </a:extLst>
            </p:cNvPr>
            <p:cNvSpPr/>
            <p:nvPr/>
          </p:nvSpPr>
          <p:spPr bwMode="gray">
            <a:xfrm>
              <a:off x="3216273" y="3429000"/>
              <a:ext cx="2990088" cy="1714500"/>
            </a:xfrm>
            <a:prstGeom prst="rect">
              <a:avLst/>
            </a:prstGeom>
            <a:solidFill>
              <a:srgbClr val="512E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66" name="Title 1">
              <a:extLst>
                <a:ext uri="{FF2B5EF4-FFF2-40B4-BE49-F238E27FC236}">
                  <a16:creationId xmlns:a16="http://schemas.microsoft.com/office/drawing/2014/main" id="{A43B1642-633C-9AE6-F717-D1B3687F2DF1}"/>
                </a:ext>
              </a:extLst>
            </p:cNvPr>
            <p:cNvSpPr txBox="1">
              <a:spLocks/>
            </p:cNvSpPr>
            <p:nvPr/>
          </p:nvSpPr>
          <p:spPr bwMode="gray">
            <a:xfrm>
              <a:off x="3483144" y="3912301"/>
              <a:ext cx="2500246" cy="7478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mj-lt"/>
                  <a:ea typeface="+mj-ea"/>
                  <a:cs typeface="Segoe UI" panose="020B0502040204020203" pitchFamily="34" charset="0"/>
                </a:rPr>
                <a:t>Helping people realize the life they imagine</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mj-lt"/>
                  <a:ea typeface="+mj-ea"/>
                  <a:cs typeface="Segoe UI" panose="020B0502040204020203" pitchFamily="34" charset="0"/>
                </a:rPr>
                <a:t>through learning</a:t>
              </a:r>
            </a:p>
          </p:txBody>
        </p:sp>
      </p:grpSp>
      <p:pic>
        <p:nvPicPr>
          <p:cNvPr id="68" name="Picture 67" descr="Imagery">
            <a:extLst>
              <a:ext uri="{FF2B5EF4-FFF2-40B4-BE49-F238E27FC236}">
                <a16:creationId xmlns:a16="http://schemas.microsoft.com/office/drawing/2014/main" id="{FEB86737-7087-0CDE-FD20-C190D69F924A}"/>
              </a:ext>
            </a:extLst>
          </p:cNvPr>
          <p:cNvPicPr>
            <a:picLocks noChangeAspect="1"/>
          </p:cNvPicPr>
          <p:nvPr userDrawn="1"/>
        </p:nvPicPr>
        <p:blipFill>
          <a:blip r:embed="rId23" cstate="screen">
            <a:extLst>
              <a:ext uri="{28A0092B-C50C-407E-A947-70E740481C1C}">
                <a14:useLocalDpi xmlns:a14="http://schemas.microsoft.com/office/drawing/2010/main"/>
              </a:ext>
            </a:extLst>
          </a:blip>
          <a:srcRect/>
          <a:stretch/>
        </p:blipFill>
        <p:spPr bwMode="gray">
          <a:xfrm>
            <a:off x="9200092" y="0"/>
            <a:ext cx="2990088" cy="3429000"/>
          </a:xfrm>
          <a:custGeom>
            <a:avLst/>
            <a:gdLst>
              <a:gd name="connsiteX0" fmla="*/ 0 w 2990088"/>
              <a:gd name="connsiteY0" fmla="*/ 0 h 3429000"/>
              <a:gd name="connsiteX1" fmla="*/ 2990088 w 2990088"/>
              <a:gd name="connsiteY1" fmla="*/ 0 h 3429000"/>
              <a:gd name="connsiteX2" fmla="*/ 2990088 w 2990088"/>
              <a:gd name="connsiteY2" fmla="*/ 3429000 h 3429000"/>
              <a:gd name="connsiteX3" fmla="*/ 0 w 2990088"/>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2990088" h="3429000">
                <a:moveTo>
                  <a:pt x="0" y="0"/>
                </a:moveTo>
                <a:lnTo>
                  <a:pt x="2990088" y="0"/>
                </a:lnTo>
                <a:lnTo>
                  <a:pt x="2990088" y="3429000"/>
                </a:lnTo>
                <a:lnTo>
                  <a:pt x="0" y="3429000"/>
                </a:lnTo>
                <a:close/>
              </a:path>
            </a:pathLst>
          </a:custGeom>
        </p:spPr>
      </p:pic>
      <p:grpSp>
        <p:nvGrpSpPr>
          <p:cNvPr id="69" name="Group 68" descr="Line Waves accent image">
            <a:extLst>
              <a:ext uri="{FF2B5EF4-FFF2-40B4-BE49-F238E27FC236}">
                <a16:creationId xmlns:a16="http://schemas.microsoft.com/office/drawing/2014/main" id="{297B05D1-98CF-A20B-9558-2304CCAF3B29}"/>
              </a:ext>
            </a:extLst>
          </p:cNvPr>
          <p:cNvGrpSpPr/>
          <p:nvPr userDrawn="1"/>
        </p:nvGrpSpPr>
        <p:grpSpPr bwMode="gray">
          <a:xfrm>
            <a:off x="5256703" y="-319"/>
            <a:ext cx="3943388" cy="3429319"/>
            <a:chOff x="5256703" y="-319"/>
            <a:chExt cx="3943388" cy="3429319"/>
          </a:xfrm>
        </p:grpSpPr>
        <p:sp>
          <p:nvSpPr>
            <p:cNvPr id="70" name="Rectangle 69" descr="Line Waves accent image">
              <a:extLst>
                <a:ext uri="{FF2B5EF4-FFF2-40B4-BE49-F238E27FC236}">
                  <a16:creationId xmlns:a16="http://schemas.microsoft.com/office/drawing/2014/main" id="{6F040833-E700-B738-7047-5FDF148C053E}"/>
                </a:ext>
                <a:ext uri="{C183D7F6-B498-43B3-948B-1728B52AA6E4}">
                  <adec:decorative xmlns:adec="http://schemas.microsoft.com/office/drawing/2017/decorative" val="0"/>
                </a:ext>
              </a:extLst>
            </p:cNvPr>
            <p:cNvSpPr/>
            <p:nvPr/>
          </p:nvSpPr>
          <p:spPr bwMode="gray">
            <a:xfrm>
              <a:off x="6208183" y="0"/>
              <a:ext cx="2991908" cy="3429000"/>
            </a:xfrm>
            <a:prstGeom prst="rect">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71" name="Freeform 54" descr="Line Waves accent design">
              <a:extLst>
                <a:ext uri="{FF2B5EF4-FFF2-40B4-BE49-F238E27FC236}">
                  <a16:creationId xmlns:a16="http://schemas.microsoft.com/office/drawing/2014/main" id="{EA945C34-CE91-602E-E4BA-535DC3FC6CA4}"/>
                </a:ext>
                <a:ext uri="{C183D7F6-B498-43B3-948B-1728B52AA6E4}">
                  <adec:decorative xmlns:adec="http://schemas.microsoft.com/office/drawing/2017/decorative" val="0"/>
                </a:ext>
              </a:extLst>
            </p:cNvPr>
            <p:cNvSpPr/>
            <p:nvPr/>
          </p:nvSpPr>
          <p:spPr bwMode="gray">
            <a:xfrm>
              <a:off x="5256703" y="-319"/>
              <a:ext cx="3835368" cy="3424322"/>
            </a:xfrm>
            <a:custGeom>
              <a:avLst/>
              <a:gdLst>
                <a:gd name="connsiteX0" fmla="*/ 2624913 w 3835368"/>
                <a:gd name="connsiteY0" fmla="*/ 522161 h 3424322"/>
                <a:gd name="connsiteX1" fmla="*/ 2851617 w 3835368"/>
                <a:gd name="connsiteY1" fmla="*/ 687337 h 3424322"/>
                <a:gd name="connsiteX2" fmla="*/ 3472452 w 3835368"/>
                <a:gd name="connsiteY2" fmla="*/ 1679982 h 3424322"/>
                <a:gd name="connsiteX3" fmla="*/ 2851617 w 3835368"/>
                <a:gd name="connsiteY3" fmla="*/ 2672626 h 3424322"/>
                <a:gd name="connsiteX4" fmla="*/ 2650137 w 3835368"/>
                <a:gd name="connsiteY4" fmla="*/ 2821000 h 3424322"/>
                <a:gd name="connsiteX5" fmla="*/ 2650137 w 3835368"/>
                <a:gd name="connsiteY5" fmla="*/ 2821317 h 3424322"/>
                <a:gd name="connsiteX6" fmla="*/ 3819288 w 3835368"/>
                <a:gd name="connsiteY6" fmla="*/ 1677446 h 3424322"/>
                <a:gd name="connsiteX7" fmla="*/ 2624913 w 3835368"/>
                <a:gd name="connsiteY7" fmla="*/ 522161 h 3424322"/>
                <a:gd name="connsiteX8" fmla="*/ 2223214 w 3835368"/>
                <a:gd name="connsiteY8" fmla="*/ 314184 h 3424322"/>
                <a:gd name="connsiteX9" fmla="*/ 3109851 w 3835368"/>
                <a:gd name="connsiteY9" fmla="*/ 1683152 h 3424322"/>
                <a:gd name="connsiteX10" fmla="*/ 2244655 w 3835368"/>
                <a:gd name="connsiteY10" fmla="*/ 3036585 h 3424322"/>
                <a:gd name="connsiteX11" fmla="*/ 2244970 w 3835368"/>
                <a:gd name="connsiteY11" fmla="*/ 3036902 h 3424322"/>
                <a:gd name="connsiteX12" fmla="*/ 2502574 w 3835368"/>
                <a:gd name="connsiteY12" fmla="*/ 2898357 h 3424322"/>
                <a:gd name="connsiteX13" fmla="*/ 2481764 w 3835368"/>
                <a:gd name="connsiteY13" fmla="*/ 2903112 h 3424322"/>
                <a:gd name="connsiteX14" fmla="*/ 2481764 w 3835368"/>
                <a:gd name="connsiteY14" fmla="*/ 2887261 h 3424322"/>
                <a:gd name="connsiteX15" fmla="*/ 2568158 w 3835368"/>
                <a:gd name="connsiteY15" fmla="*/ 2857142 h 3424322"/>
                <a:gd name="connsiteX16" fmla="*/ 2842158 w 3835368"/>
                <a:gd name="connsiteY16" fmla="*/ 2660579 h 3424322"/>
                <a:gd name="connsiteX17" fmla="*/ 3457002 w 3835368"/>
                <a:gd name="connsiteY17" fmla="*/ 1680299 h 3424322"/>
                <a:gd name="connsiteX18" fmla="*/ 2842158 w 3835368"/>
                <a:gd name="connsiteY18" fmla="*/ 700019 h 3424322"/>
                <a:gd name="connsiteX19" fmla="*/ 2543879 w 3835368"/>
                <a:gd name="connsiteY19" fmla="*/ 487921 h 3424322"/>
                <a:gd name="connsiteX20" fmla="*/ 2481449 w 3835368"/>
                <a:gd name="connsiteY20" fmla="*/ 467313 h 3424322"/>
                <a:gd name="connsiteX21" fmla="*/ 2481449 w 3835368"/>
                <a:gd name="connsiteY21" fmla="*/ 451461 h 3424322"/>
                <a:gd name="connsiteX22" fmla="*/ 2485863 w 3835368"/>
                <a:gd name="connsiteY22" fmla="*/ 452095 h 3424322"/>
                <a:gd name="connsiteX23" fmla="*/ 2223214 w 3835368"/>
                <a:gd name="connsiteY23" fmla="*/ 314184 h 3424322"/>
                <a:gd name="connsiteX24" fmla="*/ 1853362 w 3835368"/>
                <a:gd name="connsiteY24" fmla="*/ 121425 h 3424322"/>
                <a:gd name="connsiteX25" fmla="*/ 2747251 w 3835368"/>
                <a:gd name="connsiteY25" fmla="*/ 1686005 h 3424322"/>
                <a:gd name="connsiteX26" fmla="*/ 2746936 w 3835368"/>
                <a:gd name="connsiteY26" fmla="*/ 1686323 h 3424322"/>
                <a:gd name="connsiteX27" fmla="*/ 1865343 w 3835368"/>
                <a:gd name="connsiteY27" fmla="*/ 3241075 h 3424322"/>
                <a:gd name="connsiteX28" fmla="*/ 2157000 w 3835368"/>
                <a:gd name="connsiteY28" fmla="*/ 3077483 h 3424322"/>
                <a:gd name="connsiteX29" fmla="*/ 2157000 w 3835368"/>
                <a:gd name="connsiteY29" fmla="*/ 3067338 h 3424322"/>
                <a:gd name="connsiteX30" fmla="*/ 2178441 w 3835368"/>
                <a:gd name="connsiteY30" fmla="*/ 3062582 h 3424322"/>
                <a:gd name="connsiteX31" fmla="*/ 2512979 w 3835368"/>
                <a:gd name="connsiteY31" fmla="*/ 2789296 h 3424322"/>
                <a:gd name="connsiteX32" fmla="*/ 3093771 w 3835368"/>
                <a:gd name="connsiteY32" fmla="*/ 1682835 h 3424322"/>
                <a:gd name="connsiteX33" fmla="*/ 2512979 w 3835368"/>
                <a:gd name="connsiteY33" fmla="*/ 576374 h 3424322"/>
                <a:gd name="connsiteX34" fmla="*/ 2164568 w 3835368"/>
                <a:gd name="connsiteY34" fmla="*/ 293577 h 3424322"/>
                <a:gd name="connsiteX35" fmla="*/ 2157315 w 3835368"/>
                <a:gd name="connsiteY35" fmla="*/ 292309 h 3424322"/>
                <a:gd name="connsiteX36" fmla="*/ 2157315 w 3835368"/>
                <a:gd name="connsiteY36" fmla="*/ 288504 h 3424322"/>
                <a:gd name="connsiteX37" fmla="*/ 1853362 w 3835368"/>
                <a:gd name="connsiteY37" fmla="*/ 121425 h 3424322"/>
                <a:gd name="connsiteX38" fmla="*/ 609799 w 3835368"/>
                <a:gd name="connsiteY38" fmla="*/ 317 h 3424322"/>
                <a:gd name="connsiteX39" fmla="*/ 626825 w 3835368"/>
                <a:gd name="connsiteY39" fmla="*/ 317 h 3424322"/>
                <a:gd name="connsiteX40" fmla="*/ 933932 w 3835368"/>
                <a:gd name="connsiteY40" fmla="*/ 1700589 h 3424322"/>
                <a:gd name="connsiteX41" fmla="*/ 617681 w 3835368"/>
                <a:gd name="connsiteY41" fmla="*/ 3424322 h 3424322"/>
                <a:gd name="connsiteX42" fmla="*/ 600655 w 3835368"/>
                <a:gd name="connsiteY42" fmla="*/ 3424322 h 3424322"/>
                <a:gd name="connsiteX43" fmla="*/ 918167 w 3835368"/>
                <a:gd name="connsiteY43" fmla="*/ 1700589 h 3424322"/>
                <a:gd name="connsiteX44" fmla="*/ 609799 w 3835368"/>
                <a:gd name="connsiteY44" fmla="*/ 317 h 3424322"/>
                <a:gd name="connsiteX45" fmla="*/ 312782 w 3835368"/>
                <a:gd name="connsiteY45" fmla="*/ 317 h 3424322"/>
                <a:gd name="connsiteX46" fmla="*/ 329178 w 3835368"/>
                <a:gd name="connsiteY46" fmla="*/ 317 h 3424322"/>
                <a:gd name="connsiteX47" fmla="*/ 571332 w 3835368"/>
                <a:gd name="connsiteY47" fmla="*/ 1703443 h 3424322"/>
                <a:gd name="connsiteX48" fmla="*/ 323818 w 3835368"/>
                <a:gd name="connsiteY48" fmla="*/ 3424322 h 3424322"/>
                <a:gd name="connsiteX49" fmla="*/ 307422 w 3835368"/>
                <a:gd name="connsiteY49" fmla="*/ 3424322 h 3424322"/>
                <a:gd name="connsiteX50" fmla="*/ 555567 w 3835368"/>
                <a:gd name="connsiteY50" fmla="*/ 1703443 h 3424322"/>
                <a:gd name="connsiteX51" fmla="*/ 312782 w 3835368"/>
                <a:gd name="connsiteY51" fmla="*/ 317 h 3424322"/>
                <a:gd name="connsiteX52" fmla="*/ 2838 w 3835368"/>
                <a:gd name="connsiteY52" fmla="*/ 317 h 3424322"/>
                <a:gd name="connsiteX53" fmla="*/ 19234 w 3835368"/>
                <a:gd name="connsiteY53" fmla="*/ 317 h 3424322"/>
                <a:gd name="connsiteX54" fmla="*/ 208732 w 3835368"/>
                <a:gd name="connsiteY54" fmla="*/ 1706296 h 3424322"/>
                <a:gd name="connsiteX55" fmla="*/ 16396 w 3835368"/>
                <a:gd name="connsiteY55" fmla="*/ 3424322 h 3424322"/>
                <a:gd name="connsiteX56" fmla="*/ 0 w 3835368"/>
                <a:gd name="connsiteY56" fmla="*/ 3424322 h 3424322"/>
                <a:gd name="connsiteX57" fmla="*/ 192967 w 3835368"/>
                <a:gd name="connsiteY57" fmla="*/ 1706296 h 3424322"/>
                <a:gd name="connsiteX58" fmla="*/ 2838 w 3835368"/>
                <a:gd name="connsiteY58" fmla="*/ 317 h 3424322"/>
                <a:gd name="connsiteX59" fmla="*/ 890420 w 3835368"/>
                <a:gd name="connsiteY59" fmla="*/ 317 h 3424322"/>
                <a:gd name="connsiteX60" fmla="*/ 908077 w 3835368"/>
                <a:gd name="connsiteY60" fmla="*/ 317 h 3424322"/>
                <a:gd name="connsiteX61" fmla="*/ 1296533 w 3835368"/>
                <a:gd name="connsiteY61" fmla="*/ 1697419 h 3424322"/>
                <a:gd name="connsiteX62" fmla="*/ 893258 w 3835368"/>
                <a:gd name="connsiteY62" fmla="*/ 3424322 h 3424322"/>
                <a:gd name="connsiteX63" fmla="*/ 875601 w 3835368"/>
                <a:gd name="connsiteY63" fmla="*/ 3424322 h 3424322"/>
                <a:gd name="connsiteX64" fmla="*/ 1280768 w 3835368"/>
                <a:gd name="connsiteY64" fmla="*/ 1697419 h 3424322"/>
                <a:gd name="connsiteX65" fmla="*/ 890420 w 3835368"/>
                <a:gd name="connsiteY65" fmla="*/ 317 h 3424322"/>
                <a:gd name="connsiteX66" fmla="*/ 1374414 w 3835368"/>
                <a:gd name="connsiteY66" fmla="*/ 317 h 3424322"/>
                <a:gd name="connsiteX67" fmla="*/ 1394593 w 3835368"/>
                <a:gd name="connsiteY67" fmla="*/ 317 h 3424322"/>
                <a:gd name="connsiteX68" fmla="*/ 1540895 w 3835368"/>
                <a:gd name="connsiteY68" fmla="*/ 198782 h 3424322"/>
                <a:gd name="connsiteX69" fmla="*/ 2021735 w 3835368"/>
                <a:gd name="connsiteY69" fmla="*/ 1691712 h 3424322"/>
                <a:gd name="connsiteX70" fmla="*/ 2021104 w 3835368"/>
                <a:gd name="connsiteY70" fmla="*/ 1691712 h 3424322"/>
                <a:gd name="connsiteX71" fmla="*/ 1540264 w 3835368"/>
                <a:gd name="connsiteY71" fmla="*/ 3184642 h 3424322"/>
                <a:gd name="connsiteX72" fmla="*/ 1359594 w 3835368"/>
                <a:gd name="connsiteY72" fmla="*/ 3424322 h 3424322"/>
                <a:gd name="connsiteX73" fmla="*/ 1339415 w 3835368"/>
                <a:gd name="connsiteY73" fmla="*/ 3424322 h 3424322"/>
                <a:gd name="connsiteX74" fmla="*/ 1527337 w 3835368"/>
                <a:gd name="connsiteY74" fmla="*/ 3175765 h 3424322"/>
                <a:gd name="connsiteX75" fmla="*/ 2005654 w 3835368"/>
                <a:gd name="connsiteY75" fmla="*/ 1691712 h 3424322"/>
                <a:gd name="connsiteX76" fmla="*/ 1527652 w 3835368"/>
                <a:gd name="connsiteY76" fmla="*/ 207660 h 3424322"/>
                <a:gd name="connsiteX77" fmla="*/ 1374414 w 3835368"/>
                <a:gd name="connsiteY77" fmla="*/ 317 h 3424322"/>
                <a:gd name="connsiteX78" fmla="*/ 1148656 w 3835368"/>
                <a:gd name="connsiteY78" fmla="*/ 317 h 3424322"/>
                <a:gd name="connsiteX79" fmla="*/ 1165051 w 3835368"/>
                <a:gd name="connsiteY79" fmla="*/ 317 h 3424322"/>
                <a:gd name="connsiteX80" fmla="*/ 1659134 w 3835368"/>
                <a:gd name="connsiteY80" fmla="*/ 1694565 h 3424322"/>
                <a:gd name="connsiteX81" fmla="*/ 1142349 w 3835368"/>
                <a:gd name="connsiteY81" fmla="*/ 3424322 h 3424322"/>
                <a:gd name="connsiteX82" fmla="*/ 1126269 w 3835368"/>
                <a:gd name="connsiteY82" fmla="*/ 3424322 h 3424322"/>
                <a:gd name="connsiteX83" fmla="*/ 1643369 w 3835368"/>
                <a:gd name="connsiteY83" fmla="*/ 1694565 h 3424322"/>
                <a:gd name="connsiteX84" fmla="*/ 1148656 w 3835368"/>
                <a:gd name="connsiteY84" fmla="*/ 317 h 3424322"/>
                <a:gd name="connsiteX85" fmla="*/ 1650620 w 3835368"/>
                <a:gd name="connsiteY85" fmla="*/ 0 h 3424322"/>
                <a:gd name="connsiteX86" fmla="*/ 1680890 w 3835368"/>
                <a:gd name="connsiteY86" fmla="*/ 0 h 3424322"/>
                <a:gd name="connsiteX87" fmla="*/ 1833497 w 3835368"/>
                <a:gd name="connsiteY87" fmla="*/ 105573 h 3424322"/>
                <a:gd name="connsiteX88" fmla="*/ 1833497 w 3835368"/>
                <a:gd name="connsiteY88" fmla="*/ 102086 h 3424322"/>
                <a:gd name="connsiteX89" fmla="*/ 2174657 w 3835368"/>
                <a:gd name="connsiteY89" fmla="*/ 279627 h 3424322"/>
                <a:gd name="connsiteX90" fmla="*/ 2549239 w 3835368"/>
                <a:gd name="connsiteY90" fmla="*/ 472703 h 3424322"/>
                <a:gd name="connsiteX91" fmla="*/ 3179219 w 3835368"/>
                <a:gd name="connsiteY91" fmla="*/ 809080 h 3424322"/>
                <a:gd name="connsiteX92" fmla="*/ 3179534 w 3835368"/>
                <a:gd name="connsiteY92" fmla="*/ 809080 h 3424322"/>
                <a:gd name="connsiteX93" fmla="*/ 3835368 w 3835368"/>
                <a:gd name="connsiteY93" fmla="*/ 1676811 h 3424322"/>
                <a:gd name="connsiteX94" fmla="*/ 3179534 w 3835368"/>
                <a:gd name="connsiteY94" fmla="*/ 2544543 h 3424322"/>
                <a:gd name="connsiteX95" fmla="*/ 2574149 w 3835368"/>
                <a:gd name="connsiteY95" fmla="*/ 2871092 h 3424322"/>
                <a:gd name="connsiteX96" fmla="*/ 2190738 w 3835368"/>
                <a:gd name="connsiteY96" fmla="*/ 3074947 h 3424322"/>
                <a:gd name="connsiteX97" fmla="*/ 1837596 w 3835368"/>
                <a:gd name="connsiteY97" fmla="*/ 3262633 h 3424322"/>
                <a:gd name="connsiteX98" fmla="*/ 1581569 w 3835368"/>
                <a:gd name="connsiteY98" fmla="*/ 3424005 h 3424322"/>
                <a:gd name="connsiteX99" fmla="*/ 1534273 w 3835368"/>
                <a:gd name="connsiteY99" fmla="*/ 3424005 h 3424322"/>
                <a:gd name="connsiteX100" fmla="*/ 2185062 w 3835368"/>
                <a:gd name="connsiteY100" fmla="*/ 2918013 h 3424322"/>
                <a:gd name="connsiteX101" fmla="*/ 2731801 w 3835368"/>
                <a:gd name="connsiteY101" fmla="*/ 1685688 h 3424322"/>
                <a:gd name="connsiteX102" fmla="*/ 2185062 w 3835368"/>
                <a:gd name="connsiteY102" fmla="*/ 453364 h 3424322"/>
                <a:gd name="connsiteX103" fmla="*/ 1650620 w 3835368"/>
                <a:gd name="connsiteY103" fmla="*/ 0 h 3424322"/>
                <a:gd name="connsiteX104" fmla="*/ 1552876 w 3835368"/>
                <a:gd name="connsiteY104" fmla="*/ 0 h 3424322"/>
                <a:gd name="connsiteX105" fmla="*/ 1576524 w 3835368"/>
                <a:gd name="connsiteY105" fmla="*/ 0 h 3424322"/>
                <a:gd name="connsiteX106" fmla="*/ 1868811 w 3835368"/>
                <a:gd name="connsiteY106" fmla="*/ 320525 h 3424322"/>
                <a:gd name="connsiteX107" fmla="*/ 2384650 w 3835368"/>
                <a:gd name="connsiteY107" fmla="*/ 1688542 h 3424322"/>
                <a:gd name="connsiteX108" fmla="*/ 1868811 w 3835368"/>
                <a:gd name="connsiteY108" fmla="*/ 3056559 h 3424322"/>
                <a:gd name="connsiteX109" fmla="*/ 1868496 w 3835368"/>
                <a:gd name="connsiteY109" fmla="*/ 3056242 h 3424322"/>
                <a:gd name="connsiteX110" fmla="*/ 1523868 w 3835368"/>
                <a:gd name="connsiteY110" fmla="*/ 3424005 h 3424322"/>
                <a:gd name="connsiteX111" fmla="*/ 1499274 w 3835368"/>
                <a:gd name="connsiteY111" fmla="*/ 3424005 h 3424322"/>
                <a:gd name="connsiteX112" fmla="*/ 1856199 w 3835368"/>
                <a:gd name="connsiteY112" fmla="*/ 3046730 h 3424322"/>
                <a:gd name="connsiteX113" fmla="*/ 2368570 w 3835368"/>
                <a:gd name="connsiteY113" fmla="*/ 1688542 h 3424322"/>
                <a:gd name="connsiteX114" fmla="*/ 1856199 w 3835368"/>
                <a:gd name="connsiteY114" fmla="*/ 330353 h 3424322"/>
                <a:gd name="connsiteX115" fmla="*/ 1552876 w 3835368"/>
                <a:gd name="connsiteY115" fmla="*/ 0 h 3424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3835368" h="3424322">
                  <a:moveTo>
                    <a:pt x="2624913" y="522161"/>
                  </a:moveTo>
                  <a:cubicBezTo>
                    <a:pt x="2699009" y="571302"/>
                    <a:pt x="2776259" y="626783"/>
                    <a:pt x="2851617" y="687337"/>
                  </a:cubicBezTo>
                  <a:cubicBezTo>
                    <a:pt x="3134761" y="914336"/>
                    <a:pt x="3472452" y="1271003"/>
                    <a:pt x="3472452" y="1679982"/>
                  </a:cubicBezTo>
                  <a:cubicBezTo>
                    <a:pt x="3472452" y="2088960"/>
                    <a:pt x="3134761" y="2445627"/>
                    <a:pt x="2851617" y="2672626"/>
                  </a:cubicBezTo>
                  <a:cubicBezTo>
                    <a:pt x="2784457" y="2726523"/>
                    <a:pt x="2716351" y="2775981"/>
                    <a:pt x="2650137" y="2821000"/>
                  </a:cubicBezTo>
                  <a:lnTo>
                    <a:pt x="2650137" y="2821317"/>
                  </a:lnTo>
                  <a:cubicBezTo>
                    <a:pt x="3011161" y="2656457"/>
                    <a:pt x="3819288" y="2215141"/>
                    <a:pt x="3819288" y="1677446"/>
                  </a:cubicBezTo>
                  <a:cubicBezTo>
                    <a:pt x="3819288" y="1139750"/>
                    <a:pt x="2971748" y="676875"/>
                    <a:pt x="2624913" y="522161"/>
                  </a:cubicBezTo>
                  <a:close/>
                  <a:moveTo>
                    <a:pt x="2223214" y="314184"/>
                  </a:moveTo>
                  <a:cubicBezTo>
                    <a:pt x="2602211" y="586836"/>
                    <a:pt x="3109851" y="1107412"/>
                    <a:pt x="3109851" y="1683152"/>
                  </a:cubicBezTo>
                  <a:cubicBezTo>
                    <a:pt x="3109851" y="2258892"/>
                    <a:pt x="2620814" y="2760446"/>
                    <a:pt x="2244655" y="3036585"/>
                  </a:cubicBezTo>
                  <a:lnTo>
                    <a:pt x="2244970" y="3036902"/>
                  </a:lnTo>
                  <a:cubicBezTo>
                    <a:pt x="2307716" y="3008686"/>
                    <a:pt x="2397893" y="2962081"/>
                    <a:pt x="2502574" y="2898357"/>
                  </a:cubicBezTo>
                  <a:cubicBezTo>
                    <a:pt x="2492800" y="2901210"/>
                    <a:pt x="2485233" y="2903112"/>
                    <a:pt x="2481764" y="2903112"/>
                  </a:cubicBezTo>
                  <a:lnTo>
                    <a:pt x="2481764" y="2887261"/>
                  </a:lnTo>
                  <a:cubicBezTo>
                    <a:pt x="2489331" y="2887261"/>
                    <a:pt x="2520547" y="2876799"/>
                    <a:pt x="2568158" y="2857142"/>
                  </a:cubicBezTo>
                  <a:cubicBezTo>
                    <a:pt x="2654867" y="2801661"/>
                    <a:pt x="2748197" y="2736034"/>
                    <a:pt x="2842158" y="2660579"/>
                  </a:cubicBezTo>
                  <a:cubicBezTo>
                    <a:pt x="3122779" y="2435799"/>
                    <a:pt x="3457002" y="2082937"/>
                    <a:pt x="3457002" y="1680299"/>
                  </a:cubicBezTo>
                  <a:cubicBezTo>
                    <a:pt x="3457002" y="1277661"/>
                    <a:pt x="3122779" y="924798"/>
                    <a:pt x="2842158" y="700019"/>
                  </a:cubicBezTo>
                  <a:cubicBezTo>
                    <a:pt x="2739368" y="617589"/>
                    <a:pt x="2637210" y="546573"/>
                    <a:pt x="2543879" y="487921"/>
                  </a:cubicBezTo>
                  <a:cubicBezTo>
                    <a:pt x="2509826" y="474288"/>
                    <a:pt x="2487755" y="467313"/>
                    <a:pt x="2481449" y="467313"/>
                  </a:cubicBezTo>
                  <a:lnTo>
                    <a:pt x="2481449" y="451461"/>
                  </a:lnTo>
                  <a:cubicBezTo>
                    <a:pt x="2482395" y="451461"/>
                    <a:pt x="2484287" y="452095"/>
                    <a:pt x="2485863" y="452095"/>
                  </a:cubicBezTo>
                  <a:cubicBezTo>
                    <a:pt x="2375822" y="385835"/>
                    <a:pt x="2282807" y="339230"/>
                    <a:pt x="2223214" y="314184"/>
                  </a:cubicBezTo>
                  <a:close/>
                  <a:moveTo>
                    <a:pt x="1853362" y="121425"/>
                  </a:moveTo>
                  <a:cubicBezTo>
                    <a:pt x="2226683" y="414368"/>
                    <a:pt x="2747251" y="1008496"/>
                    <a:pt x="2747251" y="1686005"/>
                  </a:cubicBezTo>
                  <a:lnTo>
                    <a:pt x="2746936" y="1686323"/>
                  </a:lnTo>
                  <a:cubicBezTo>
                    <a:pt x="2746936" y="2356540"/>
                    <a:pt x="2237718" y="2944961"/>
                    <a:pt x="1865343" y="3241075"/>
                  </a:cubicBezTo>
                  <a:cubicBezTo>
                    <a:pt x="1922729" y="3222369"/>
                    <a:pt x="2029617" y="3164985"/>
                    <a:pt x="2157000" y="3077483"/>
                  </a:cubicBezTo>
                  <a:lnTo>
                    <a:pt x="2157000" y="3067338"/>
                  </a:lnTo>
                  <a:cubicBezTo>
                    <a:pt x="2161099" y="3067338"/>
                    <a:pt x="2168982" y="3065436"/>
                    <a:pt x="2178441" y="3062582"/>
                  </a:cubicBezTo>
                  <a:cubicBezTo>
                    <a:pt x="2283122" y="2989347"/>
                    <a:pt x="2399470" y="2896772"/>
                    <a:pt x="2512979" y="2789296"/>
                  </a:cubicBezTo>
                  <a:cubicBezTo>
                    <a:pt x="2777835" y="2537885"/>
                    <a:pt x="3093771" y="2142222"/>
                    <a:pt x="3093771" y="1682835"/>
                  </a:cubicBezTo>
                  <a:cubicBezTo>
                    <a:pt x="3093771" y="1223448"/>
                    <a:pt x="2777835" y="827468"/>
                    <a:pt x="2512979" y="576374"/>
                  </a:cubicBezTo>
                  <a:cubicBezTo>
                    <a:pt x="2394425" y="464143"/>
                    <a:pt x="2272717" y="368398"/>
                    <a:pt x="2164568" y="293577"/>
                  </a:cubicBezTo>
                  <a:cubicBezTo>
                    <a:pt x="2162045" y="292943"/>
                    <a:pt x="2159207" y="292309"/>
                    <a:pt x="2157315" y="292309"/>
                  </a:cubicBezTo>
                  <a:lnTo>
                    <a:pt x="2157315" y="288504"/>
                  </a:lnTo>
                  <a:cubicBezTo>
                    <a:pt x="2020158" y="194344"/>
                    <a:pt x="1906648" y="135058"/>
                    <a:pt x="1853362" y="121425"/>
                  </a:cubicBezTo>
                  <a:close/>
                  <a:moveTo>
                    <a:pt x="609799" y="317"/>
                  </a:moveTo>
                  <a:lnTo>
                    <a:pt x="626825" y="317"/>
                  </a:lnTo>
                  <a:cubicBezTo>
                    <a:pt x="764298" y="356350"/>
                    <a:pt x="933932" y="931456"/>
                    <a:pt x="933932" y="1700589"/>
                  </a:cubicBezTo>
                  <a:cubicBezTo>
                    <a:pt x="933932" y="2469722"/>
                    <a:pt x="756416" y="3071142"/>
                    <a:pt x="617681" y="3424322"/>
                  </a:cubicBezTo>
                  <a:lnTo>
                    <a:pt x="600655" y="3424322"/>
                  </a:lnTo>
                  <a:cubicBezTo>
                    <a:pt x="739389" y="3073362"/>
                    <a:pt x="918167" y="2454505"/>
                    <a:pt x="918167" y="1700589"/>
                  </a:cubicBezTo>
                  <a:cubicBezTo>
                    <a:pt x="918167" y="946674"/>
                    <a:pt x="746957" y="354131"/>
                    <a:pt x="609799" y="317"/>
                  </a:cubicBezTo>
                  <a:close/>
                  <a:moveTo>
                    <a:pt x="312782" y="317"/>
                  </a:moveTo>
                  <a:lnTo>
                    <a:pt x="329178" y="317"/>
                  </a:lnTo>
                  <a:cubicBezTo>
                    <a:pt x="486200" y="512016"/>
                    <a:pt x="571332" y="1097901"/>
                    <a:pt x="571332" y="1703443"/>
                  </a:cubicBezTo>
                  <a:cubicBezTo>
                    <a:pt x="571332" y="2308984"/>
                    <a:pt x="483993" y="2908502"/>
                    <a:pt x="323818" y="3424322"/>
                  </a:cubicBezTo>
                  <a:lnTo>
                    <a:pt x="307422" y="3424322"/>
                  </a:lnTo>
                  <a:cubicBezTo>
                    <a:pt x="467912" y="2908819"/>
                    <a:pt x="555567" y="2302009"/>
                    <a:pt x="555567" y="1703443"/>
                  </a:cubicBezTo>
                  <a:cubicBezTo>
                    <a:pt x="555567" y="1104876"/>
                    <a:pt x="470119" y="511698"/>
                    <a:pt x="312782" y="317"/>
                  </a:cubicBezTo>
                  <a:close/>
                  <a:moveTo>
                    <a:pt x="2838" y="317"/>
                  </a:moveTo>
                  <a:lnTo>
                    <a:pt x="19234" y="317"/>
                  </a:lnTo>
                  <a:cubicBezTo>
                    <a:pt x="142203" y="510113"/>
                    <a:pt x="208732" y="1095682"/>
                    <a:pt x="208732" y="1706296"/>
                  </a:cubicBezTo>
                  <a:cubicBezTo>
                    <a:pt x="208732" y="2316910"/>
                    <a:pt x="141257" y="2911673"/>
                    <a:pt x="16396" y="3424322"/>
                  </a:cubicBezTo>
                  <a:lnTo>
                    <a:pt x="0" y="3424322"/>
                  </a:lnTo>
                  <a:cubicBezTo>
                    <a:pt x="125176" y="2912307"/>
                    <a:pt x="192967" y="2312472"/>
                    <a:pt x="192967" y="1706296"/>
                  </a:cubicBezTo>
                  <a:cubicBezTo>
                    <a:pt x="192967" y="1100120"/>
                    <a:pt x="126122" y="509796"/>
                    <a:pt x="2838" y="317"/>
                  </a:cubicBezTo>
                  <a:close/>
                  <a:moveTo>
                    <a:pt x="890420" y="317"/>
                  </a:moveTo>
                  <a:lnTo>
                    <a:pt x="908077" y="317"/>
                  </a:lnTo>
                  <a:cubicBezTo>
                    <a:pt x="1063207" y="317355"/>
                    <a:pt x="1296533" y="898484"/>
                    <a:pt x="1296533" y="1697419"/>
                  </a:cubicBezTo>
                  <a:cubicBezTo>
                    <a:pt x="1296533" y="2496353"/>
                    <a:pt x="1047757" y="3116479"/>
                    <a:pt x="893258" y="3424322"/>
                  </a:cubicBezTo>
                  <a:lnTo>
                    <a:pt x="875601" y="3424322"/>
                  </a:lnTo>
                  <a:cubicBezTo>
                    <a:pt x="1029154" y="3120283"/>
                    <a:pt x="1280768" y="2473844"/>
                    <a:pt x="1280768" y="1697419"/>
                  </a:cubicBezTo>
                  <a:cubicBezTo>
                    <a:pt x="1280768" y="920994"/>
                    <a:pt x="1044604" y="313867"/>
                    <a:pt x="890420" y="317"/>
                  </a:cubicBezTo>
                  <a:close/>
                  <a:moveTo>
                    <a:pt x="1374414" y="317"/>
                  </a:moveTo>
                  <a:lnTo>
                    <a:pt x="1394593" y="317"/>
                  </a:lnTo>
                  <a:cubicBezTo>
                    <a:pt x="1443466" y="60871"/>
                    <a:pt x="1492653" y="127132"/>
                    <a:pt x="1540895" y="198782"/>
                  </a:cubicBezTo>
                  <a:cubicBezTo>
                    <a:pt x="1720619" y="466362"/>
                    <a:pt x="2021735" y="1015788"/>
                    <a:pt x="2021735" y="1691712"/>
                  </a:cubicBezTo>
                  <a:lnTo>
                    <a:pt x="2021104" y="1691712"/>
                  </a:lnTo>
                  <a:cubicBezTo>
                    <a:pt x="2021104" y="2367953"/>
                    <a:pt x="1719988" y="2917379"/>
                    <a:pt x="1540264" y="3184642"/>
                  </a:cubicBezTo>
                  <a:cubicBezTo>
                    <a:pt x="1480672" y="3273095"/>
                    <a:pt x="1419818" y="3352989"/>
                    <a:pt x="1359594" y="3424322"/>
                  </a:cubicBezTo>
                  <a:lnTo>
                    <a:pt x="1339415" y="3424322"/>
                  </a:lnTo>
                  <a:cubicBezTo>
                    <a:pt x="1401845" y="3351087"/>
                    <a:pt x="1465222" y="3268023"/>
                    <a:pt x="1527337" y="3175765"/>
                  </a:cubicBezTo>
                  <a:cubicBezTo>
                    <a:pt x="1706115" y="2909770"/>
                    <a:pt x="2005654" y="2363515"/>
                    <a:pt x="2005654" y="1691712"/>
                  </a:cubicBezTo>
                  <a:cubicBezTo>
                    <a:pt x="2005654" y="1019910"/>
                    <a:pt x="1706115" y="473654"/>
                    <a:pt x="1527652" y="207660"/>
                  </a:cubicBezTo>
                  <a:cubicBezTo>
                    <a:pt x="1477203" y="132205"/>
                    <a:pt x="1425493" y="63090"/>
                    <a:pt x="1374414" y="317"/>
                  </a:cubicBezTo>
                  <a:close/>
                  <a:moveTo>
                    <a:pt x="1148656" y="317"/>
                  </a:moveTo>
                  <a:lnTo>
                    <a:pt x="1165051" y="317"/>
                  </a:lnTo>
                  <a:cubicBezTo>
                    <a:pt x="1427700" y="421660"/>
                    <a:pt x="1659134" y="1009130"/>
                    <a:pt x="1659134" y="1694565"/>
                  </a:cubicBezTo>
                  <a:cubicBezTo>
                    <a:pt x="1659134" y="2380001"/>
                    <a:pt x="1414142" y="3002028"/>
                    <a:pt x="1142349" y="3424322"/>
                  </a:cubicBezTo>
                  <a:lnTo>
                    <a:pt x="1126269" y="3424322"/>
                  </a:lnTo>
                  <a:cubicBezTo>
                    <a:pt x="1397431" y="3004565"/>
                    <a:pt x="1643369" y="2362564"/>
                    <a:pt x="1643369" y="1694565"/>
                  </a:cubicBezTo>
                  <a:cubicBezTo>
                    <a:pt x="1643369" y="1026567"/>
                    <a:pt x="1410674" y="419124"/>
                    <a:pt x="1148656" y="317"/>
                  </a:cubicBezTo>
                  <a:close/>
                  <a:moveTo>
                    <a:pt x="1650620" y="0"/>
                  </a:moveTo>
                  <a:lnTo>
                    <a:pt x="1680890" y="0"/>
                  </a:lnTo>
                  <a:cubicBezTo>
                    <a:pt x="1726609" y="27899"/>
                    <a:pt x="1778004" y="63090"/>
                    <a:pt x="1833497" y="105573"/>
                  </a:cubicBezTo>
                  <a:lnTo>
                    <a:pt x="1833497" y="102086"/>
                  </a:lnTo>
                  <a:cubicBezTo>
                    <a:pt x="1876694" y="102086"/>
                    <a:pt x="2009753" y="166445"/>
                    <a:pt x="2174657" y="279627"/>
                  </a:cubicBezTo>
                  <a:cubicBezTo>
                    <a:pt x="2230151" y="294211"/>
                    <a:pt x="2376452" y="363959"/>
                    <a:pt x="2549239" y="472703"/>
                  </a:cubicBezTo>
                  <a:cubicBezTo>
                    <a:pt x="2669686" y="519624"/>
                    <a:pt x="2926975" y="640416"/>
                    <a:pt x="3179219" y="809080"/>
                  </a:cubicBezTo>
                  <a:lnTo>
                    <a:pt x="3179534" y="809080"/>
                  </a:lnTo>
                  <a:cubicBezTo>
                    <a:pt x="3478758" y="1009130"/>
                    <a:pt x="3835368" y="1322046"/>
                    <a:pt x="3835368" y="1676811"/>
                  </a:cubicBezTo>
                  <a:cubicBezTo>
                    <a:pt x="3835368" y="2031576"/>
                    <a:pt x="3478758" y="2344493"/>
                    <a:pt x="3179534" y="2544543"/>
                  </a:cubicBezTo>
                  <a:cubicBezTo>
                    <a:pt x="2943055" y="2702745"/>
                    <a:pt x="2702793" y="2818463"/>
                    <a:pt x="2574149" y="2871092"/>
                  </a:cubicBezTo>
                  <a:cubicBezTo>
                    <a:pt x="2405460" y="2978884"/>
                    <a:pt x="2258528" y="3052120"/>
                    <a:pt x="2190738" y="3074947"/>
                  </a:cubicBezTo>
                  <a:cubicBezTo>
                    <a:pt x="2022680" y="3192251"/>
                    <a:pt x="1885523" y="3259463"/>
                    <a:pt x="1837596" y="3262633"/>
                  </a:cubicBezTo>
                  <a:cubicBezTo>
                    <a:pt x="1735438" y="3341258"/>
                    <a:pt x="1645576" y="3396740"/>
                    <a:pt x="1581569" y="3424005"/>
                  </a:cubicBezTo>
                  <a:lnTo>
                    <a:pt x="1534273" y="3424005"/>
                  </a:lnTo>
                  <a:cubicBezTo>
                    <a:pt x="1644945" y="3396423"/>
                    <a:pt x="1926197" y="3205566"/>
                    <a:pt x="2185062" y="2918013"/>
                  </a:cubicBezTo>
                  <a:cubicBezTo>
                    <a:pt x="2636894" y="2416460"/>
                    <a:pt x="2731801" y="1971022"/>
                    <a:pt x="2731801" y="1685688"/>
                  </a:cubicBezTo>
                  <a:cubicBezTo>
                    <a:pt x="2731801" y="1400355"/>
                    <a:pt x="2636894" y="954917"/>
                    <a:pt x="2185062" y="453364"/>
                  </a:cubicBezTo>
                  <a:cubicBezTo>
                    <a:pt x="1993042" y="240314"/>
                    <a:pt x="1788724" y="79893"/>
                    <a:pt x="1650620" y="0"/>
                  </a:cubicBezTo>
                  <a:close/>
                  <a:moveTo>
                    <a:pt x="1552876" y="0"/>
                  </a:moveTo>
                  <a:lnTo>
                    <a:pt x="1576524" y="0"/>
                  </a:lnTo>
                  <a:cubicBezTo>
                    <a:pt x="1672061" y="88453"/>
                    <a:pt x="1772959" y="196880"/>
                    <a:pt x="1868811" y="320525"/>
                  </a:cubicBezTo>
                  <a:cubicBezTo>
                    <a:pt x="2061463" y="569082"/>
                    <a:pt x="2384650" y="1076659"/>
                    <a:pt x="2384650" y="1688542"/>
                  </a:cubicBezTo>
                  <a:cubicBezTo>
                    <a:pt x="2384650" y="2300424"/>
                    <a:pt x="2061463" y="2808318"/>
                    <a:pt x="1868811" y="3056559"/>
                  </a:cubicBezTo>
                  <a:lnTo>
                    <a:pt x="1868496" y="3056242"/>
                  </a:lnTo>
                  <a:cubicBezTo>
                    <a:pt x="1754986" y="3202713"/>
                    <a:pt x="1633909" y="3328260"/>
                    <a:pt x="1523868" y="3424005"/>
                  </a:cubicBezTo>
                  <a:lnTo>
                    <a:pt x="1499274" y="3424005"/>
                  </a:lnTo>
                  <a:cubicBezTo>
                    <a:pt x="1609315" y="3331113"/>
                    <a:pt x="1733861" y="3204298"/>
                    <a:pt x="1856199" y="3046730"/>
                  </a:cubicBezTo>
                  <a:cubicBezTo>
                    <a:pt x="2047589" y="2800075"/>
                    <a:pt x="2368570" y="2295669"/>
                    <a:pt x="2368570" y="1688542"/>
                  </a:cubicBezTo>
                  <a:cubicBezTo>
                    <a:pt x="2368570" y="1081415"/>
                    <a:pt x="2047589" y="577008"/>
                    <a:pt x="1856199" y="330353"/>
                  </a:cubicBezTo>
                  <a:cubicBezTo>
                    <a:pt x="1753410" y="197831"/>
                    <a:pt x="1649044" y="87185"/>
                    <a:pt x="1552876" y="0"/>
                  </a:cubicBezTo>
                  <a:close/>
                </a:path>
              </a:pathLst>
            </a:custGeom>
            <a:solidFill>
              <a:srgbClr val="0D004D"/>
            </a:solidFill>
            <a:ln w="2045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grpSp>
      <p:grpSp>
        <p:nvGrpSpPr>
          <p:cNvPr id="72" name="Group 71" descr="Pearson logo, Graphic Waves accent image">
            <a:extLst>
              <a:ext uri="{FF2B5EF4-FFF2-40B4-BE49-F238E27FC236}">
                <a16:creationId xmlns:a16="http://schemas.microsoft.com/office/drawing/2014/main" id="{26F73939-7B28-5AB5-A84E-E923B3E0561C}"/>
              </a:ext>
            </a:extLst>
          </p:cNvPr>
          <p:cNvGrpSpPr/>
          <p:nvPr userDrawn="1"/>
        </p:nvGrpSpPr>
        <p:grpSpPr bwMode="gray">
          <a:xfrm>
            <a:off x="3216271" y="-2"/>
            <a:ext cx="2990089" cy="3429002"/>
            <a:chOff x="3216271" y="-2"/>
            <a:chExt cx="2990089" cy="3429002"/>
          </a:xfrm>
        </p:grpSpPr>
        <p:pic>
          <p:nvPicPr>
            <p:cNvPr id="73" name="Graphic Waves" descr="Graphic Waves accent image">
              <a:extLst>
                <a:ext uri="{FF2B5EF4-FFF2-40B4-BE49-F238E27FC236}">
                  <a16:creationId xmlns:a16="http://schemas.microsoft.com/office/drawing/2014/main" id="{8B3889FA-B81F-DA53-036A-0F8C91695850}"/>
                </a:ext>
                <a:ext uri="{C183D7F6-B498-43B3-948B-1728B52AA6E4}">
                  <adec:decorative xmlns:adec="http://schemas.microsoft.com/office/drawing/2017/decorative" val="0"/>
                </a:ext>
              </a:extLst>
            </p:cNvPr>
            <p:cNvPicPr/>
            <p:nvPr/>
          </p:nvPicPr>
          <p:blipFill>
            <a:blip r:embed="rId24" cstate="screen">
              <a:extLst>
                <a:ext uri="{28A0092B-C50C-407E-A947-70E740481C1C}">
                  <a14:useLocalDpi xmlns:a14="http://schemas.microsoft.com/office/drawing/2010/main"/>
                </a:ext>
              </a:extLst>
            </a:blip>
            <a:srcRect/>
            <a:stretch/>
          </p:blipFill>
          <p:spPr bwMode="gray">
            <a:xfrm rot="16200000">
              <a:off x="2996815" y="219454"/>
              <a:ext cx="3429002" cy="2990089"/>
            </a:xfrm>
            <a:prstGeom prst="rect">
              <a:avLst/>
            </a:prstGeom>
          </p:spPr>
        </p:pic>
        <p:pic>
          <p:nvPicPr>
            <p:cNvPr id="74" name="Pearson Logo" descr="Pearson Logo">
              <a:extLst>
                <a:ext uri="{FF2B5EF4-FFF2-40B4-BE49-F238E27FC236}">
                  <a16:creationId xmlns:a16="http://schemas.microsoft.com/office/drawing/2014/main" id="{61EE9138-C0BD-1933-F011-16F8029DABE6}"/>
                </a:ext>
                <a:ext uri="{C183D7F6-B498-43B3-948B-1728B52AA6E4}">
                  <adec:decorative xmlns:adec="http://schemas.microsoft.com/office/drawing/2017/decorative" val="0"/>
                </a:ext>
              </a:extLst>
            </p:cNvPr>
            <p:cNvPicPr/>
            <p:nvPr/>
          </p:nvPicPr>
          <p:blipFill>
            <a:blip r:embed="rId25">
              <a:extLst>
                <a:ext uri="{96DAC541-7B7A-43D3-8B79-37D633B846F1}">
                  <asvg:svgBlip xmlns:asvg="http://schemas.microsoft.com/office/drawing/2016/SVG/main" r:embed="rId26"/>
                </a:ext>
              </a:extLst>
            </a:blip>
            <a:stretch>
              <a:fillRect/>
            </a:stretch>
          </p:blipFill>
          <p:spPr bwMode="gray">
            <a:xfrm>
              <a:off x="3782677" y="1528770"/>
              <a:ext cx="1857278" cy="371456"/>
            </a:xfrm>
            <a:prstGeom prst="rect">
              <a:avLst/>
            </a:prstGeom>
          </p:spPr>
        </p:pic>
      </p:grpSp>
    </p:spTree>
    <p:extLst>
      <p:ext uri="{BB962C8B-B14F-4D97-AF65-F5344CB8AC3E}">
        <p14:creationId xmlns:p14="http://schemas.microsoft.com/office/powerpoint/2010/main" val="19956531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User Guide: PowerPoint Template Overview">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9" name="Section">
            <a:extLst>
              <a:ext uri="{FF2B5EF4-FFF2-40B4-BE49-F238E27FC236}">
                <a16:creationId xmlns:a16="http://schemas.microsoft.com/office/drawing/2014/main" id="{BFCB3A81-1EE5-0199-ACC2-9BC7391F76DA}"/>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33609"/>
            <a:ext cx="2529586"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PowerPoint</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Template Overview</a:t>
            </a:r>
          </a:p>
        </p:txBody>
      </p:sp>
      <p:grpSp>
        <p:nvGrpSpPr>
          <p:cNvPr id="23" name="Group 22" descr="Slide Preview">
            <a:extLst>
              <a:ext uri="{FF2B5EF4-FFF2-40B4-BE49-F238E27FC236}">
                <a16:creationId xmlns:a16="http://schemas.microsoft.com/office/drawing/2014/main" id="{795660F2-A973-1C54-CBC9-B909B929814D}"/>
              </a:ext>
            </a:extLst>
          </p:cNvPr>
          <p:cNvGrpSpPr/>
          <p:nvPr userDrawn="1"/>
        </p:nvGrpSpPr>
        <p:grpSpPr>
          <a:xfrm>
            <a:off x="3629914" y="772631"/>
            <a:ext cx="8181226" cy="5312738"/>
            <a:chOff x="4160429" y="548640"/>
            <a:chExt cx="4747673" cy="3083052"/>
          </a:xfrm>
        </p:grpSpPr>
        <p:pic>
          <p:nvPicPr>
            <p:cNvPr id="29" name="Picture 28">
              <a:extLst>
                <a:ext uri="{FF2B5EF4-FFF2-40B4-BE49-F238E27FC236}">
                  <a16:creationId xmlns:a16="http://schemas.microsoft.com/office/drawing/2014/main" id="{59EA7322-BBC6-C4CC-9D13-EF15BA4FF6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gray">
            <a:xfrm>
              <a:off x="4160429" y="552450"/>
              <a:ext cx="1105408" cy="621792"/>
            </a:xfrm>
            <a:prstGeom prst="rect">
              <a:avLst/>
            </a:prstGeom>
          </p:spPr>
        </p:pic>
        <p:pic>
          <p:nvPicPr>
            <p:cNvPr id="31" name="Picture 30">
              <a:extLst>
                <a:ext uri="{FF2B5EF4-FFF2-40B4-BE49-F238E27FC236}">
                  <a16:creationId xmlns:a16="http://schemas.microsoft.com/office/drawing/2014/main" id="{F5620CB6-639A-BBDC-3B3E-D93AB3B3438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gray">
            <a:xfrm>
              <a:off x="5365956" y="552450"/>
              <a:ext cx="1105408" cy="621792"/>
            </a:xfrm>
            <a:prstGeom prst="rect">
              <a:avLst/>
            </a:prstGeom>
          </p:spPr>
        </p:pic>
        <p:pic>
          <p:nvPicPr>
            <p:cNvPr id="41" name="Picture 40">
              <a:extLst>
                <a:ext uri="{FF2B5EF4-FFF2-40B4-BE49-F238E27FC236}">
                  <a16:creationId xmlns:a16="http://schemas.microsoft.com/office/drawing/2014/main" id="{E89A5837-04CB-099D-6F1C-A79BF60A445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bwMode="gray">
            <a:xfrm>
              <a:off x="6571482" y="548640"/>
              <a:ext cx="1105408" cy="621792"/>
            </a:xfrm>
            <a:prstGeom prst="rect">
              <a:avLst/>
            </a:prstGeom>
          </p:spPr>
        </p:pic>
        <p:pic>
          <p:nvPicPr>
            <p:cNvPr id="46" name="Picture 45">
              <a:extLst>
                <a:ext uri="{FF2B5EF4-FFF2-40B4-BE49-F238E27FC236}">
                  <a16:creationId xmlns:a16="http://schemas.microsoft.com/office/drawing/2014/main" id="{7FAFDD96-C393-BC56-B04F-2942113F02C6}"/>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bwMode="gray">
            <a:xfrm>
              <a:off x="5365954" y="3009899"/>
              <a:ext cx="1105408" cy="621792"/>
            </a:xfrm>
            <a:prstGeom prst="rect">
              <a:avLst/>
            </a:prstGeom>
          </p:spPr>
        </p:pic>
        <p:pic>
          <p:nvPicPr>
            <p:cNvPr id="47" name="Picture 46">
              <a:extLst>
                <a:ext uri="{FF2B5EF4-FFF2-40B4-BE49-F238E27FC236}">
                  <a16:creationId xmlns:a16="http://schemas.microsoft.com/office/drawing/2014/main" id="{BB17D0E1-06C7-25F0-6C8D-24A2ACD15702}"/>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bwMode="gray">
            <a:xfrm>
              <a:off x="6571482" y="1371600"/>
              <a:ext cx="1105408" cy="621792"/>
            </a:xfrm>
            <a:prstGeom prst="rect">
              <a:avLst/>
            </a:prstGeom>
          </p:spPr>
        </p:pic>
        <p:pic>
          <p:nvPicPr>
            <p:cNvPr id="48" name="Picture 47">
              <a:extLst>
                <a:ext uri="{FF2B5EF4-FFF2-40B4-BE49-F238E27FC236}">
                  <a16:creationId xmlns:a16="http://schemas.microsoft.com/office/drawing/2014/main" id="{3D2E0097-C257-B820-226A-29921D001B69}"/>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bwMode="gray">
            <a:xfrm>
              <a:off x="7777008" y="1371600"/>
              <a:ext cx="1105408" cy="621792"/>
            </a:xfrm>
            <a:prstGeom prst="rect">
              <a:avLst/>
            </a:prstGeom>
          </p:spPr>
        </p:pic>
        <p:pic>
          <p:nvPicPr>
            <p:cNvPr id="50" name="Picture 49">
              <a:extLst>
                <a:ext uri="{FF2B5EF4-FFF2-40B4-BE49-F238E27FC236}">
                  <a16:creationId xmlns:a16="http://schemas.microsoft.com/office/drawing/2014/main" id="{E76B5754-5231-6A1C-C527-F834C94802BB}"/>
                </a:ext>
              </a:extLst>
            </p:cNvPr>
            <p:cNvPicPr>
              <a:picLocks noChangeAspect="1"/>
            </p:cNvPicPr>
            <p:nvPr userDrawn="1"/>
          </p:nvPicPr>
          <p:blipFill>
            <a:blip r:embed="rId8" cstate="screen">
              <a:extLst>
                <a:ext uri="{28A0092B-C50C-407E-A947-70E740481C1C}">
                  <a14:useLocalDpi xmlns:a14="http://schemas.microsoft.com/office/drawing/2010/main"/>
                </a:ext>
              </a:extLst>
            </a:blip>
            <a:srcRect/>
            <a:stretch/>
          </p:blipFill>
          <p:spPr bwMode="gray">
            <a:xfrm>
              <a:off x="5365956" y="1371600"/>
              <a:ext cx="1105408" cy="621792"/>
            </a:xfrm>
            <a:prstGeom prst="rect">
              <a:avLst/>
            </a:prstGeom>
          </p:spPr>
        </p:pic>
        <p:pic>
          <p:nvPicPr>
            <p:cNvPr id="66" name="Picture 65">
              <a:extLst>
                <a:ext uri="{FF2B5EF4-FFF2-40B4-BE49-F238E27FC236}">
                  <a16:creationId xmlns:a16="http://schemas.microsoft.com/office/drawing/2014/main" id="{DD7CE829-C8EC-6192-1F31-08A2D200BC52}"/>
                </a:ext>
              </a:extLst>
            </p:cNvPr>
            <p:cNvPicPr>
              <a:picLocks noChangeAspect="1"/>
            </p:cNvPicPr>
            <p:nvPr userDrawn="1"/>
          </p:nvPicPr>
          <p:blipFill>
            <a:blip r:embed="rId9" cstate="screen">
              <a:extLst>
                <a:ext uri="{28A0092B-C50C-407E-A947-70E740481C1C}">
                  <a14:useLocalDpi xmlns:a14="http://schemas.microsoft.com/office/drawing/2010/main"/>
                </a:ext>
              </a:extLst>
            </a:blip>
            <a:stretch>
              <a:fillRect/>
            </a:stretch>
          </p:blipFill>
          <p:spPr bwMode="gray">
            <a:xfrm>
              <a:off x="7802694" y="2190750"/>
              <a:ext cx="1105408" cy="621792"/>
            </a:xfrm>
            <a:prstGeom prst="rect">
              <a:avLst/>
            </a:prstGeom>
          </p:spPr>
        </p:pic>
        <p:pic>
          <p:nvPicPr>
            <p:cNvPr id="76" name="Picture 75">
              <a:extLst>
                <a:ext uri="{FF2B5EF4-FFF2-40B4-BE49-F238E27FC236}">
                  <a16:creationId xmlns:a16="http://schemas.microsoft.com/office/drawing/2014/main" id="{4EC736C4-87C8-E3A5-4649-272ABBBC4533}"/>
                </a:ext>
              </a:extLst>
            </p:cNvPr>
            <p:cNvPicPr>
              <a:picLocks noChangeAspect="1"/>
            </p:cNvPicPr>
            <p:nvPr userDrawn="1"/>
          </p:nvPicPr>
          <p:blipFill>
            <a:blip r:embed="rId10" cstate="screen">
              <a:extLst>
                <a:ext uri="{28A0092B-C50C-407E-A947-70E740481C1C}">
                  <a14:useLocalDpi xmlns:a14="http://schemas.microsoft.com/office/drawing/2010/main"/>
                </a:ext>
              </a:extLst>
            </a:blip>
            <a:stretch>
              <a:fillRect/>
            </a:stretch>
          </p:blipFill>
          <p:spPr bwMode="gray">
            <a:xfrm>
              <a:off x="7777008" y="3009899"/>
              <a:ext cx="1105408" cy="621792"/>
            </a:xfrm>
            <a:prstGeom prst="rect">
              <a:avLst/>
            </a:prstGeom>
            <a:ln w="3175">
              <a:solidFill>
                <a:srgbClr val="C1BFFF"/>
              </a:solidFill>
            </a:ln>
          </p:spPr>
        </p:pic>
        <p:pic>
          <p:nvPicPr>
            <p:cNvPr id="79" name="Picture 78">
              <a:extLst>
                <a:ext uri="{FF2B5EF4-FFF2-40B4-BE49-F238E27FC236}">
                  <a16:creationId xmlns:a16="http://schemas.microsoft.com/office/drawing/2014/main" id="{2139647E-7084-C988-BBAA-315FF0DF1F55}"/>
                </a:ext>
              </a:extLst>
            </p:cNvPr>
            <p:cNvPicPr>
              <a:picLocks noChangeAspect="1"/>
            </p:cNvPicPr>
            <p:nvPr userDrawn="1"/>
          </p:nvPicPr>
          <p:blipFill>
            <a:blip r:embed="rId11" cstate="screen">
              <a:extLst>
                <a:ext uri="{28A0092B-C50C-407E-A947-70E740481C1C}">
                  <a14:useLocalDpi xmlns:a14="http://schemas.microsoft.com/office/drawing/2010/main"/>
                </a:ext>
              </a:extLst>
            </a:blip>
            <a:stretch>
              <a:fillRect/>
            </a:stretch>
          </p:blipFill>
          <p:spPr bwMode="gray">
            <a:xfrm>
              <a:off x="6569400" y="2190750"/>
              <a:ext cx="1105408" cy="621792"/>
            </a:xfrm>
            <a:prstGeom prst="rect">
              <a:avLst/>
            </a:prstGeom>
          </p:spPr>
        </p:pic>
        <p:pic>
          <p:nvPicPr>
            <p:cNvPr id="81" name="Picture 80">
              <a:extLst>
                <a:ext uri="{FF2B5EF4-FFF2-40B4-BE49-F238E27FC236}">
                  <a16:creationId xmlns:a16="http://schemas.microsoft.com/office/drawing/2014/main" id="{5BD7527B-CE87-869D-30A3-817A82440DB1}"/>
                </a:ext>
              </a:extLst>
            </p:cNvPr>
            <p:cNvPicPr>
              <a:picLocks noChangeAspect="1"/>
            </p:cNvPicPr>
            <p:nvPr userDrawn="1"/>
          </p:nvPicPr>
          <p:blipFill>
            <a:blip r:embed="rId12" cstate="screen">
              <a:extLst>
                <a:ext uri="{28A0092B-C50C-407E-A947-70E740481C1C}">
                  <a14:useLocalDpi xmlns:a14="http://schemas.microsoft.com/office/drawing/2010/main"/>
                </a:ext>
              </a:extLst>
            </a:blip>
            <a:srcRect/>
            <a:stretch/>
          </p:blipFill>
          <p:spPr bwMode="gray">
            <a:xfrm>
              <a:off x="4160429" y="2190750"/>
              <a:ext cx="1105408" cy="621792"/>
            </a:xfrm>
            <a:prstGeom prst="rect">
              <a:avLst/>
            </a:prstGeom>
          </p:spPr>
        </p:pic>
        <p:pic>
          <p:nvPicPr>
            <p:cNvPr id="83" name="Picture 82">
              <a:extLst>
                <a:ext uri="{FF2B5EF4-FFF2-40B4-BE49-F238E27FC236}">
                  <a16:creationId xmlns:a16="http://schemas.microsoft.com/office/drawing/2014/main" id="{8984C9CC-368A-4029-D1BC-939E46F40CC6}"/>
                </a:ext>
              </a:extLst>
            </p:cNvPr>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bwMode="gray">
            <a:xfrm>
              <a:off x="6569400" y="3009899"/>
              <a:ext cx="1105408" cy="621792"/>
            </a:xfrm>
            <a:prstGeom prst="rect">
              <a:avLst/>
            </a:prstGeom>
          </p:spPr>
        </p:pic>
        <p:pic>
          <p:nvPicPr>
            <p:cNvPr id="88" name="Picture 87">
              <a:extLst>
                <a:ext uri="{FF2B5EF4-FFF2-40B4-BE49-F238E27FC236}">
                  <a16:creationId xmlns:a16="http://schemas.microsoft.com/office/drawing/2014/main" id="{250E2C0C-640E-1EC9-8254-B45ED181423C}"/>
                </a:ext>
              </a:extLst>
            </p:cNvPr>
            <p:cNvPicPr>
              <a:picLocks noChangeAspect="1"/>
            </p:cNvPicPr>
            <p:nvPr userDrawn="1"/>
          </p:nvPicPr>
          <p:blipFill>
            <a:blip r:embed="rId14" cstate="screen">
              <a:extLst>
                <a:ext uri="{28A0092B-C50C-407E-A947-70E740481C1C}">
                  <a14:useLocalDpi xmlns:a14="http://schemas.microsoft.com/office/drawing/2010/main"/>
                </a:ext>
              </a:extLst>
            </a:blip>
            <a:stretch>
              <a:fillRect/>
            </a:stretch>
          </p:blipFill>
          <p:spPr bwMode="gray">
            <a:xfrm>
              <a:off x="5365955" y="2190750"/>
              <a:ext cx="1105408" cy="621792"/>
            </a:xfrm>
            <a:prstGeom prst="rect">
              <a:avLst/>
            </a:prstGeom>
            <a:ln w="3175">
              <a:solidFill>
                <a:srgbClr val="C1BFFF"/>
              </a:solidFill>
            </a:ln>
          </p:spPr>
        </p:pic>
        <p:pic>
          <p:nvPicPr>
            <p:cNvPr id="89" name="Picture 88">
              <a:extLst>
                <a:ext uri="{FF2B5EF4-FFF2-40B4-BE49-F238E27FC236}">
                  <a16:creationId xmlns:a16="http://schemas.microsoft.com/office/drawing/2014/main" id="{73D3599F-D3C7-F989-203A-EE043AB2EF91}"/>
                </a:ext>
              </a:extLst>
            </p:cNvPr>
            <p:cNvPicPr>
              <a:picLocks noChangeAspect="1"/>
            </p:cNvPicPr>
            <p:nvPr userDrawn="1"/>
          </p:nvPicPr>
          <p:blipFill>
            <a:blip r:embed="rId15" cstate="screen">
              <a:extLst>
                <a:ext uri="{28A0092B-C50C-407E-A947-70E740481C1C}">
                  <a14:useLocalDpi xmlns:a14="http://schemas.microsoft.com/office/drawing/2010/main"/>
                </a:ext>
              </a:extLst>
            </a:blip>
            <a:stretch>
              <a:fillRect/>
            </a:stretch>
          </p:blipFill>
          <p:spPr>
            <a:xfrm>
              <a:off x="4160429" y="3009900"/>
              <a:ext cx="1105408" cy="621792"/>
            </a:xfrm>
            <a:prstGeom prst="rect">
              <a:avLst/>
            </a:prstGeom>
          </p:spPr>
        </p:pic>
        <p:pic>
          <p:nvPicPr>
            <p:cNvPr id="90" name="Picture 89">
              <a:extLst>
                <a:ext uri="{FF2B5EF4-FFF2-40B4-BE49-F238E27FC236}">
                  <a16:creationId xmlns:a16="http://schemas.microsoft.com/office/drawing/2014/main" id="{E495B4B1-8B6E-44F0-8837-BA0D467DEC9B}"/>
                </a:ext>
              </a:extLst>
            </p:cNvPr>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a:off x="7777008" y="548640"/>
              <a:ext cx="1105408" cy="621792"/>
            </a:xfrm>
            <a:prstGeom prst="rect">
              <a:avLst/>
            </a:prstGeom>
          </p:spPr>
        </p:pic>
        <p:pic>
          <p:nvPicPr>
            <p:cNvPr id="91" name="Picture 90">
              <a:extLst>
                <a:ext uri="{FF2B5EF4-FFF2-40B4-BE49-F238E27FC236}">
                  <a16:creationId xmlns:a16="http://schemas.microsoft.com/office/drawing/2014/main" id="{A694B096-DFD3-ACC0-EF48-D34C836372BD}"/>
                </a:ext>
              </a:extLst>
            </p:cNvPr>
            <p:cNvPicPr>
              <a:picLocks noChangeAspect="1"/>
            </p:cNvPicPr>
            <p:nvPr userDrawn="1"/>
          </p:nvPicPr>
          <p:blipFill>
            <a:blip r:embed="rId17" cstate="screen">
              <a:extLst>
                <a:ext uri="{28A0092B-C50C-407E-A947-70E740481C1C}">
                  <a14:useLocalDpi xmlns:a14="http://schemas.microsoft.com/office/drawing/2010/main"/>
                </a:ext>
              </a:extLst>
            </a:blip>
            <a:stretch>
              <a:fillRect/>
            </a:stretch>
          </p:blipFill>
          <p:spPr>
            <a:xfrm>
              <a:off x="4160429" y="1371600"/>
              <a:ext cx="1105408" cy="621792"/>
            </a:xfrm>
            <a:prstGeom prst="rect">
              <a:avLst/>
            </a:prstGeom>
          </p:spPr>
        </p:pic>
      </p:grpSp>
      <p:sp>
        <p:nvSpPr>
          <p:cNvPr id="2" name="Text Placeholder 1">
            <a:extLst>
              <a:ext uri="{FF2B5EF4-FFF2-40B4-BE49-F238E27FC236}">
                <a16:creationId xmlns:a16="http://schemas.microsoft.com/office/drawing/2014/main" id="{2AE14173-EE69-CB64-E6B1-1C7C7E3622B5}"/>
              </a:ext>
            </a:extLst>
          </p:cNvPr>
          <p:cNvSpPr txBox="1">
            <a:spLocks/>
          </p:cNvSpPr>
          <p:nvPr userDrawn="1"/>
        </p:nvSpPr>
        <p:spPr bwMode="gray">
          <a:xfrm>
            <a:off x="567880" y="1397187"/>
            <a:ext cx="2432772" cy="368083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sz="1100" b="1" kern="1200" dirty="0">
                <a:solidFill>
                  <a:schemeClr val="tx2"/>
                </a:solidFill>
                <a:effectLst/>
                <a:latin typeface="+mj-lt"/>
                <a:ea typeface="+mn-ea"/>
                <a:cs typeface="+mn-cs"/>
              </a:rPr>
              <a:t>This template is designed to help you create effective video course slides. With various layouts available, you can tailor your content to fit your topic. </a:t>
            </a:r>
            <a:endParaRPr lang="en-US" sz="1100" kern="1200" dirty="0">
              <a:solidFill>
                <a:schemeClr val="tx2"/>
              </a:solidFill>
              <a:effectLst/>
              <a:latin typeface="+mj-lt"/>
              <a:ea typeface="+mn-ea"/>
              <a:cs typeface="+mn-cs"/>
            </a:endParaRPr>
          </a:p>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sz="1100" kern="1200" dirty="0">
                <a:solidFill>
                  <a:schemeClr val="tx2"/>
                </a:solidFill>
                <a:effectLst/>
                <a:latin typeface="+mj-lt"/>
                <a:ea typeface="+mn-ea"/>
                <a:cs typeface="+mn-cs"/>
              </a:rPr>
              <a:t>Be sure to craft clear, concise language and break down complex information into smaller segments. Highlight key points with bullet points and avoid overcrowding slides with text. Enhance your content with visuals like images, graphs, and charts to make your points memorable. Practice presenting your content confidently to enrich the learning experience. </a:t>
            </a:r>
          </a:p>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sz="1100" kern="1200" dirty="0">
                <a:solidFill>
                  <a:schemeClr val="tx2"/>
                </a:solidFill>
                <a:effectLst/>
                <a:latin typeface="+mj-lt"/>
                <a:ea typeface="+mn-ea"/>
                <a:cs typeface="+mn-cs"/>
              </a:rPr>
              <a:t>Refer to the </a:t>
            </a:r>
            <a:r>
              <a:rPr lang="en-US" sz="1100" b="1" kern="1200" dirty="0">
                <a:solidFill>
                  <a:schemeClr val="tx2"/>
                </a:solidFill>
                <a:effectLst/>
                <a:latin typeface="+mj-lt"/>
                <a:ea typeface="+mn-ea"/>
                <a:cs typeface="+mn-cs"/>
              </a:rPr>
              <a:t>User Guide </a:t>
            </a:r>
            <a:r>
              <a:rPr lang="en-US" sz="1100" b="0" kern="1200" dirty="0">
                <a:solidFill>
                  <a:schemeClr val="tx2"/>
                </a:solidFill>
                <a:effectLst/>
                <a:latin typeface="+mj-lt"/>
                <a:ea typeface="+mn-ea"/>
                <a:cs typeface="+mn-cs"/>
              </a:rPr>
              <a:t>in</a:t>
            </a:r>
            <a:r>
              <a:rPr lang="en-US" sz="1100" b="1" kern="1200" dirty="0">
                <a:solidFill>
                  <a:schemeClr val="tx2"/>
                </a:solidFill>
                <a:effectLst/>
                <a:latin typeface="+mj-lt"/>
                <a:ea typeface="+mn-ea"/>
                <a:cs typeface="+mn-cs"/>
              </a:rPr>
              <a:t> Slides 37-44 </a:t>
            </a:r>
            <a:r>
              <a:rPr lang="en-US" sz="1100" kern="1200" dirty="0">
                <a:solidFill>
                  <a:schemeClr val="tx2"/>
                </a:solidFill>
                <a:effectLst/>
                <a:latin typeface="+mj-lt"/>
                <a:ea typeface="+mn-ea"/>
                <a:cs typeface="+mn-cs"/>
              </a:rPr>
              <a:t>for more details on design, color, and icons you can use to create visually appealing slides with ease.</a:t>
            </a:r>
          </a:p>
        </p:txBody>
      </p:sp>
      <p:pic>
        <p:nvPicPr>
          <p:cNvPr id="5" name="Pearson Logo" descr="Pearson Logo">
            <a:extLst>
              <a:ext uri="{FF2B5EF4-FFF2-40B4-BE49-F238E27FC236}">
                <a16:creationId xmlns:a16="http://schemas.microsoft.com/office/drawing/2014/main" id="{88E577D6-E363-6115-B906-8B3928DF670F}"/>
              </a:ext>
            </a:extLst>
          </p:cNvPr>
          <p:cNvPicPr/>
          <p:nvPr userDrawn="1"/>
        </p:nvPicPr>
        <p:blipFill>
          <a:blip r:embed="rId18">
            <a:extLst>
              <a:ext uri="{96DAC541-7B7A-43D3-8B79-37D633B846F1}">
                <asvg:svgBlip xmlns:asvg="http://schemas.microsoft.com/office/drawing/2016/SVG/main" r:embed="rId19"/>
              </a:ext>
            </a:extLst>
          </a:blip>
          <a:stretch>
            <a:fillRect/>
          </a:stretch>
        </p:blipFill>
        <p:spPr>
          <a:xfrm>
            <a:off x="420229" y="6430897"/>
            <a:ext cx="1115612" cy="223122"/>
          </a:xfrm>
          <a:prstGeom prst="rect">
            <a:avLst/>
          </a:prstGeom>
        </p:spPr>
      </p:pic>
      <p:sp>
        <p:nvSpPr>
          <p:cNvPr id="7" name="Rounded Rectangle text">
            <a:extLst>
              <a:ext uri="{FF2B5EF4-FFF2-40B4-BE49-F238E27FC236}">
                <a16:creationId xmlns:a16="http://schemas.microsoft.com/office/drawing/2014/main" id="{6053DDE2-1275-56C7-2993-E2282A376E60}"/>
              </a:ext>
            </a:extLst>
          </p:cNvPr>
          <p:cNvSpPr>
            <a:spLocks/>
          </p:cNvSpPr>
          <p:nvPr userDrawn="1"/>
        </p:nvSpPr>
        <p:spPr>
          <a:xfrm>
            <a:off x="488782" y="4941880"/>
            <a:ext cx="2500945" cy="128503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endParaRPr lang="en-US" sz="1100" b="1" kern="1200" dirty="0">
              <a:solidFill>
                <a:srgbClr val="512EAB"/>
              </a:solidFill>
              <a:effectLst/>
              <a:latin typeface="+mj-lt"/>
              <a:ea typeface="+mn-ea"/>
              <a:cs typeface="+mn-cs"/>
            </a:endParaRPr>
          </a:p>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sz="1100" b="1" i="1" kern="1200" dirty="0">
                <a:solidFill>
                  <a:srgbClr val="12A2F3"/>
                </a:solidFill>
                <a:effectLst/>
                <a:latin typeface="+mj-lt"/>
                <a:ea typeface="+mn-ea"/>
                <a:cs typeface="+mn-cs"/>
              </a:rPr>
              <a:t>NOTE: </a:t>
            </a:r>
            <a:r>
              <a:rPr lang="en-US" sz="1100" i="1" kern="1200" dirty="0">
                <a:solidFill>
                  <a:srgbClr val="12A2F3"/>
                </a:solidFill>
                <a:effectLst/>
                <a:latin typeface="+mj-lt"/>
                <a:ea typeface="+mn-ea"/>
                <a:cs typeface="+mn-cs"/>
              </a:rPr>
              <a:t>If your video course is Microsoft Press branded, use </a:t>
            </a:r>
            <a:r>
              <a:rPr lang="en-US" sz="1100" b="1" i="1" kern="1200" dirty="0">
                <a:solidFill>
                  <a:srgbClr val="12A2F3"/>
                </a:solidFill>
                <a:effectLst/>
                <a:latin typeface="+mj-lt"/>
                <a:ea typeface="+mn-ea"/>
                <a:cs typeface="+mn-cs"/>
              </a:rPr>
              <a:t>Slides 45-50</a:t>
            </a:r>
            <a:r>
              <a:rPr lang="en-US" sz="1100" i="1" kern="1200" dirty="0">
                <a:solidFill>
                  <a:srgbClr val="12A2F3"/>
                </a:solidFill>
                <a:effectLst/>
                <a:latin typeface="+mj-lt"/>
                <a:ea typeface="+mn-ea"/>
                <a:cs typeface="+mn-cs"/>
              </a:rPr>
              <a:t> at the end of the deck when building your presentation. </a:t>
            </a:r>
          </a:p>
        </p:txBody>
      </p:sp>
      <p:pic>
        <p:nvPicPr>
          <p:cNvPr id="4" name="Picture 3" descr="A black background with grey text&#10;&#10;AI-generated content may be incorrect.">
            <a:extLst>
              <a:ext uri="{FF2B5EF4-FFF2-40B4-BE49-F238E27FC236}">
                <a16:creationId xmlns:a16="http://schemas.microsoft.com/office/drawing/2014/main" id="{F553760A-0F52-FAE5-08FC-E8906991AA2C}"/>
              </a:ext>
            </a:extLst>
          </p:cNvPr>
          <p:cNvPicPr>
            <a:picLocks noChangeAspect="1"/>
          </p:cNvPicPr>
          <p:nvPr userDrawn="1"/>
        </p:nvPicPr>
        <p:blipFill>
          <a:blip r:embed="rId20"/>
          <a:stretch>
            <a:fillRect/>
          </a:stretch>
        </p:blipFill>
        <p:spPr>
          <a:xfrm>
            <a:off x="650567" y="4915381"/>
            <a:ext cx="858640" cy="482985"/>
          </a:xfrm>
          <a:prstGeom prst="rect">
            <a:avLst/>
          </a:prstGeom>
        </p:spPr>
      </p:pic>
    </p:spTree>
    <p:extLst>
      <p:ext uri="{BB962C8B-B14F-4D97-AF65-F5344CB8AC3E}">
        <p14:creationId xmlns:p14="http://schemas.microsoft.com/office/powerpoint/2010/main" val="376486818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User Guide: Color Palette">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 name="Section">
            <a:extLst>
              <a:ext uri="{FF2B5EF4-FFF2-40B4-BE49-F238E27FC236}">
                <a16:creationId xmlns:a16="http://schemas.microsoft.com/office/drawing/2014/main" id="{267FD5A7-2F40-29A2-DD34-E71622772FED}"/>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Color Palette</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3" y="1091953"/>
            <a:ext cx="2432733" cy="5495278"/>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200" b="1" noProof="0" dirty="0">
                <a:latin typeface="+mj-lt"/>
                <a:cs typeface="Segoe UI" panose="020B0502040204020203" pitchFamily="34" charset="0"/>
              </a:rPr>
              <a:t>Pearson Purple is the cornerstone of our brand identity. This lead color is the foundation for all design and branding touchpoints, supported by the primary purples.</a:t>
            </a:r>
          </a:p>
          <a:p>
            <a:endParaRPr lang="en-US" sz="1200" b="1" noProof="0" dirty="0">
              <a:latin typeface="+mj-lt"/>
              <a:cs typeface="Segoe UI" panose="020B0502040204020203" pitchFamily="34" charset="0"/>
            </a:endParaRPr>
          </a:p>
          <a:p>
            <a:r>
              <a:rPr lang="en-US" sz="1200" b="1" noProof="0" dirty="0">
                <a:latin typeface="+mj-lt"/>
                <a:cs typeface="Segoe UI" panose="020B0502040204020203" pitchFamily="34" charset="0"/>
              </a:rPr>
              <a:t>Primary colors: </a:t>
            </a:r>
            <a:r>
              <a:rPr lang="en-US" sz="1200" noProof="0" dirty="0">
                <a:latin typeface="+mj-lt"/>
                <a:cs typeface="Segoe UI" panose="020B0502040204020203" pitchFamily="34" charset="0"/>
              </a:rPr>
              <a:t>The key supporting colors, reinforcing Pearson Purple as the backbone of this brand system. Use these in backgrounds, gradients, and as primary colors within graphic elements.</a:t>
            </a:r>
          </a:p>
          <a:p>
            <a:r>
              <a:rPr lang="en-US" sz="1200" b="1" noProof="0" dirty="0">
                <a:latin typeface="+mj-lt"/>
                <a:cs typeface="Segoe UI" panose="020B0502040204020203" pitchFamily="34" charset="0"/>
              </a:rPr>
              <a:t>Secondary color: </a:t>
            </a:r>
            <a:r>
              <a:rPr lang="en-US" sz="1200" noProof="0" dirty="0">
                <a:latin typeface="+mj-lt"/>
                <a:cs typeface="Segoe UI" panose="020B0502040204020203" pitchFamily="34" charset="0"/>
              </a:rPr>
              <a:t>Use Amethyst to complement the primary palette and to emphasize shifts in content or highlight key messaging. </a:t>
            </a:r>
          </a:p>
          <a:p>
            <a:r>
              <a:rPr lang="en-US" sz="1200" b="1" noProof="0" dirty="0">
                <a:latin typeface="+mj-lt"/>
                <a:cs typeface="Segoe UI" panose="020B0502040204020203" pitchFamily="34" charset="0"/>
              </a:rPr>
              <a:t>Accent colors: </a:t>
            </a:r>
            <a:r>
              <a:rPr lang="en-US" sz="1200" noProof="0" dirty="0">
                <a:latin typeface="+mj-lt"/>
                <a:cs typeface="Segoe UI" panose="020B0502040204020203" pitchFamily="34" charset="0"/>
              </a:rPr>
              <a:t>Whenever possible, use the full-strength version of each accent color. When differentiation is needed, tints of these colors can be applied thoughtfully to maintain visual clarity and consistency.</a:t>
            </a:r>
          </a:p>
          <a:p>
            <a:endParaRPr lang="en-US" sz="1200" noProof="0" dirty="0">
              <a:latin typeface="+mj-lt"/>
              <a:cs typeface="Segoe UI" panose="020B0502040204020203" pitchFamily="34" charset="0"/>
            </a:endParaRPr>
          </a:p>
        </p:txBody>
      </p:sp>
      <p:grpSp>
        <p:nvGrpSpPr>
          <p:cNvPr id="20" name="Group 19">
            <a:extLst>
              <a:ext uri="{FF2B5EF4-FFF2-40B4-BE49-F238E27FC236}">
                <a16:creationId xmlns:a16="http://schemas.microsoft.com/office/drawing/2014/main" id="{D1107CD9-65E0-13D9-46AB-8F5EBBCC8A4D}"/>
              </a:ext>
              <a:ext uri="{C183D7F6-B498-43B3-948B-1728B52AA6E4}">
                <adec:decorative xmlns:adec="http://schemas.microsoft.com/office/drawing/2017/decorative" val="1"/>
              </a:ext>
            </a:extLst>
          </p:cNvPr>
          <p:cNvGrpSpPr/>
          <p:nvPr userDrawn="1"/>
        </p:nvGrpSpPr>
        <p:grpSpPr bwMode="gray">
          <a:xfrm>
            <a:off x="4294187" y="1185478"/>
            <a:ext cx="1730376" cy="4833245"/>
            <a:chOff x="4294187" y="1368396"/>
            <a:chExt cx="1730376" cy="4273416"/>
          </a:xfrm>
        </p:grpSpPr>
        <p:sp>
          <p:nvSpPr>
            <p:cNvPr id="21" name="Rectangle 20">
              <a:extLst>
                <a:ext uri="{FF2B5EF4-FFF2-40B4-BE49-F238E27FC236}">
                  <a16:creationId xmlns:a16="http://schemas.microsoft.com/office/drawing/2014/main" id="{6E986EC7-2AD2-DB77-AF26-C6EE859722EC}"/>
                </a:ext>
              </a:extLst>
            </p:cNvPr>
            <p:cNvSpPr/>
            <p:nvPr/>
          </p:nvSpPr>
          <p:spPr bwMode="gray">
            <a:xfrm>
              <a:off x="4294188" y="1368396"/>
              <a:ext cx="1730374" cy="2177551"/>
            </a:xfrm>
            <a:prstGeom prst="rect">
              <a:avLst/>
            </a:prstGeom>
            <a:solidFill>
              <a:srgbClr val="0D00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2" name="Rectangle 21">
              <a:extLst>
                <a:ext uri="{FF2B5EF4-FFF2-40B4-BE49-F238E27FC236}">
                  <a16:creationId xmlns:a16="http://schemas.microsoft.com/office/drawing/2014/main" id="{0A324378-83D1-D5EF-0BBE-1EE2FF67E0F3}"/>
                </a:ext>
              </a:extLst>
            </p:cNvPr>
            <p:cNvSpPr/>
            <p:nvPr/>
          </p:nvSpPr>
          <p:spPr bwMode="gray">
            <a:xfrm>
              <a:off x="4294187" y="3545947"/>
              <a:ext cx="930483" cy="1110902"/>
            </a:xfrm>
            <a:prstGeom prst="rect">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pSp>
          <p:nvGrpSpPr>
            <p:cNvPr id="23" name="Group 22">
              <a:extLst>
                <a:ext uri="{FF2B5EF4-FFF2-40B4-BE49-F238E27FC236}">
                  <a16:creationId xmlns:a16="http://schemas.microsoft.com/office/drawing/2014/main" id="{727E7931-7069-B7D5-BFF3-4D9B6A8D692E}"/>
                </a:ext>
              </a:extLst>
            </p:cNvPr>
            <p:cNvGrpSpPr/>
            <p:nvPr/>
          </p:nvGrpSpPr>
          <p:grpSpPr bwMode="gray">
            <a:xfrm>
              <a:off x="4294187" y="5083857"/>
              <a:ext cx="1730374" cy="557955"/>
              <a:chOff x="548639" y="5537577"/>
              <a:chExt cx="2667635" cy="640052"/>
            </a:xfrm>
          </p:grpSpPr>
          <p:sp>
            <p:nvSpPr>
              <p:cNvPr id="31" name="Rectangle 30">
                <a:extLst>
                  <a:ext uri="{FF2B5EF4-FFF2-40B4-BE49-F238E27FC236}">
                    <a16:creationId xmlns:a16="http://schemas.microsoft.com/office/drawing/2014/main" id="{037ECA06-D18B-8942-7506-9CB037696E8D}"/>
                  </a:ext>
                </a:extLst>
              </p:cNvPr>
              <p:cNvSpPr/>
              <p:nvPr/>
            </p:nvSpPr>
            <p:spPr bwMode="gray">
              <a:xfrm>
                <a:off x="548639" y="5537577"/>
                <a:ext cx="2667635" cy="213217"/>
              </a:xfrm>
              <a:prstGeom prst="rect">
                <a:avLst/>
              </a:prstGeom>
              <a:solidFill>
                <a:srgbClr val="DF41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32" name="Rectangle 31">
                <a:extLst>
                  <a:ext uri="{FF2B5EF4-FFF2-40B4-BE49-F238E27FC236}">
                    <a16:creationId xmlns:a16="http://schemas.microsoft.com/office/drawing/2014/main" id="{77973ED2-1002-5E34-F5B7-F2852DD59D30}"/>
                  </a:ext>
                </a:extLst>
              </p:cNvPr>
              <p:cNvSpPr/>
              <p:nvPr/>
            </p:nvSpPr>
            <p:spPr bwMode="gray">
              <a:xfrm>
                <a:off x="548639" y="5752812"/>
                <a:ext cx="2667635" cy="213218"/>
              </a:xfrm>
              <a:prstGeom prst="rect">
                <a:avLst/>
              </a:prstGeom>
              <a:solidFill>
                <a:srgbClr val="FFC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33" name="Rectangle 32">
                <a:extLst>
                  <a:ext uri="{FF2B5EF4-FFF2-40B4-BE49-F238E27FC236}">
                    <a16:creationId xmlns:a16="http://schemas.microsoft.com/office/drawing/2014/main" id="{25103BCF-85AC-430B-A63D-42C6A6AB8E7A}"/>
                  </a:ext>
                </a:extLst>
              </p:cNvPr>
              <p:cNvSpPr/>
              <p:nvPr/>
            </p:nvSpPr>
            <p:spPr bwMode="gray">
              <a:xfrm>
                <a:off x="548639" y="5964411"/>
                <a:ext cx="2667635" cy="213218"/>
              </a:xfrm>
              <a:prstGeom prst="rect">
                <a:avLst/>
              </a:prstGeom>
              <a:solidFill>
                <a:srgbClr val="56E2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pSp>
        <p:sp>
          <p:nvSpPr>
            <p:cNvPr id="24" name="Rectangle 23">
              <a:extLst>
                <a:ext uri="{FF2B5EF4-FFF2-40B4-BE49-F238E27FC236}">
                  <a16:creationId xmlns:a16="http://schemas.microsoft.com/office/drawing/2014/main" id="{0006FF7A-B2F1-65D5-E5F7-D46AB47010AF}"/>
                </a:ext>
              </a:extLst>
            </p:cNvPr>
            <p:cNvSpPr/>
            <p:nvPr/>
          </p:nvSpPr>
          <p:spPr bwMode="gray">
            <a:xfrm>
              <a:off x="5623493" y="1368396"/>
              <a:ext cx="401070" cy="2177551"/>
            </a:xfrm>
            <a:prstGeom prst="rect">
              <a:avLst/>
            </a:prstGeom>
            <a:solidFill>
              <a:srgbClr val="0D00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5" name="Rectangle 24">
              <a:extLst>
                <a:ext uri="{FF2B5EF4-FFF2-40B4-BE49-F238E27FC236}">
                  <a16:creationId xmlns:a16="http://schemas.microsoft.com/office/drawing/2014/main" id="{7A7CA108-34F3-55BF-57C4-C08DFB86A5B3}"/>
                </a:ext>
              </a:extLst>
            </p:cNvPr>
            <p:cNvSpPr/>
            <p:nvPr/>
          </p:nvSpPr>
          <p:spPr bwMode="gray">
            <a:xfrm>
              <a:off x="5224670" y="3545947"/>
              <a:ext cx="799893" cy="1110902"/>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pSp>
          <p:nvGrpSpPr>
            <p:cNvPr id="26" name="Group 25">
              <a:extLst>
                <a:ext uri="{FF2B5EF4-FFF2-40B4-BE49-F238E27FC236}">
                  <a16:creationId xmlns:a16="http://schemas.microsoft.com/office/drawing/2014/main" id="{F56274A5-8035-D7CC-D422-F52877731AA3}"/>
                </a:ext>
              </a:extLst>
            </p:cNvPr>
            <p:cNvGrpSpPr/>
            <p:nvPr/>
          </p:nvGrpSpPr>
          <p:grpSpPr bwMode="gray">
            <a:xfrm>
              <a:off x="5623493" y="5083857"/>
              <a:ext cx="401070" cy="557954"/>
              <a:chOff x="548639" y="5537577"/>
              <a:chExt cx="2667635" cy="640052"/>
            </a:xfrm>
          </p:grpSpPr>
          <p:sp>
            <p:nvSpPr>
              <p:cNvPr id="28" name="Rectangle 27">
                <a:extLst>
                  <a:ext uri="{FF2B5EF4-FFF2-40B4-BE49-F238E27FC236}">
                    <a16:creationId xmlns:a16="http://schemas.microsoft.com/office/drawing/2014/main" id="{8ACB260B-5130-A7C0-D074-374147DE992E}"/>
                  </a:ext>
                </a:extLst>
              </p:cNvPr>
              <p:cNvSpPr/>
              <p:nvPr/>
            </p:nvSpPr>
            <p:spPr bwMode="gray">
              <a:xfrm>
                <a:off x="548639" y="5537577"/>
                <a:ext cx="2667635" cy="213218"/>
              </a:xfrm>
              <a:prstGeom prst="rect">
                <a:avLst/>
              </a:prstGeom>
              <a:solidFill>
                <a:srgbClr val="EFA0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9" name="Rectangle 28">
                <a:extLst>
                  <a:ext uri="{FF2B5EF4-FFF2-40B4-BE49-F238E27FC236}">
                    <a16:creationId xmlns:a16="http://schemas.microsoft.com/office/drawing/2014/main" id="{D90D97F1-4994-E763-7575-9C7294D22915}"/>
                  </a:ext>
                </a:extLst>
              </p:cNvPr>
              <p:cNvSpPr/>
              <p:nvPr/>
            </p:nvSpPr>
            <p:spPr bwMode="gray">
              <a:xfrm>
                <a:off x="548639" y="5752813"/>
                <a:ext cx="2667635" cy="213218"/>
              </a:xfrm>
              <a:prstGeom prst="rect">
                <a:avLst/>
              </a:prstGeom>
              <a:solidFill>
                <a:srgbClr val="FFE6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30" name="Rectangle 29">
                <a:extLst>
                  <a:ext uri="{FF2B5EF4-FFF2-40B4-BE49-F238E27FC236}">
                    <a16:creationId xmlns:a16="http://schemas.microsoft.com/office/drawing/2014/main" id="{24DC421A-46CF-147D-E315-C11ED06596C6}"/>
                  </a:ext>
                </a:extLst>
              </p:cNvPr>
              <p:cNvSpPr/>
              <p:nvPr/>
            </p:nvSpPr>
            <p:spPr bwMode="gray">
              <a:xfrm>
                <a:off x="548639" y="5964411"/>
                <a:ext cx="2667635" cy="213218"/>
              </a:xfrm>
              <a:prstGeom prst="rect">
                <a:avLst/>
              </a:prstGeom>
              <a:solidFill>
                <a:srgbClr val="B3F2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pSp>
        <p:sp>
          <p:nvSpPr>
            <p:cNvPr id="27" name="Rectangle 26">
              <a:extLst>
                <a:ext uri="{FF2B5EF4-FFF2-40B4-BE49-F238E27FC236}">
                  <a16:creationId xmlns:a16="http://schemas.microsoft.com/office/drawing/2014/main" id="{C5650621-A00F-C333-274D-C7A743B381FA}"/>
                </a:ext>
              </a:extLst>
            </p:cNvPr>
            <p:cNvSpPr/>
            <p:nvPr/>
          </p:nvSpPr>
          <p:spPr bwMode="gray">
            <a:xfrm>
              <a:off x="4294187" y="4648757"/>
              <a:ext cx="1730374" cy="442414"/>
            </a:xfrm>
            <a:prstGeom prst="rect">
              <a:avLst/>
            </a:prstGeom>
            <a:solidFill>
              <a:srgbClr val="512E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pSp>
      <p:sp>
        <p:nvSpPr>
          <p:cNvPr id="34" name="Subhead 1">
            <a:extLst>
              <a:ext uri="{FF2B5EF4-FFF2-40B4-BE49-F238E27FC236}">
                <a16:creationId xmlns:a16="http://schemas.microsoft.com/office/drawing/2014/main" id="{052232CE-5162-C5BC-3B5C-E6129E74FC2C}"/>
              </a:ext>
            </a:extLst>
          </p:cNvPr>
          <p:cNvSpPr txBox="1">
            <a:spLocks/>
          </p:cNvSpPr>
          <p:nvPr userDrawn="1"/>
        </p:nvSpPr>
        <p:spPr bwMode="gray">
          <a:xfrm>
            <a:off x="7094973" y="938169"/>
            <a:ext cx="800175" cy="247309"/>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mj-cs"/>
              </a:rPr>
              <a:t>Pearson Purple</a:t>
            </a:r>
          </a:p>
        </p:txBody>
      </p:sp>
      <p:cxnSp>
        <p:nvCxnSpPr>
          <p:cNvPr id="35" name="Straight Connector 34">
            <a:extLst>
              <a:ext uri="{FF2B5EF4-FFF2-40B4-BE49-F238E27FC236}">
                <a16:creationId xmlns:a16="http://schemas.microsoft.com/office/drawing/2014/main" id="{A876E7CF-68A5-1193-2438-A9FFF99E4169}"/>
              </a:ext>
              <a:ext uri="{C183D7F6-B498-43B3-948B-1728B52AA6E4}">
                <adec:decorative xmlns:adec="http://schemas.microsoft.com/office/drawing/2017/decorative" val="1"/>
              </a:ext>
            </a:extLst>
          </p:cNvPr>
          <p:cNvCxnSpPr>
            <a:cxnSpLocks/>
          </p:cNvCxnSpPr>
          <p:nvPr userDrawn="1"/>
        </p:nvCxnSpPr>
        <p:spPr bwMode="gray">
          <a:xfrm>
            <a:off x="7094972" y="1185478"/>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36" name="Swatch 1">
            <a:extLst>
              <a:ext uri="{FF2B5EF4-FFF2-40B4-BE49-F238E27FC236}">
                <a16:creationId xmlns:a16="http://schemas.microsoft.com/office/drawing/2014/main" id="{1CE9060D-0348-F49D-2593-609CB6832DD0}"/>
              </a:ext>
              <a:ext uri="{C183D7F6-B498-43B3-948B-1728B52AA6E4}">
                <adec:decorative xmlns:adec="http://schemas.microsoft.com/office/drawing/2017/decorative" val="1"/>
              </a:ext>
            </a:extLst>
          </p:cNvPr>
          <p:cNvSpPr/>
          <p:nvPr userDrawn="1"/>
        </p:nvSpPr>
        <p:spPr bwMode="gray">
          <a:xfrm>
            <a:off x="7094972" y="1270515"/>
            <a:ext cx="800175" cy="244360"/>
          </a:xfrm>
          <a:prstGeom prst="rect">
            <a:avLst/>
          </a:prstGeom>
          <a:solidFill>
            <a:srgbClr val="0D00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mj-lt"/>
                <a:ea typeface="+mn-ea"/>
                <a:cs typeface="Segoe UI" panose="020B0502040204020203" pitchFamily="34" charset="0"/>
              </a:rPr>
              <a:t>Text</a:t>
            </a:r>
          </a:p>
        </p:txBody>
      </p:sp>
      <p:sp>
        <p:nvSpPr>
          <p:cNvPr id="37" name="Color 1">
            <a:extLst>
              <a:ext uri="{FF2B5EF4-FFF2-40B4-BE49-F238E27FC236}">
                <a16:creationId xmlns:a16="http://schemas.microsoft.com/office/drawing/2014/main" id="{4E5B2A94-D280-1CEA-36AD-3DC041FD9E6A}"/>
              </a:ext>
            </a:extLst>
          </p:cNvPr>
          <p:cNvSpPr txBox="1">
            <a:spLocks/>
          </p:cNvSpPr>
          <p:nvPr userDrawn="1"/>
        </p:nvSpPr>
        <p:spPr bwMode="gray">
          <a:xfrm>
            <a:off x="8029411" y="1270516"/>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dirty="0">
                <a:ln>
                  <a:noFill/>
                </a:ln>
                <a:solidFill>
                  <a:srgbClr val="0D004D"/>
                </a:solidFill>
                <a:effectLst/>
                <a:uLnTx/>
                <a:uFillTx/>
                <a:latin typeface="+mj-lt"/>
                <a:ea typeface="+mj-ea"/>
                <a:cs typeface="Segoe UI" panose="020B0502040204020203" pitchFamily="34" charset="0"/>
              </a:rPr>
              <a:t>Pearson Purple</a:t>
            </a:r>
          </a:p>
        </p:txBody>
      </p:sp>
      <p:sp>
        <p:nvSpPr>
          <p:cNvPr id="38" name="HEX 1">
            <a:extLst>
              <a:ext uri="{FF2B5EF4-FFF2-40B4-BE49-F238E27FC236}">
                <a16:creationId xmlns:a16="http://schemas.microsoft.com/office/drawing/2014/main" id="{0C326F51-2D19-C1F1-E825-5F7E224F9F3B}"/>
              </a:ext>
            </a:extLst>
          </p:cNvPr>
          <p:cNvSpPr txBox="1">
            <a:spLocks/>
          </p:cNvSpPr>
          <p:nvPr userDrawn="1"/>
        </p:nvSpPr>
        <p:spPr bwMode="gray">
          <a:xfrm>
            <a:off x="8971017" y="1270516"/>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#0D004D</a:t>
            </a:r>
          </a:p>
        </p:txBody>
      </p:sp>
      <p:sp>
        <p:nvSpPr>
          <p:cNvPr id="39" name="RGB 1">
            <a:extLst>
              <a:ext uri="{FF2B5EF4-FFF2-40B4-BE49-F238E27FC236}">
                <a16:creationId xmlns:a16="http://schemas.microsoft.com/office/drawing/2014/main" id="{629845AA-E2D2-0003-4C13-6046322A95E0}"/>
              </a:ext>
            </a:extLst>
          </p:cNvPr>
          <p:cNvSpPr txBox="1">
            <a:spLocks/>
          </p:cNvSpPr>
          <p:nvPr userDrawn="1"/>
        </p:nvSpPr>
        <p:spPr bwMode="gray">
          <a:xfrm>
            <a:off x="9765449" y="1270516"/>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R13 G0 B77</a:t>
            </a:r>
          </a:p>
        </p:txBody>
      </p:sp>
      <p:sp>
        <p:nvSpPr>
          <p:cNvPr id="40" name="Subhead 2">
            <a:extLst>
              <a:ext uri="{FF2B5EF4-FFF2-40B4-BE49-F238E27FC236}">
                <a16:creationId xmlns:a16="http://schemas.microsoft.com/office/drawing/2014/main" id="{D69037FD-5176-4397-664D-2A2294443715}"/>
              </a:ext>
            </a:extLst>
          </p:cNvPr>
          <p:cNvSpPr txBox="1">
            <a:spLocks/>
          </p:cNvSpPr>
          <p:nvPr userDrawn="1"/>
        </p:nvSpPr>
        <p:spPr bwMode="gray">
          <a:xfrm>
            <a:off x="7094973" y="1774883"/>
            <a:ext cx="800175" cy="247309"/>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mj-cs"/>
              </a:rPr>
              <a:t>Primary Colors</a:t>
            </a:r>
          </a:p>
        </p:txBody>
      </p:sp>
      <p:cxnSp>
        <p:nvCxnSpPr>
          <p:cNvPr id="41" name="Straight Connector 40">
            <a:extLst>
              <a:ext uri="{FF2B5EF4-FFF2-40B4-BE49-F238E27FC236}">
                <a16:creationId xmlns:a16="http://schemas.microsoft.com/office/drawing/2014/main" id="{18890CAB-CB18-F8DC-DA2B-77F8A906FF73}"/>
              </a:ext>
              <a:ext uri="{C183D7F6-B498-43B3-948B-1728B52AA6E4}">
                <adec:decorative xmlns:adec="http://schemas.microsoft.com/office/drawing/2017/decorative" val="1"/>
              </a:ext>
            </a:extLst>
          </p:cNvPr>
          <p:cNvCxnSpPr>
            <a:cxnSpLocks/>
          </p:cNvCxnSpPr>
          <p:nvPr userDrawn="1"/>
        </p:nvCxnSpPr>
        <p:spPr bwMode="gray">
          <a:xfrm>
            <a:off x="7094972" y="2022019"/>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42" name="Swatch 2">
            <a:extLst>
              <a:ext uri="{FF2B5EF4-FFF2-40B4-BE49-F238E27FC236}">
                <a16:creationId xmlns:a16="http://schemas.microsoft.com/office/drawing/2014/main" id="{B4CC379D-2B26-06C3-B433-AC2F54D6A098}"/>
              </a:ext>
              <a:ext uri="{C183D7F6-B498-43B3-948B-1728B52AA6E4}">
                <adec:decorative xmlns:adec="http://schemas.microsoft.com/office/drawing/2017/decorative" val="1"/>
              </a:ext>
            </a:extLst>
          </p:cNvPr>
          <p:cNvSpPr/>
          <p:nvPr userDrawn="1"/>
        </p:nvSpPr>
        <p:spPr bwMode="gray">
          <a:xfrm>
            <a:off x="7094972" y="2082882"/>
            <a:ext cx="800175" cy="244360"/>
          </a:xfrm>
          <a:prstGeom prst="rect">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Text</a:t>
            </a:r>
          </a:p>
        </p:txBody>
      </p:sp>
      <p:sp>
        <p:nvSpPr>
          <p:cNvPr id="43" name="Color 2">
            <a:extLst>
              <a:ext uri="{FF2B5EF4-FFF2-40B4-BE49-F238E27FC236}">
                <a16:creationId xmlns:a16="http://schemas.microsoft.com/office/drawing/2014/main" id="{ACEB3293-F257-0271-2A15-9E55FE2F8444}"/>
              </a:ext>
            </a:extLst>
          </p:cNvPr>
          <p:cNvSpPr txBox="1">
            <a:spLocks/>
          </p:cNvSpPr>
          <p:nvPr userDrawn="1"/>
        </p:nvSpPr>
        <p:spPr bwMode="gray">
          <a:xfrm>
            <a:off x="8029411" y="2082883"/>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Light Purple</a:t>
            </a:r>
          </a:p>
        </p:txBody>
      </p:sp>
      <p:sp>
        <p:nvSpPr>
          <p:cNvPr id="44" name="HEX 2">
            <a:extLst>
              <a:ext uri="{FF2B5EF4-FFF2-40B4-BE49-F238E27FC236}">
                <a16:creationId xmlns:a16="http://schemas.microsoft.com/office/drawing/2014/main" id="{73A8D1E7-C90F-3253-DDE2-ED90603FBD48}"/>
              </a:ext>
            </a:extLst>
          </p:cNvPr>
          <p:cNvSpPr txBox="1">
            <a:spLocks/>
          </p:cNvSpPr>
          <p:nvPr userDrawn="1"/>
        </p:nvSpPr>
        <p:spPr bwMode="gray">
          <a:xfrm>
            <a:off x="8971017" y="2082883"/>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#C1BFFF</a:t>
            </a:r>
          </a:p>
        </p:txBody>
      </p:sp>
      <p:sp>
        <p:nvSpPr>
          <p:cNvPr id="45" name="RGB 2">
            <a:extLst>
              <a:ext uri="{FF2B5EF4-FFF2-40B4-BE49-F238E27FC236}">
                <a16:creationId xmlns:a16="http://schemas.microsoft.com/office/drawing/2014/main" id="{57F1D5CE-12CB-EC70-9F7A-958836867956}"/>
              </a:ext>
            </a:extLst>
          </p:cNvPr>
          <p:cNvSpPr txBox="1">
            <a:spLocks/>
          </p:cNvSpPr>
          <p:nvPr userDrawn="1"/>
        </p:nvSpPr>
        <p:spPr bwMode="gray">
          <a:xfrm>
            <a:off x="9765449" y="2082883"/>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R193 G191 B255</a:t>
            </a:r>
          </a:p>
        </p:txBody>
      </p:sp>
      <p:cxnSp>
        <p:nvCxnSpPr>
          <p:cNvPr id="46" name="Straight Connector 45">
            <a:extLst>
              <a:ext uri="{FF2B5EF4-FFF2-40B4-BE49-F238E27FC236}">
                <a16:creationId xmlns:a16="http://schemas.microsoft.com/office/drawing/2014/main" id="{5B0E85AD-5A5F-1607-2BD4-344A8FD66C96}"/>
              </a:ext>
              <a:ext uri="{C183D7F6-B498-43B3-948B-1728B52AA6E4}">
                <adec:decorative xmlns:adec="http://schemas.microsoft.com/office/drawing/2017/decorative" val="1"/>
              </a:ext>
            </a:extLst>
          </p:cNvPr>
          <p:cNvCxnSpPr>
            <a:cxnSpLocks/>
          </p:cNvCxnSpPr>
          <p:nvPr userDrawn="1"/>
        </p:nvCxnSpPr>
        <p:spPr bwMode="gray">
          <a:xfrm>
            <a:off x="7094972" y="2390083"/>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47" name="Swatch 3">
            <a:extLst>
              <a:ext uri="{FF2B5EF4-FFF2-40B4-BE49-F238E27FC236}">
                <a16:creationId xmlns:a16="http://schemas.microsoft.com/office/drawing/2014/main" id="{FACD8218-F95B-1BD2-E107-E86FF79E5167}"/>
              </a:ext>
              <a:ext uri="{C183D7F6-B498-43B3-948B-1728B52AA6E4}">
                <adec:decorative xmlns:adec="http://schemas.microsoft.com/office/drawing/2017/decorative" val="1"/>
              </a:ext>
            </a:extLst>
          </p:cNvPr>
          <p:cNvSpPr/>
          <p:nvPr userDrawn="1"/>
        </p:nvSpPr>
        <p:spPr bwMode="gray">
          <a:xfrm>
            <a:off x="7094972" y="2453362"/>
            <a:ext cx="800175" cy="24436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D004D"/>
              </a:solidFill>
              <a:effectLst/>
              <a:uLnTx/>
              <a:uFillTx/>
              <a:latin typeface="+mj-lt"/>
              <a:ea typeface="+mn-ea"/>
              <a:cs typeface="+mn-cs"/>
            </a:endParaRPr>
          </a:p>
        </p:txBody>
      </p:sp>
      <p:sp>
        <p:nvSpPr>
          <p:cNvPr id="48" name="Color 3">
            <a:extLst>
              <a:ext uri="{FF2B5EF4-FFF2-40B4-BE49-F238E27FC236}">
                <a16:creationId xmlns:a16="http://schemas.microsoft.com/office/drawing/2014/main" id="{34D8ACCD-355F-B4F3-9DCC-9D2063A75624}"/>
              </a:ext>
            </a:extLst>
          </p:cNvPr>
          <p:cNvSpPr txBox="1">
            <a:spLocks/>
          </p:cNvSpPr>
          <p:nvPr userDrawn="1"/>
        </p:nvSpPr>
        <p:spPr bwMode="gray">
          <a:xfrm>
            <a:off x="8029411" y="2453363"/>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Mist Purple</a:t>
            </a:r>
          </a:p>
        </p:txBody>
      </p:sp>
      <p:sp>
        <p:nvSpPr>
          <p:cNvPr id="49" name="HEX 3">
            <a:extLst>
              <a:ext uri="{FF2B5EF4-FFF2-40B4-BE49-F238E27FC236}">
                <a16:creationId xmlns:a16="http://schemas.microsoft.com/office/drawing/2014/main" id="{38604BEF-9E86-68CE-5660-C6AD4EB471BB}"/>
              </a:ext>
            </a:extLst>
          </p:cNvPr>
          <p:cNvSpPr txBox="1">
            <a:spLocks/>
          </p:cNvSpPr>
          <p:nvPr userDrawn="1"/>
        </p:nvSpPr>
        <p:spPr bwMode="gray">
          <a:xfrm>
            <a:off x="8971017" y="2453363"/>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#EDECF6</a:t>
            </a:r>
          </a:p>
        </p:txBody>
      </p:sp>
      <p:sp>
        <p:nvSpPr>
          <p:cNvPr id="50" name="RGB 3">
            <a:extLst>
              <a:ext uri="{FF2B5EF4-FFF2-40B4-BE49-F238E27FC236}">
                <a16:creationId xmlns:a16="http://schemas.microsoft.com/office/drawing/2014/main" id="{0D9BE44A-C2D2-7CCF-0B49-2E8C1EBB1751}"/>
              </a:ext>
            </a:extLst>
          </p:cNvPr>
          <p:cNvSpPr txBox="1">
            <a:spLocks/>
          </p:cNvSpPr>
          <p:nvPr userDrawn="1"/>
        </p:nvSpPr>
        <p:spPr bwMode="gray">
          <a:xfrm>
            <a:off x="9765449" y="2453363"/>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R237 G236 B246</a:t>
            </a:r>
          </a:p>
        </p:txBody>
      </p:sp>
      <p:sp>
        <p:nvSpPr>
          <p:cNvPr id="51" name="Subhead 3">
            <a:extLst>
              <a:ext uri="{FF2B5EF4-FFF2-40B4-BE49-F238E27FC236}">
                <a16:creationId xmlns:a16="http://schemas.microsoft.com/office/drawing/2014/main" id="{FD988E66-8E42-9FBF-A57A-BE979756051D}"/>
              </a:ext>
            </a:extLst>
          </p:cNvPr>
          <p:cNvSpPr txBox="1">
            <a:spLocks/>
          </p:cNvSpPr>
          <p:nvPr userDrawn="1"/>
        </p:nvSpPr>
        <p:spPr bwMode="gray">
          <a:xfrm>
            <a:off x="7094973" y="2931330"/>
            <a:ext cx="1115200" cy="247309"/>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Secondary Color</a:t>
            </a:r>
          </a:p>
        </p:txBody>
      </p:sp>
      <p:cxnSp>
        <p:nvCxnSpPr>
          <p:cNvPr id="52" name="Straight Connector 51">
            <a:extLst>
              <a:ext uri="{FF2B5EF4-FFF2-40B4-BE49-F238E27FC236}">
                <a16:creationId xmlns:a16="http://schemas.microsoft.com/office/drawing/2014/main" id="{776F1FEA-33F7-7BB2-7EE0-A8C1A473891F}"/>
              </a:ext>
              <a:ext uri="{C183D7F6-B498-43B3-948B-1728B52AA6E4}">
                <adec:decorative xmlns:adec="http://schemas.microsoft.com/office/drawing/2017/decorative" val="1"/>
              </a:ext>
            </a:extLst>
          </p:cNvPr>
          <p:cNvCxnSpPr>
            <a:cxnSpLocks/>
          </p:cNvCxnSpPr>
          <p:nvPr userDrawn="1"/>
        </p:nvCxnSpPr>
        <p:spPr bwMode="gray">
          <a:xfrm>
            <a:off x="7094972" y="3179215"/>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53" name="Swatch 4">
            <a:extLst>
              <a:ext uri="{FF2B5EF4-FFF2-40B4-BE49-F238E27FC236}">
                <a16:creationId xmlns:a16="http://schemas.microsoft.com/office/drawing/2014/main" id="{2A7595F5-D95F-C513-5A14-0B713B2A3BE1}"/>
              </a:ext>
              <a:ext uri="{C183D7F6-B498-43B3-948B-1728B52AA6E4}">
                <adec:decorative xmlns:adec="http://schemas.microsoft.com/office/drawing/2017/decorative" val="1"/>
              </a:ext>
            </a:extLst>
          </p:cNvPr>
          <p:cNvSpPr/>
          <p:nvPr userDrawn="1"/>
        </p:nvSpPr>
        <p:spPr bwMode="gray">
          <a:xfrm>
            <a:off x="7094972" y="3243212"/>
            <a:ext cx="800175" cy="244360"/>
          </a:xfrm>
          <a:prstGeom prst="rect">
            <a:avLst/>
          </a:prstGeom>
          <a:solidFill>
            <a:srgbClr val="512E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Text</a:t>
            </a:r>
          </a:p>
        </p:txBody>
      </p:sp>
      <p:sp>
        <p:nvSpPr>
          <p:cNvPr id="54" name="Color 4">
            <a:extLst>
              <a:ext uri="{FF2B5EF4-FFF2-40B4-BE49-F238E27FC236}">
                <a16:creationId xmlns:a16="http://schemas.microsoft.com/office/drawing/2014/main" id="{6DDE742A-49BE-D347-177C-8E62614B8298}"/>
              </a:ext>
            </a:extLst>
          </p:cNvPr>
          <p:cNvSpPr txBox="1">
            <a:spLocks/>
          </p:cNvSpPr>
          <p:nvPr userDrawn="1"/>
        </p:nvSpPr>
        <p:spPr bwMode="gray">
          <a:xfrm>
            <a:off x="8029411" y="3243213"/>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Amethyst</a:t>
            </a:r>
          </a:p>
        </p:txBody>
      </p:sp>
      <p:sp>
        <p:nvSpPr>
          <p:cNvPr id="87" name="HEX 4">
            <a:extLst>
              <a:ext uri="{FF2B5EF4-FFF2-40B4-BE49-F238E27FC236}">
                <a16:creationId xmlns:a16="http://schemas.microsoft.com/office/drawing/2014/main" id="{F542E182-5F51-1965-B10D-509006FFC9C8}"/>
              </a:ext>
            </a:extLst>
          </p:cNvPr>
          <p:cNvSpPr txBox="1">
            <a:spLocks/>
          </p:cNvSpPr>
          <p:nvPr userDrawn="1"/>
        </p:nvSpPr>
        <p:spPr bwMode="gray">
          <a:xfrm>
            <a:off x="8971017" y="3243213"/>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#512EAB</a:t>
            </a:r>
          </a:p>
        </p:txBody>
      </p:sp>
      <p:sp>
        <p:nvSpPr>
          <p:cNvPr id="88" name="RGB 4">
            <a:extLst>
              <a:ext uri="{FF2B5EF4-FFF2-40B4-BE49-F238E27FC236}">
                <a16:creationId xmlns:a16="http://schemas.microsoft.com/office/drawing/2014/main" id="{3F6DED43-FE9A-C5E4-DB90-7CC689EDEEA0}"/>
              </a:ext>
            </a:extLst>
          </p:cNvPr>
          <p:cNvSpPr txBox="1">
            <a:spLocks/>
          </p:cNvSpPr>
          <p:nvPr userDrawn="1"/>
        </p:nvSpPr>
        <p:spPr bwMode="gray">
          <a:xfrm>
            <a:off x="9765449" y="3243213"/>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R81 G46 B171</a:t>
            </a:r>
          </a:p>
        </p:txBody>
      </p:sp>
      <p:sp>
        <p:nvSpPr>
          <p:cNvPr id="89" name="Subhead 4">
            <a:extLst>
              <a:ext uri="{FF2B5EF4-FFF2-40B4-BE49-F238E27FC236}">
                <a16:creationId xmlns:a16="http://schemas.microsoft.com/office/drawing/2014/main" id="{5AC652B5-AA78-9A4A-E79F-91EAB159650A}"/>
              </a:ext>
            </a:extLst>
          </p:cNvPr>
          <p:cNvSpPr txBox="1">
            <a:spLocks/>
          </p:cNvSpPr>
          <p:nvPr userDrawn="1"/>
        </p:nvSpPr>
        <p:spPr bwMode="gray">
          <a:xfrm>
            <a:off x="7094973" y="3630577"/>
            <a:ext cx="800175" cy="247309"/>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Accent Colors</a:t>
            </a:r>
          </a:p>
        </p:txBody>
      </p:sp>
      <p:cxnSp>
        <p:nvCxnSpPr>
          <p:cNvPr id="90" name="Straight Connector 89">
            <a:extLst>
              <a:ext uri="{FF2B5EF4-FFF2-40B4-BE49-F238E27FC236}">
                <a16:creationId xmlns:a16="http://schemas.microsoft.com/office/drawing/2014/main" id="{788D7C84-EBBC-CB3B-6524-487DBC32AB08}"/>
              </a:ext>
              <a:ext uri="{C183D7F6-B498-43B3-948B-1728B52AA6E4}">
                <adec:decorative xmlns:adec="http://schemas.microsoft.com/office/drawing/2017/decorative" val="1"/>
              </a:ext>
            </a:extLst>
          </p:cNvPr>
          <p:cNvCxnSpPr>
            <a:cxnSpLocks/>
          </p:cNvCxnSpPr>
          <p:nvPr userDrawn="1"/>
        </p:nvCxnSpPr>
        <p:spPr bwMode="gray">
          <a:xfrm>
            <a:off x="7094972" y="3873368"/>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91" name="Swatch 5">
            <a:extLst>
              <a:ext uri="{FF2B5EF4-FFF2-40B4-BE49-F238E27FC236}">
                <a16:creationId xmlns:a16="http://schemas.microsoft.com/office/drawing/2014/main" id="{BEF4A4E1-1162-A7E7-88E3-433E97DC2935}"/>
              </a:ext>
              <a:ext uri="{C183D7F6-B498-43B3-948B-1728B52AA6E4}">
                <adec:decorative xmlns:adec="http://schemas.microsoft.com/office/drawing/2017/decorative" val="1"/>
              </a:ext>
            </a:extLst>
          </p:cNvPr>
          <p:cNvSpPr/>
          <p:nvPr userDrawn="1"/>
        </p:nvSpPr>
        <p:spPr bwMode="gray">
          <a:xfrm>
            <a:off x="7094972" y="3949014"/>
            <a:ext cx="800175" cy="244360"/>
          </a:xfrm>
          <a:prstGeom prst="rect">
            <a:avLst/>
          </a:prstGeom>
          <a:solidFill>
            <a:srgbClr val="DF41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j-lt"/>
              <a:ea typeface="+mn-ea"/>
              <a:cs typeface="+mn-cs"/>
            </a:endParaRPr>
          </a:p>
        </p:txBody>
      </p:sp>
      <p:sp>
        <p:nvSpPr>
          <p:cNvPr id="92" name="Color 5">
            <a:extLst>
              <a:ext uri="{FF2B5EF4-FFF2-40B4-BE49-F238E27FC236}">
                <a16:creationId xmlns:a16="http://schemas.microsoft.com/office/drawing/2014/main" id="{54026D56-DAC2-8B2F-6587-ACF45F5EB602}"/>
              </a:ext>
            </a:extLst>
          </p:cNvPr>
          <p:cNvSpPr txBox="1">
            <a:spLocks/>
          </p:cNvSpPr>
          <p:nvPr userDrawn="1"/>
        </p:nvSpPr>
        <p:spPr bwMode="gray">
          <a:xfrm>
            <a:off x="8029411" y="3949015"/>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Fuchsia</a:t>
            </a:r>
          </a:p>
        </p:txBody>
      </p:sp>
      <p:sp>
        <p:nvSpPr>
          <p:cNvPr id="93" name="HEX 5">
            <a:extLst>
              <a:ext uri="{FF2B5EF4-FFF2-40B4-BE49-F238E27FC236}">
                <a16:creationId xmlns:a16="http://schemas.microsoft.com/office/drawing/2014/main" id="{EDA6BE34-41F3-7F94-7DE7-428BD2FCFD5E}"/>
              </a:ext>
            </a:extLst>
          </p:cNvPr>
          <p:cNvSpPr txBox="1">
            <a:spLocks/>
          </p:cNvSpPr>
          <p:nvPr userDrawn="1"/>
        </p:nvSpPr>
        <p:spPr bwMode="gray">
          <a:xfrm>
            <a:off x="8971017" y="3949015"/>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#DF41CF</a:t>
            </a:r>
          </a:p>
        </p:txBody>
      </p:sp>
      <p:sp>
        <p:nvSpPr>
          <p:cNvPr id="94" name="RGB 5">
            <a:extLst>
              <a:ext uri="{FF2B5EF4-FFF2-40B4-BE49-F238E27FC236}">
                <a16:creationId xmlns:a16="http://schemas.microsoft.com/office/drawing/2014/main" id="{10CD26E1-6DCF-69A1-DF8B-7CEC9809054D}"/>
              </a:ext>
            </a:extLst>
          </p:cNvPr>
          <p:cNvSpPr txBox="1">
            <a:spLocks/>
          </p:cNvSpPr>
          <p:nvPr userDrawn="1"/>
        </p:nvSpPr>
        <p:spPr bwMode="gray">
          <a:xfrm>
            <a:off x="9765449" y="3949015"/>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R223 G65 B207</a:t>
            </a:r>
          </a:p>
        </p:txBody>
      </p:sp>
      <p:cxnSp>
        <p:nvCxnSpPr>
          <p:cNvPr id="95" name="Straight Connector 94">
            <a:extLst>
              <a:ext uri="{FF2B5EF4-FFF2-40B4-BE49-F238E27FC236}">
                <a16:creationId xmlns:a16="http://schemas.microsoft.com/office/drawing/2014/main" id="{32C27058-4373-9F93-D21F-C50BC41AA53C}"/>
              </a:ext>
              <a:ext uri="{C183D7F6-B498-43B3-948B-1728B52AA6E4}">
                <adec:decorative xmlns:adec="http://schemas.microsoft.com/office/drawing/2017/decorative" val="1"/>
              </a:ext>
            </a:extLst>
          </p:cNvPr>
          <p:cNvCxnSpPr>
            <a:cxnSpLocks/>
          </p:cNvCxnSpPr>
          <p:nvPr userDrawn="1"/>
        </p:nvCxnSpPr>
        <p:spPr bwMode="gray">
          <a:xfrm>
            <a:off x="7094972" y="4241432"/>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96" name="Swatch 6">
            <a:extLst>
              <a:ext uri="{FF2B5EF4-FFF2-40B4-BE49-F238E27FC236}">
                <a16:creationId xmlns:a16="http://schemas.microsoft.com/office/drawing/2014/main" id="{7C86E24B-E2BE-76AA-03CE-9C5C01AE70CC}"/>
              </a:ext>
              <a:ext uri="{C183D7F6-B498-43B3-948B-1728B52AA6E4}">
                <adec:decorative xmlns:adec="http://schemas.microsoft.com/office/drawing/2017/decorative" val="1"/>
              </a:ext>
            </a:extLst>
          </p:cNvPr>
          <p:cNvSpPr/>
          <p:nvPr userDrawn="1"/>
        </p:nvSpPr>
        <p:spPr bwMode="gray">
          <a:xfrm>
            <a:off x="7094972" y="4315200"/>
            <a:ext cx="800175" cy="244360"/>
          </a:xfrm>
          <a:prstGeom prst="rect">
            <a:avLst/>
          </a:prstGeom>
          <a:solidFill>
            <a:srgbClr val="EFA0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j-lt"/>
              <a:ea typeface="+mn-ea"/>
              <a:cs typeface="+mn-cs"/>
            </a:endParaRPr>
          </a:p>
        </p:txBody>
      </p:sp>
      <p:sp>
        <p:nvSpPr>
          <p:cNvPr id="97" name="Color 6">
            <a:extLst>
              <a:ext uri="{FF2B5EF4-FFF2-40B4-BE49-F238E27FC236}">
                <a16:creationId xmlns:a16="http://schemas.microsoft.com/office/drawing/2014/main" id="{71DDD714-C6DA-67F6-FDBF-E1958DC9B9EF}"/>
              </a:ext>
            </a:extLst>
          </p:cNvPr>
          <p:cNvSpPr txBox="1">
            <a:spLocks/>
          </p:cNvSpPr>
          <p:nvPr userDrawn="1"/>
        </p:nvSpPr>
        <p:spPr bwMode="gray">
          <a:xfrm>
            <a:off x="8029411" y="4315201"/>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Fuchsia Tint</a:t>
            </a:r>
          </a:p>
        </p:txBody>
      </p:sp>
      <p:sp>
        <p:nvSpPr>
          <p:cNvPr id="98" name="HEX 6">
            <a:extLst>
              <a:ext uri="{FF2B5EF4-FFF2-40B4-BE49-F238E27FC236}">
                <a16:creationId xmlns:a16="http://schemas.microsoft.com/office/drawing/2014/main" id="{E499438C-EB29-960E-E878-6C9218A27FB3}"/>
              </a:ext>
            </a:extLst>
          </p:cNvPr>
          <p:cNvSpPr txBox="1">
            <a:spLocks/>
          </p:cNvSpPr>
          <p:nvPr userDrawn="1"/>
        </p:nvSpPr>
        <p:spPr bwMode="gray">
          <a:xfrm>
            <a:off x="8971017" y="4315201"/>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#EFA0E7</a:t>
            </a:r>
          </a:p>
        </p:txBody>
      </p:sp>
      <p:sp>
        <p:nvSpPr>
          <p:cNvPr id="99" name="RGB 6">
            <a:extLst>
              <a:ext uri="{FF2B5EF4-FFF2-40B4-BE49-F238E27FC236}">
                <a16:creationId xmlns:a16="http://schemas.microsoft.com/office/drawing/2014/main" id="{7D970AEE-B073-0324-E1E7-5449620DE0F7}"/>
              </a:ext>
            </a:extLst>
          </p:cNvPr>
          <p:cNvSpPr txBox="1">
            <a:spLocks/>
          </p:cNvSpPr>
          <p:nvPr userDrawn="1"/>
        </p:nvSpPr>
        <p:spPr bwMode="gray">
          <a:xfrm>
            <a:off x="9765449" y="4315201"/>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R239 G160 B231</a:t>
            </a:r>
          </a:p>
        </p:txBody>
      </p:sp>
      <p:cxnSp>
        <p:nvCxnSpPr>
          <p:cNvPr id="100" name="Straight Connector 99">
            <a:extLst>
              <a:ext uri="{FF2B5EF4-FFF2-40B4-BE49-F238E27FC236}">
                <a16:creationId xmlns:a16="http://schemas.microsoft.com/office/drawing/2014/main" id="{1A7028D4-40D0-AEAD-07EF-1A36B2DB43DB}"/>
              </a:ext>
              <a:ext uri="{C183D7F6-B498-43B3-948B-1728B52AA6E4}">
                <adec:decorative xmlns:adec="http://schemas.microsoft.com/office/drawing/2017/decorative" val="1"/>
              </a:ext>
            </a:extLst>
          </p:cNvPr>
          <p:cNvCxnSpPr>
            <a:cxnSpLocks/>
          </p:cNvCxnSpPr>
          <p:nvPr userDrawn="1"/>
        </p:nvCxnSpPr>
        <p:spPr bwMode="gray">
          <a:xfrm>
            <a:off x="7094972" y="4609496"/>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101" name="Swatch 7">
            <a:extLst>
              <a:ext uri="{FF2B5EF4-FFF2-40B4-BE49-F238E27FC236}">
                <a16:creationId xmlns:a16="http://schemas.microsoft.com/office/drawing/2014/main" id="{A79C73E4-4B4D-4C09-6F99-B9E7D0F57209}"/>
              </a:ext>
              <a:ext uri="{C183D7F6-B498-43B3-948B-1728B52AA6E4}">
                <adec:decorative xmlns:adec="http://schemas.microsoft.com/office/drawing/2017/decorative" val="1"/>
              </a:ext>
            </a:extLst>
          </p:cNvPr>
          <p:cNvSpPr/>
          <p:nvPr userDrawn="1"/>
        </p:nvSpPr>
        <p:spPr bwMode="gray">
          <a:xfrm>
            <a:off x="7094972" y="4681386"/>
            <a:ext cx="800175" cy="244360"/>
          </a:xfrm>
          <a:prstGeom prst="rect">
            <a:avLst/>
          </a:prstGeom>
          <a:solidFill>
            <a:srgbClr val="FFC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j-lt"/>
              <a:ea typeface="+mn-ea"/>
              <a:cs typeface="+mn-cs"/>
            </a:endParaRPr>
          </a:p>
        </p:txBody>
      </p:sp>
      <p:sp>
        <p:nvSpPr>
          <p:cNvPr id="102" name="Color 7">
            <a:extLst>
              <a:ext uri="{FF2B5EF4-FFF2-40B4-BE49-F238E27FC236}">
                <a16:creationId xmlns:a16="http://schemas.microsoft.com/office/drawing/2014/main" id="{4B1B38BB-DE58-A312-08F9-0A7A38180381}"/>
              </a:ext>
            </a:extLst>
          </p:cNvPr>
          <p:cNvSpPr txBox="1">
            <a:spLocks/>
          </p:cNvSpPr>
          <p:nvPr userDrawn="1"/>
        </p:nvSpPr>
        <p:spPr bwMode="gray">
          <a:xfrm>
            <a:off x="8029411" y="4681387"/>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Amber</a:t>
            </a:r>
          </a:p>
        </p:txBody>
      </p:sp>
      <p:sp>
        <p:nvSpPr>
          <p:cNvPr id="103" name="HEX 7">
            <a:extLst>
              <a:ext uri="{FF2B5EF4-FFF2-40B4-BE49-F238E27FC236}">
                <a16:creationId xmlns:a16="http://schemas.microsoft.com/office/drawing/2014/main" id="{84DE7ECA-C3C3-0836-0A59-6EB424A538A7}"/>
              </a:ext>
            </a:extLst>
          </p:cNvPr>
          <p:cNvSpPr txBox="1">
            <a:spLocks/>
          </p:cNvSpPr>
          <p:nvPr userDrawn="1"/>
        </p:nvSpPr>
        <p:spPr bwMode="gray">
          <a:xfrm>
            <a:off x="8971017" y="4681387"/>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#FFCE00</a:t>
            </a:r>
          </a:p>
        </p:txBody>
      </p:sp>
      <p:sp>
        <p:nvSpPr>
          <p:cNvPr id="104" name="RGB 7">
            <a:extLst>
              <a:ext uri="{FF2B5EF4-FFF2-40B4-BE49-F238E27FC236}">
                <a16:creationId xmlns:a16="http://schemas.microsoft.com/office/drawing/2014/main" id="{FE58B3E4-70FE-8BCE-E4CC-4FE4F914A0A1}"/>
              </a:ext>
            </a:extLst>
          </p:cNvPr>
          <p:cNvSpPr txBox="1">
            <a:spLocks/>
          </p:cNvSpPr>
          <p:nvPr userDrawn="1"/>
        </p:nvSpPr>
        <p:spPr bwMode="gray">
          <a:xfrm>
            <a:off x="9765449" y="4681387"/>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R255 G206 B0</a:t>
            </a:r>
          </a:p>
        </p:txBody>
      </p:sp>
      <p:cxnSp>
        <p:nvCxnSpPr>
          <p:cNvPr id="105" name="Straight Connector 104">
            <a:extLst>
              <a:ext uri="{FF2B5EF4-FFF2-40B4-BE49-F238E27FC236}">
                <a16:creationId xmlns:a16="http://schemas.microsoft.com/office/drawing/2014/main" id="{BE5741B2-B402-C50C-5F24-CB4A487C6803}"/>
              </a:ext>
              <a:ext uri="{C183D7F6-B498-43B3-948B-1728B52AA6E4}">
                <adec:decorative xmlns:adec="http://schemas.microsoft.com/office/drawing/2017/decorative" val="1"/>
              </a:ext>
            </a:extLst>
          </p:cNvPr>
          <p:cNvCxnSpPr>
            <a:cxnSpLocks/>
          </p:cNvCxnSpPr>
          <p:nvPr userDrawn="1"/>
        </p:nvCxnSpPr>
        <p:spPr bwMode="gray">
          <a:xfrm>
            <a:off x="7094972" y="4977560"/>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106" name="Swatch 8">
            <a:extLst>
              <a:ext uri="{FF2B5EF4-FFF2-40B4-BE49-F238E27FC236}">
                <a16:creationId xmlns:a16="http://schemas.microsoft.com/office/drawing/2014/main" id="{2D39DF79-C8B4-8F53-ECD3-90EB57EC50D0}"/>
              </a:ext>
              <a:ext uri="{C183D7F6-B498-43B3-948B-1728B52AA6E4}">
                <adec:decorative xmlns:adec="http://schemas.microsoft.com/office/drawing/2017/decorative" val="1"/>
              </a:ext>
            </a:extLst>
          </p:cNvPr>
          <p:cNvSpPr/>
          <p:nvPr userDrawn="1"/>
        </p:nvSpPr>
        <p:spPr bwMode="gray">
          <a:xfrm>
            <a:off x="7094972" y="5047573"/>
            <a:ext cx="800175" cy="244360"/>
          </a:xfrm>
          <a:prstGeom prst="rect">
            <a:avLst/>
          </a:prstGeom>
          <a:solidFill>
            <a:srgbClr val="FFE6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j-lt"/>
              <a:ea typeface="+mn-ea"/>
              <a:cs typeface="+mn-cs"/>
            </a:endParaRPr>
          </a:p>
        </p:txBody>
      </p:sp>
      <p:sp>
        <p:nvSpPr>
          <p:cNvPr id="107" name="Color 8">
            <a:extLst>
              <a:ext uri="{FF2B5EF4-FFF2-40B4-BE49-F238E27FC236}">
                <a16:creationId xmlns:a16="http://schemas.microsoft.com/office/drawing/2014/main" id="{E29B0DEF-F719-83C6-BF87-E57CC2A20C5B}"/>
              </a:ext>
            </a:extLst>
          </p:cNvPr>
          <p:cNvSpPr txBox="1">
            <a:spLocks/>
          </p:cNvSpPr>
          <p:nvPr userDrawn="1"/>
        </p:nvSpPr>
        <p:spPr bwMode="gray">
          <a:xfrm>
            <a:off x="8029411" y="5047573"/>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Amber Tint</a:t>
            </a:r>
          </a:p>
        </p:txBody>
      </p:sp>
      <p:sp>
        <p:nvSpPr>
          <p:cNvPr id="108" name="HEX 8">
            <a:extLst>
              <a:ext uri="{FF2B5EF4-FFF2-40B4-BE49-F238E27FC236}">
                <a16:creationId xmlns:a16="http://schemas.microsoft.com/office/drawing/2014/main" id="{0838F0BC-A19A-1D1E-71AF-51FDE07C631A}"/>
              </a:ext>
            </a:extLst>
          </p:cNvPr>
          <p:cNvSpPr txBox="1">
            <a:spLocks/>
          </p:cNvSpPr>
          <p:nvPr userDrawn="1"/>
        </p:nvSpPr>
        <p:spPr bwMode="gray">
          <a:xfrm>
            <a:off x="8971017" y="5047573"/>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#FFE67F</a:t>
            </a:r>
          </a:p>
        </p:txBody>
      </p:sp>
      <p:sp>
        <p:nvSpPr>
          <p:cNvPr id="109" name="RGB 8">
            <a:extLst>
              <a:ext uri="{FF2B5EF4-FFF2-40B4-BE49-F238E27FC236}">
                <a16:creationId xmlns:a16="http://schemas.microsoft.com/office/drawing/2014/main" id="{741FD6EF-0DCF-CFE0-0035-F871085B0F76}"/>
              </a:ext>
            </a:extLst>
          </p:cNvPr>
          <p:cNvSpPr txBox="1">
            <a:spLocks/>
          </p:cNvSpPr>
          <p:nvPr userDrawn="1"/>
        </p:nvSpPr>
        <p:spPr bwMode="gray">
          <a:xfrm>
            <a:off x="9765449" y="5047573"/>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R255 G230 B127</a:t>
            </a:r>
          </a:p>
        </p:txBody>
      </p:sp>
      <p:cxnSp>
        <p:nvCxnSpPr>
          <p:cNvPr id="110" name="Straight Connector 109">
            <a:extLst>
              <a:ext uri="{FF2B5EF4-FFF2-40B4-BE49-F238E27FC236}">
                <a16:creationId xmlns:a16="http://schemas.microsoft.com/office/drawing/2014/main" id="{C29F2BC4-A467-0D3B-79EB-C9AD91B93BBA}"/>
              </a:ext>
              <a:ext uri="{C183D7F6-B498-43B3-948B-1728B52AA6E4}">
                <adec:decorative xmlns:adec="http://schemas.microsoft.com/office/drawing/2017/decorative" val="1"/>
              </a:ext>
            </a:extLst>
          </p:cNvPr>
          <p:cNvCxnSpPr>
            <a:cxnSpLocks/>
          </p:cNvCxnSpPr>
          <p:nvPr userDrawn="1"/>
        </p:nvCxnSpPr>
        <p:spPr bwMode="gray">
          <a:xfrm>
            <a:off x="7094972" y="5345624"/>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111" name="Swatch 9">
            <a:extLst>
              <a:ext uri="{FF2B5EF4-FFF2-40B4-BE49-F238E27FC236}">
                <a16:creationId xmlns:a16="http://schemas.microsoft.com/office/drawing/2014/main" id="{C0E15434-6202-85AE-471F-C9ACDBF7DD05}"/>
              </a:ext>
              <a:ext uri="{C183D7F6-B498-43B3-948B-1728B52AA6E4}">
                <adec:decorative xmlns:adec="http://schemas.microsoft.com/office/drawing/2017/decorative" val="1"/>
              </a:ext>
            </a:extLst>
          </p:cNvPr>
          <p:cNvSpPr/>
          <p:nvPr userDrawn="1"/>
        </p:nvSpPr>
        <p:spPr bwMode="gray">
          <a:xfrm>
            <a:off x="7094972" y="5413759"/>
            <a:ext cx="800175" cy="244360"/>
          </a:xfrm>
          <a:prstGeom prst="rect">
            <a:avLst/>
          </a:prstGeom>
          <a:solidFill>
            <a:srgbClr val="56E2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j-lt"/>
              <a:ea typeface="+mn-ea"/>
              <a:cs typeface="+mn-cs"/>
            </a:endParaRPr>
          </a:p>
        </p:txBody>
      </p:sp>
      <p:sp>
        <p:nvSpPr>
          <p:cNvPr id="112" name="Color 9">
            <a:extLst>
              <a:ext uri="{FF2B5EF4-FFF2-40B4-BE49-F238E27FC236}">
                <a16:creationId xmlns:a16="http://schemas.microsoft.com/office/drawing/2014/main" id="{B8A6972A-2E7F-E477-088E-1D182990F567}"/>
              </a:ext>
            </a:extLst>
          </p:cNvPr>
          <p:cNvSpPr txBox="1">
            <a:spLocks/>
          </p:cNvSpPr>
          <p:nvPr userDrawn="1"/>
        </p:nvSpPr>
        <p:spPr bwMode="gray">
          <a:xfrm>
            <a:off x="8029411" y="5413759"/>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Turquoise</a:t>
            </a:r>
          </a:p>
        </p:txBody>
      </p:sp>
      <p:sp>
        <p:nvSpPr>
          <p:cNvPr id="113" name="HEX 9">
            <a:extLst>
              <a:ext uri="{FF2B5EF4-FFF2-40B4-BE49-F238E27FC236}">
                <a16:creationId xmlns:a16="http://schemas.microsoft.com/office/drawing/2014/main" id="{CD616D9B-B470-BAE8-C5B1-02ED39F926A3}"/>
              </a:ext>
            </a:extLst>
          </p:cNvPr>
          <p:cNvSpPr txBox="1">
            <a:spLocks/>
          </p:cNvSpPr>
          <p:nvPr userDrawn="1"/>
        </p:nvSpPr>
        <p:spPr bwMode="gray">
          <a:xfrm>
            <a:off x="8971017" y="5413759"/>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#56E2E1</a:t>
            </a:r>
          </a:p>
        </p:txBody>
      </p:sp>
      <p:sp>
        <p:nvSpPr>
          <p:cNvPr id="114" name="RGB 9">
            <a:extLst>
              <a:ext uri="{FF2B5EF4-FFF2-40B4-BE49-F238E27FC236}">
                <a16:creationId xmlns:a16="http://schemas.microsoft.com/office/drawing/2014/main" id="{8B0B3B02-BA99-AA2F-3F6A-2B0E0FDC0C61}"/>
              </a:ext>
            </a:extLst>
          </p:cNvPr>
          <p:cNvSpPr txBox="1">
            <a:spLocks/>
          </p:cNvSpPr>
          <p:nvPr userDrawn="1"/>
        </p:nvSpPr>
        <p:spPr bwMode="gray">
          <a:xfrm>
            <a:off x="9765449" y="5413759"/>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R86 G226 B225</a:t>
            </a:r>
          </a:p>
        </p:txBody>
      </p:sp>
      <p:cxnSp>
        <p:nvCxnSpPr>
          <p:cNvPr id="115" name="Straight Connector 114">
            <a:extLst>
              <a:ext uri="{FF2B5EF4-FFF2-40B4-BE49-F238E27FC236}">
                <a16:creationId xmlns:a16="http://schemas.microsoft.com/office/drawing/2014/main" id="{6BB486C0-4784-9AAE-CA5E-3C862F1ABA36}"/>
              </a:ext>
              <a:ext uri="{C183D7F6-B498-43B3-948B-1728B52AA6E4}">
                <adec:decorative xmlns:adec="http://schemas.microsoft.com/office/drawing/2017/decorative" val="1"/>
              </a:ext>
            </a:extLst>
          </p:cNvPr>
          <p:cNvCxnSpPr>
            <a:cxnSpLocks/>
          </p:cNvCxnSpPr>
          <p:nvPr userDrawn="1"/>
        </p:nvCxnSpPr>
        <p:spPr bwMode="gray">
          <a:xfrm>
            <a:off x="7094972" y="5713688"/>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116" name="Swatch 10">
            <a:extLst>
              <a:ext uri="{FF2B5EF4-FFF2-40B4-BE49-F238E27FC236}">
                <a16:creationId xmlns:a16="http://schemas.microsoft.com/office/drawing/2014/main" id="{4226C638-35FB-335A-2FA1-670701D45299}"/>
              </a:ext>
              <a:ext uri="{C183D7F6-B498-43B3-948B-1728B52AA6E4}">
                <adec:decorative xmlns:adec="http://schemas.microsoft.com/office/drawing/2017/decorative" val="1"/>
              </a:ext>
            </a:extLst>
          </p:cNvPr>
          <p:cNvSpPr/>
          <p:nvPr userDrawn="1"/>
        </p:nvSpPr>
        <p:spPr bwMode="gray">
          <a:xfrm>
            <a:off x="7094972" y="5779945"/>
            <a:ext cx="800175" cy="244360"/>
          </a:xfrm>
          <a:prstGeom prst="rect">
            <a:avLst/>
          </a:prstGeom>
          <a:solidFill>
            <a:srgbClr val="B3F2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j-lt"/>
              <a:ea typeface="+mn-ea"/>
              <a:cs typeface="+mn-cs"/>
            </a:endParaRPr>
          </a:p>
        </p:txBody>
      </p:sp>
      <p:sp>
        <p:nvSpPr>
          <p:cNvPr id="117" name="Color 10">
            <a:extLst>
              <a:ext uri="{FF2B5EF4-FFF2-40B4-BE49-F238E27FC236}">
                <a16:creationId xmlns:a16="http://schemas.microsoft.com/office/drawing/2014/main" id="{8421B9AB-37F9-BFE4-3696-BC62178F54E5}"/>
              </a:ext>
            </a:extLst>
          </p:cNvPr>
          <p:cNvSpPr txBox="1">
            <a:spLocks/>
          </p:cNvSpPr>
          <p:nvPr userDrawn="1"/>
        </p:nvSpPr>
        <p:spPr bwMode="gray">
          <a:xfrm>
            <a:off x="8029411" y="5779946"/>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Turquoise Tint</a:t>
            </a:r>
          </a:p>
        </p:txBody>
      </p:sp>
      <p:sp>
        <p:nvSpPr>
          <p:cNvPr id="118" name="HEX 10">
            <a:extLst>
              <a:ext uri="{FF2B5EF4-FFF2-40B4-BE49-F238E27FC236}">
                <a16:creationId xmlns:a16="http://schemas.microsoft.com/office/drawing/2014/main" id="{A326827D-F4ED-7CE5-6E66-45C9D2A03C56}"/>
              </a:ext>
            </a:extLst>
          </p:cNvPr>
          <p:cNvSpPr txBox="1">
            <a:spLocks/>
          </p:cNvSpPr>
          <p:nvPr userDrawn="1"/>
        </p:nvSpPr>
        <p:spPr bwMode="gray">
          <a:xfrm>
            <a:off x="8971017" y="5779945"/>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#B3F2F1</a:t>
            </a:r>
          </a:p>
        </p:txBody>
      </p:sp>
      <p:sp>
        <p:nvSpPr>
          <p:cNvPr id="119" name="RGB 10">
            <a:extLst>
              <a:ext uri="{FF2B5EF4-FFF2-40B4-BE49-F238E27FC236}">
                <a16:creationId xmlns:a16="http://schemas.microsoft.com/office/drawing/2014/main" id="{F9DEF901-1610-995A-2B8E-CF937E813B3A}"/>
              </a:ext>
            </a:extLst>
          </p:cNvPr>
          <p:cNvSpPr txBox="1">
            <a:spLocks/>
          </p:cNvSpPr>
          <p:nvPr userDrawn="1"/>
        </p:nvSpPr>
        <p:spPr bwMode="gray">
          <a:xfrm>
            <a:off x="9765449" y="5779945"/>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R179 G242 B241</a:t>
            </a:r>
          </a:p>
        </p:txBody>
      </p:sp>
      <p:pic>
        <p:nvPicPr>
          <p:cNvPr id="3" name="Pearson Logo" descr="Pearson Logo">
            <a:extLst>
              <a:ext uri="{FF2B5EF4-FFF2-40B4-BE49-F238E27FC236}">
                <a16:creationId xmlns:a16="http://schemas.microsoft.com/office/drawing/2014/main" id="{617D6169-AD9D-48B3-7AFE-3C1F72003378}"/>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35472057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User Guide: Data Visualization Palette">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73" name="Section">
            <a:extLst>
              <a:ext uri="{FF2B5EF4-FFF2-40B4-BE49-F238E27FC236}">
                <a16:creationId xmlns:a16="http://schemas.microsoft.com/office/drawing/2014/main" id="{577821E0-2938-E6D6-1996-765152085DAE}"/>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717057"/>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Data Visualization Palette</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496782"/>
            <a:ext cx="2345436" cy="4538893"/>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400" b="0" noProof="0" dirty="0">
                <a:latin typeface="+mj-lt"/>
                <a:cs typeface="Segoe UI" panose="020B0502040204020203" pitchFamily="34" charset="0"/>
              </a:rPr>
              <a:t>Colors to be used for data visualization stem from brand colors Turquoise, Amber, Fuchsia and Amethyst. In the event additional colors are needed due to a large number of data points, use “patterns” (i.e., cross hatch or diagonal lines) in place of creating new colors.</a:t>
            </a:r>
          </a:p>
          <a:p>
            <a:r>
              <a:rPr lang="en-US" sz="1400" b="1" noProof="0" dirty="0">
                <a:latin typeface="+mj-lt"/>
                <a:cs typeface="Segoe UI" panose="020B0502040204020203" pitchFamily="34" charset="0"/>
              </a:rPr>
              <a:t>Grayscale: </a:t>
            </a:r>
            <a:r>
              <a:rPr lang="en-US" sz="1400" b="0" noProof="0" dirty="0">
                <a:latin typeface="+mj-lt"/>
                <a:cs typeface="Segoe UI" panose="020B0502040204020203" pitchFamily="34" charset="0"/>
              </a:rPr>
              <a:t>Use increments of 20% to ensure differentiation between data points. Always separate with at least a 1px white space between values.</a:t>
            </a:r>
          </a:p>
          <a:p>
            <a:r>
              <a:rPr lang="en-US" sz="1400" b="1" noProof="0" dirty="0">
                <a:latin typeface="+mj-lt"/>
                <a:cs typeface="Segoe UI" panose="020B0502040204020203" pitchFamily="34" charset="0"/>
              </a:rPr>
              <a:t>Traffic light: </a:t>
            </a:r>
            <a:r>
              <a:rPr lang="en-US" sz="1400" b="0" noProof="0" dirty="0">
                <a:latin typeface="+mj-lt"/>
                <a:cs typeface="Segoe UI" panose="020B0502040204020203" pitchFamily="34" charset="0"/>
              </a:rPr>
              <a:t>Codes are listed at the bottom of this page. Use these for positive and negative values.</a:t>
            </a:r>
          </a:p>
          <a:p>
            <a:endParaRPr lang="en-US" sz="1400" b="0" noProof="0" dirty="0">
              <a:latin typeface="+mj-lt"/>
              <a:cs typeface="Segoe UI" panose="020B0502040204020203" pitchFamily="34" charset="0"/>
            </a:endParaRPr>
          </a:p>
        </p:txBody>
      </p:sp>
      <p:sp>
        <p:nvSpPr>
          <p:cNvPr id="10" name="Subhead 1">
            <a:extLst>
              <a:ext uri="{FF2B5EF4-FFF2-40B4-BE49-F238E27FC236}">
                <a16:creationId xmlns:a16="http://schemas.microsoft.com/office/drawing/2014/main" id="{922A121D-21BB-74B3-C165-9AC743354508}"/>
              </a:ext>
            </a:extLst>
          </p:cNvPr>
          <p:cNvSpPr txBox="1"/>
          <p:nvPr userDrawn="1"/>
        </p:nvSpPr>
        <p:spPr bwMode="gray">
          <a:xfrm>
            <a:off x="4916951" y="1373672"/>
            <a:ext cx="1131470" cy="12311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t>Data visualization</a:t>
            </a:r>
          </a:p>
        </p:txBody>
      </p:sp>
      <p:sp>
        <p:nvSpPr>
          <p:cNvPr id="20" name="Rectangle 19">
            <a:extLst>
              <a:ext uri="{FF2B5EF4-FFF2-40B4-BE49-F238E27FC236}">
                <a16:creationId xmlns:a16="http://schemas.microsoft.com/office/drawing/2014/main" id="{F54BEEDF-BD52-D6BC-016B-66034DC5F2CA}"/>
              </a:ext>
            </a:extLst>
          </p:cNvPr>
          <p:cNvSpPr/>
          <p:nvPr userDrawn="1"/>
        </p:nvSpPr>
        <p:spPr bwMode="gray">
          <a:xfrm>
            <a:off x="4916951" y="1537838"/>
            <a:ext cx="1326458" cy="576923"/>
          </a:xfrm>
          <a:prstGeom prst="rect">
            <a:avLst/>
          </a:prstGeom>
          <a:solidFill>
            <a:srgbClr val="BAF3F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t>Turquoise</a:t>
            </a:r>
            <a:b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t>Tint 01</a:t>
            </a:r>
            <a:b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t>#BAF3F2</a:t>
            </a:r>
          </a:p>
        </p:txBody>
      </p:sp>
      <p:sp>
        <p:nvSpPr>
          <p:cNvPr id="21" name="Rectangle 20">
            <a:extLst>
              <a:ext uri="{FF2B5EF4-FFF2-40B4-BE49-F238E27FC236}">
                <a16:creationId xmlns:a16="http://schemas.microsoft.com/office/drawing/2014/main" id="{C6050C11-71B5-2588-95F8-3A5CBED4D756}"/>
              </a:ext>
            </a:extLst>
          </p:cNvPr>
          <p:cNvSpPr/>
          <p:nvPr userDrawn="1"/>
        </p:nvSpPr>
        <p:spPr bwMode="gray">
          <a:xfrm>
            <a:off x="4916951" y="2114761"/>
            <a:ext cx="1326458" cy="576923"/>
          </a:xfrm>
          <a:prstGeom prst="rect">
            <a:avLst/>
          </a:prstGeom>
          <a:solidFill>
            <a:srgbClr val="9AEEED"/>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Turquoise</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Tint 02</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#9AEEED</a:t>
            </a:r>
          </a:p>
        </p:txBody>
      </p:sp>
      <p:sp>
        <p:nvSpPr>
          <p:cNvPr id="22" name="Rectangle 21">
            <a:extLst>
              <a:ext uri="{FF2B5EF4-FFF2-40B4-BE49-F238E27FC236}">
                <a16:creationId xmlns:a16="http://schemas.microsoft.com/office/drawing/2014/main" id="{65338A0C-8D08-C797-AEE8-D9AFAAB05699}"/>
              </a:ext>
            </a:extLst>
          </p:cNvPr>
          <p:cNvSpPr/>
          <p:nvPr userDrawn="1"/>
        </p:nvSpPr>
        <p:spPr bwMode="gray">
          <a:xfrm>
            <a:off x="4916951" y="2691684"/>
            <a:ext cx="1326458" cy="576923"/>
          </a:xfrm>
          <a:prstGeom prst="rect">
            <a:avLst/>
          </a:prstGeom>
          <a:solidFill>
            <a:srgbClr val="56E2E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Turquoise</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#56E2E1</a:t>
            </a:r>
          </a:p>
        </p:txBody>
      </p:sp>
      <p:sp>
        <p:nvSpPr>
          <p:cNvPr id="23" name="Rectangle 22">
            <a:extLst>
              <a:ext uri="{FF2B5EF4-FFF2-40B4-BE49-F238E27FC236}">
                <a16:creationId xmlns:a16="http://schemas.microsoft.com/office/drawing/2014/main" id="{634B3F83-AF9F-2EDA-A219-7987BA034125}"/>
              </a:ext>
            </a:extLst>
          </p:cNvPr>
          <p:cNvSpPr/>
          <p:nvPr userDrawn="1"/>
        </p:nvSpPr>
        <p:spPr bwMode="gray">
          <a:xfrm>
            <a:off x="4916951" y="3268607"/>
            <a:ext cx="1326458" cy="576923"/>
          </a:xfrm>
          <a:prstGeom prst="rect">
            <a:avLst/>
          </a:prstGeom>
          <a:solidFill>
            <a:srgbClr val="22C7C6"/>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Turquoise</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Shade 01</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#22C7C6</a:t>
            </a:r>
          </a:p>
        </p:txBody>
      </p:sp>
      <p:sp>
        <p:nvSpPr>
          <p:cNvPr id="24" name="Rectangle 23">
            <a:extLst>
              <a:ext uri="{FF2B5EF4-FFF2-40B4-BE49-F238E27FC236}">
                <a16:creationId xmlns:a16="http://schemas.microsoft.com/office/drawing/2014/main" id="{97E27F06-38E3-549C-E0DD-8C6A830146CE}"/>
              </a:ext>
            </a:extLst>
          </p:cNvPr>
          <p:cNvSpPr/>
          <p:nvPr userDrawn="1"/>
        </p:nvSpPr>
        <p:spPr bwMode="gray">
          <a:xfrm>
            <a:off x="4916951" y="3845530"/>
            <a:ext cx="1326458" cy="576923"/>
          </a:xfrm>
          <a:prstGeom prst="rect">
            <a:avLst/>
          </a:prstGeom>
          <a:solidFill>
            <a:srgbClr val="16858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Turquoise</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Shade 02</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#168584</a:t>
            </a:r>
          </a:p>
        </p:txBody>
      </p:sp>
      <p:sp>
        <p:nvSpPr>
          <p:cNvPr id="25" name="Rectangle 24">
            <a:extLst>
              <a:ext uri="{FF2B5EF4-FFF2-40B4-BE49-F238E27FC236}">
                <a16:creationId xmlns:a16="http://schemas.microsoft.com/office/drawing/2014/main" id="{A849FFB6-D110-98C2-7569-C6379C62EA1D}"/>
              </a:ext>
            </a:extLst>
          </p:cNvPr>
          <p:cNvSpPr/>
          <p:nvPr userDrawn="1"/>
        </p:nvSpPr>
        <p:spPr bwMode="gray">
          <a:xfrm>
            <a:off x="6332924" y="1537838"/>
            <a:ext cx="1326458" cy="576923"/>
          </a:xfrm>
          <a:prstGeom prst="rect">
            <a:avLst/>
          </a:prstGeom>
          <a:solidFill>
            <a:srgbClr val="FEEB99"/>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Amber</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Tint 01</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#FEEB99</a:t>
            </a:r>
          </a:p>
        </p:txBody>
      </p:sp>
      <p:sp>
        <p:nvSpPr>
          <p:cNvPr id="26" name="Rectangle 25">
            <a:extLst>
              <a:ext uri="{FF2B5EF4-FFF2-40B4-BE49-F238E27FC236}">
                <a16:creationId xmlns:a16="http://schemas.microsoft.com/office/drawing/2014/main" id="{2DB45E61-CF44-4881-FBAF-93B2494A9DA8}"/>
              </a:ext>
            </a:extLst>
          </p:cNvPr>
          <p:cNvSpPr/>
          <p:nvPr userDrawn="1"/>
        </p:nvSpPr>
        <p:spPr bwMode="gray">
          <a:xfrm>
            <a:off x="6332924" y="2114761"/>
            <a:ext cx="1326458" cy="576923"/>
          </a:xfrm>
          <a:prstGeom prst="rect">
            <a:avLst/>
          </a:prstGeom>
          <a:solidFill>
            <a:srgbClr val="FFE266"/>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Amber</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Tint 02</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#FFE266</a:t>
            </a:r>
          </a:p>
        </p:txBody>
      </p:sp>
      <p:sp>
        <p:nvSpPr>
          <p:cNvPr id="27" name="Rectangle 26">
            <a:extLst>
              <a:ext uri="{FF2B5EF4-FFF2-40B4-BE49-F238E27FC236}">
                <a16:creationId xmlns:a16="http://schemas.microsoft.com/office/drawing/2014/main" id="{25553206-65D9-6C69-71FC-BB070E43D2F7}"/>
              </a:ext>
            </a:extLst>
          </p:cNvPr>
          <p:cNvSpPr/>
          <p:nvPr userDrawn="1"/>
        </p:nvSpPr>
        <p:spPr bwMode="gray">
          <a:xfrm>
            <a:off x="6332924" y="2691684"/>
            <a:ext cx="1326458" cy="576923"/>
          </a:xfrm>
          <a:prstGeom prst="rect">
            <a:avLst/>
          </a:prstGeom>
          <a:solidFill>
            <a:srgbClr val="FFCE0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Amber</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#FFCE00</a:t>
            </a:r>
          </a:p>
        </p:txBody>
      </p:sp>
      <p:sp>
        <p:nvSpPr>
          <p:cNvPr id="28" name="Rectangle 27">
            <a:extLst>
              <a:ext uri="{FF2B5EF4-FFF2-40B4-BE49-F238E27FC236}">
                <a16:creationId xmlns:a16="http://schemas.microsoft.com/office/drawing/2014/main" id="{DD743C6F-0C25-BA27-C533-9486C0222755}"/>
              </a:ext>
            </a:extLst>
          </p:cNvPr>
          <p:cNvSpPr/>
          <p:nvPr userDrawn="1"/>
        </p:nvSpPr>
        <p:spPr bwMode="gray">
          <a:xfrm>
            <a:off x="6332924" y="3268607"/>
            <a:ext cx="1326458" cy="576923"/>
          </a:xfrm>
          <a:prstGeom prst="rect">
            <a:avLst/>
          </a:prstGeom>
          <a:solidFill>
            <a:srgbClr val="BF9A0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Amber</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Shade 01</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#BF9A00</a:t>
            </a:r>
          </a:p>
        </p:txBody>
      </p:sp>
      <p:sp>
        <p:nvSpPr>
          <p:cNvPr id="29" name="Rectangle 28">
            <a:extLst>
              <a:ext uri="{FF2B5EF4-FFF2-40B4-BE49-F238E27FC236}">
                <a16:creationId xmlns:a16="http://schemas.microsoft.com/office/drawing/2014/main" id="{BF7DE80C-B174-D391-5A82-6A9D4657273D}"/>
              </a:ext>
            </a:extLst>
          </p:cNvPr>
          <p:cNvSpPr/>
          <p:nvPr userDrawn="1"/>
        </p:nvSpPr>
        <p:spPr bwMode="gray">
          <a:xfrm>
            <a:off x="6332924" y="3845530"/>
            <a:ext cx="1326458" cy="576923"/>
          </a:xfrm>
          <a:prstGeom prst="rect">
            <a:avLst/>
          </a:prstGeom>
          <a:solidFill>
            <a:srgbClr val="7F670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Amber</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Shade 02</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#7F6701</a:t>
            </a:r>
          </a:p>
        </p:txBody>
      </p:sp>
      <p:sp>
        <p:nvSpPr>
          <p:cNvPr id="30" name="Rectangle 29">
            <a:extLst>
              <a:ext uri="{FF2B5EF4-FFF2-40B4-BE49-F238E27FC236}">
                <a16:creationId xmlns:a16="http://schemas.microsoft.com/office/drawing/2014/main" id="{791369E4-2378-818B-BDBB-B1810D07475B}"/>
              </a:ext>
            </a:extLst>
          </p:cNvPr>
          <p:cNvSpPr/>
          <p:nvPr userDrawn="1"/>
        </p:nvSpPr>
        <p:spPr bwMode="gray">
          <a:xfrm>
            <a:off x="7748897" y="1537838"/>
            <a:ext cx="1326458" cy="576923"/>
          </a:xfrm>
          <a:prstGeom prst="rect">
            <a:avLst/>
          </a:prstGeom>
          <a:solidFill>
            <a:srgbClr val="F1B3EB"/>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Fuchsia</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Tint 01</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#F1B3EB</a:t>
            </a:r>
          </a:p>
        </p:txBody>
      </p:sp>
      <p:sp>
        <p:nvSpPr>
          <p:cNvPr id="31" name="Rectangle 30">
            <a:extLst>
              <a:ext uri="{FF2B5EF4-FFF2-40B4-BE49-F238E27FC236}">
                <a16:creationId xmlns:a16="http://schemas.microsoft.com/office/drawing/2014/main" id="{A06A9DFE-B593-CA4E-6658-33F818BBB9F1}"/>
              </a:ext>
            </a:extLst>
          </p:cNvPr>
          <p:cNvSpPr/>
          <p:nvPr userDrawn="1"/>
        </p:nvSpPr>
        <p:spPr bwMode="gray">
          <a:xfrm>
            <a:off x="7748897" y="2114761"/>
            <a:ext cx="1326458" cy="576923"/>
          </a:xfrm>
          <a:prstGeom prst="rect">
            <a:avLst/>
          </a:prstGeom>
          <a:solidFill>
            <a:srgbClr val="EC8DE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Fuchsia</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Tint 02</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#EC8DE2</a:t>
            </a:r>
          </a:p>
        </p:txBody>
      </p:sp>
      <p:sp>
        <p:nvSpPr>
          <p:cNvPr id="32" name="Rectangle 31">
            <a:extLst>
              <a:ext uri="{FF2B5EF4-FFF2-40B4-BE49-F238E27FC236}">
                <a16:creationId xmlns:a16="http://schemas.microsoft.com/office/drawing/2014/main" id="{06C8DE8F-E873-831E-DA3D-AE4C36B44FA3}"/>
              </a:ext>
            </a:extLst>
          </p:cNvPr>
          <p:cNvSpPr/>
          <p:nvPr userDrawn="1"/>
        </p:nvSpPr>
        <p:spPr bwMode="gray">
          <a:xfrm>
            <a:off x="7748897" y="2691684"/>
            <a:ext cx="1326458" cy="576923"/>
          </a:xfrm>
          <a:prstGeom prst="rect">
            <a:avLst/>
          </a:prstGeom>
          <a:solidFill>
            <a:srgbClr val="DF41C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t>Fuchsia</a:t>
            </a:r>
            <a:b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t>#DF41CF</a:t>
            </a:r>
          </a:p>
        </p:txBody>
      </p:sp>
      <p:sp>
        <p:nvSpPr>
          <p:cNvPr id="33" name="Rectangle 32">
            <a:extLst>
              <a:ext uri="{FF2B5EF4-FFF2-40B4-BE49-F238E27FC236}">
                <a16:creationId xmlns:a16="http://schemas.microsoft.com/office/drawing/2014/main" id="{D07B4E1A-7BFA-5E3E-1E91-1E15CC836CB2}"/>
              </a:ext>
            </a:extLst>
          </p:cNvPr>
          <p:cNvSpPr/>
          <p:nvPr userDrawn="1"/>
        </p:nvSpPr>
        <p:spPr bwMode="gray">
          <a:xfrm>
            <a:off x="7748897" y="3268607"/>
            <a:ext cx="1326458" cy="576923"/>
          </a:xfrm>
          <a:prstGeom prst="rect">
            <a:avLst/>
          </a:prstGeom>
          <a:solidFill>
            <a:srgbClr val="B820A9"/>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mj-lt"/>
                <a:ea typeface="+mn-ea"/>
                <a:cs typeface="Segoe UI" panose="020B0502040204020203" pitchFamily="34" charset="0"/>
              </a:rPr>
              <a:t>Fuchsia</a:t>
            </a:r>
            <a:br>
              <a:rPr kumimoji="0" lang="en-US" sz="800" b="1" i="0" u="none" strike="noStrike" kern="1200" cap="none" spc="0" normalizeH="0" baseline="0" noProof="0" dirty="0">
                <a:ln>
                  <a:noFill/>
                </a:ln>
                <a:solidFill>
                  <a:srgbClr val="FFFFFF"/>
                </a:solidFill>
                <a:effectLst/>
                <a:uLnTx/>
                <a:uFillTx/>
                <a:latin typeface="+mj-lt"/>
                <a:ea typeface="+mn-ea"/>
                <a:cs typeface="Segoe UI" panose="020B0502040204020203" pitchFamily="34" charset="0"/>
              </a:rPr>
            </a:br>
            <a:r>
              <a:rPr kumimoji="0" lang="en-US" sz="800" b="1" i="0" u="none" strike="noStrike" kern="1200" cap="none" spc="0" normalizeH="0" baseline="0" noProof="0" dirty="0">
                <a:ln>
                  <a:noFill/>
                </a:ln>
                <a:solidFill>
                  <a:srgbClr val="FFFFFF"/>
                </a:solidFill>
                <a:effectLst/>
                <a:uLnTx/>
                <a:uFillTx/>
                <a:latin typeface="+mj-lt"/>
                <a:ea typeface="+mn-ea"/>
                <a:cs typeface="Segoe UI" panose="020B0502040204020203" pitchFamily="34" charset="0"/>
              </a:rPr>
              <a:t>Shade 01</a:t>
            </a:r>
            <a:br>
              <a:rPr kumimoji="0" lang="en-US" sz="800" b="1" i="0" u="none" strike="noStrike" kern="1200" cap="none" spc="0" normalizeH="0" baseline="0" noProof="0" dirty="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dirty="0">
                <a:ln>
                  <a:noFill/>
                </a:ln>
                <a:solidFill>
                  <a:srgbClr val="FFFFFF"/>
                </a:solidFill>
                <a:effectLst/>
                <a:uLnTx/>
                <a:uFillTx/>
                <a:latin typeface="+mj-lt"/>
                <a:ea typeface="+mn-ea"/>
                <a:cs typeface="Segoe UI" panose="020B0502040204020203" pitchFamily="34" charset="0"/>
              </a:rPr>
              <a:t>#</a:t>
            </a:r>
            <a:r>
              <a:rPr kumimoji="0" lang="en-US" sz="800" b="0" i="0" u="none" strike="noStrike" kern="1200" cap="none" spc="0" normalizeH="0" baseline="0" noProof="0" dirty="0">
                <a:ln>
                  <a:noFill/>
                </a:ln>
                <a:solidFill>
                  <a:srgbClr val="DF41CF"/>
                </a:solidFill>
                <a:effectLst/>
                <a:uLnTx/>
                <a:uFillTx/>
                <a:latin typeface="+mj-lt"/>
                <a:ea typeface="+mn-ea"/>
                <a:cs typeface="Segoe UI" panose="020B0502040204020203" pitchFamily="34" charset="0"/>
              </a:rPr>
              <a:t>B820A9</a:t>
            </a:r>
          </a:p>
        </p:txBody>
      </p:sp>
      <p:sp>
        <p:nvSpPr>
          <p:cNvPr id="34" name="Rectangle 33">
            <a:extLst>
              <a:ext uri="{FF2B5EF4-FFF2-40B4-BE49-F238E27FC236}">
                <a16:creationId xmlns:a16="http://schemas.microsoft.com/office/drawing/2014/main" id="{D218767A-C775-E209-DFAC-46EFDF64E930}"/>
              </a:ext>
            </a:extLst>
          </p:cNvPr>
          <p:cNvSpPr/>
          <p:nvPr userDrawn="1"/>
        </p:nvSpPr>
        <p:spPr bwMode="gray">
          <a:xfrm>
            <a:off x="7748897" y="3845530"/>
            <a:ext cx="1326458" cy="576923"/>
          </a:xfrm>
          <a:prstGeom prst="rect">
            <a:avLst/>
          </a:prstGeom>
          <a:solidFill>
            <a:srgbClr val="7B157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Fuchsia</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Shade 02</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#7B1571</a:t>
            </a:r>
          </a:p>
        </p:txBody>
      </p:sp>
      <p:sp>
        <p:nvSpPr>
          <p:cNvPr id="35" name="Rectangle 34">
            <a:extLst>
              <a:ext uri="{FF2B5EF4-FFF2-40B4-BE49-F238E27FC236}">
                <a16:creationId xmlns:a16="http://schemas.microsoft.com/office/drawing/2014/main" id="{FF64CBE2-07F4-520C-63FB-03732ACE24C0}"/>
              </a:ext>
            </a:extLst>
          </p:cNvPr>
          <p:cNvSpPr/>
          <p:nvPr userDrawn="1"/>
        </p:nvSpPr>
        <p:spPr bwMode="gray">
          <a:xfrm>
            <a:off x="9164869" y="1537838"/>
            <a:ext cx="1326458" cy="576923"/>
          </a:xfrm>
          <a:prstGeom prst="rect">
            <a:avLst/>
          </a:prstGeom>
          <a:solidFill>
            <a:srgbClr val="B79BFE"/>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Amethyst</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Tint 01</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#B79BFE</a:t>
            </a:r>
          </a:p>
        </p:txBody>
      </p:sp>
      <p:sp>
        <p:nvSpPr>
          <p:cNvPr id="36" name="Rectangle 35">
            <a:extLst>
              <a:ext uri="{FF2B5EF4-FFF2-40B4-BE49-F238E27FC236}">
                <a16:creationId xmlns:a16="http://schemas.microsoft.com/office/drawing/2014/main" id="{09423C69-58A0-E377-8552-AB05828AF803}"/>
              </a:ext>
            </a:extLst>
          </p:cNvPr>
          <p:cNvSpPr/>
          <p:nvPr userDrawn="1"/>
        </p:nvSpPr>
        <p:spPr bwMode="gray">
          <a:xfrm>
            <a:off x="9164869" y="2114761"/>
            <a:ext cx="1326458" cy="576923"/>
          </a:xfrm>
          <a:prstGeom prst="rect">
            <a:avLst/>
          </a:prstGeom>
          <a:solidFill>
            <a:srgbClr val="7950E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Amethyst</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Tint 02</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#7950E2</a:t>
            </a:r>
          </a:p>
        </p:txBody>
      </p:sp>
      <p:sp>
        <p:nvSpPr>
          <p:cNvPr id="37" name="Rectangle 36">
            <a:extLst>
              <a:ext uri="{FF2B5EF4-FFF2-40B4-BE49-F238E27FC236}">
                <a16:creationId xmlns:a16="http://schemas.microsoft.com/office/drawing/2014/main" id="{5AE43690-5F83-EE1F-3481-BEECA402947E}"/>
              </a:ext>
            </a:extLst>
          </p:cNvPr>
          <p:cNvSpPr/>
          <p:nvPr userDrawn="1"/>
        </p:nvSpPr>
        <p:spPr bwMode="gray">
          <a:xfrm>
            <a:off x="9164869" y="2691684"/>
            <a:ext cx="1326458" cy="576923"/>
          </a:xfrm>
          <a:prstGeom prst="rect">
            <a:avLst/>
          </a:prstGeom>
          <a:solidFill>
            <a:srgbClr val="512EAB"/>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Amethyst</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#512EAB</a:t>
            </a:r>
          </a:p>
        </p:txBody>
      </p:sp>
      <p:sp>
        <p:nvSpPr>
          <p:cNvPr id="38" name="Rectangle 37">
            <a:extLst>
              <a:ext uri="{FF2B5EF4-FFF2-40B4-BE49-F238E27FC236}">
                <a16:creationId xmlns:a16="http://schemas.microsoft.com/office/drawing/2014/main" id="{880A1BCB-A2A9-A063-81D5-BB7BBF81C201}"/>
              </a:ext>
            </a:extLst>
          </p:cNvPr>
          <p:cNvSpPr/>
          <p:nvPr userDrawn="1"/>
        </p:nvSpPr>
        <p:spPr bwMode="gray">
          <a:xfrm>
            <a:off x="9164869" y="3268607"/>
            <a:ext cx="1326458" cy="576923"/>
          </a:xfrm>
          <a:prstGeom prst="rect">
            <a:avLst/>
          </a:prstGeom>
          <a:solidFill>
            <a:srgbClr val="3D1788"/>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Amethyst</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Shade 01</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#3D1788</a:t>
            </a:r>
          </a:p>
        </p:txBody>
      </p:sp>
      <p:sp>
        <p:nvSpPr>
          <p:cNvPr id="39" name="Rectangle 38">
            <a:extLst>
              <a:ext uri="{FF2B5EF4-FFF2-40B4-BE49-F238E27FC236}">
                <a16:creationId xmlns:a16="http://schemas.microsoft.com/office/drawing/2014/main" id="{7C50A0DE-77C7-AF0E-DA5B-8376EA036688}"/>
              </a:ext>
            </a:extLst>
          </p:cNvPr>
          <p:cNvSpPr/>
          <p:nvPr userDrawn="1"/>
        </p:nvSpPr>
        <p:spPr bwMode="gray">
          <a:xfrm>
            <a:off x="9164869" y="3845530"/>
            <a:ext cx="1326458" cy="576923"/>
          </a:xfrm>
          <a:prstGeom prst="rect">
            <a:avLst/>
          </a:prstGeom>
          <a:solidFill>
            <a:srgbClr val="290066"/>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Amethyst</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Shade 02</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#290066</a:t>
            </a:r>
          </a:p>
        </p:txBody>
      </p:sp>
      <p:sp>
        <p:nvSpPr>
          <p:cNvPr id="40" name="Subhead 2">
            <a:extLst>
              <a:ext uri="{FF2B5EF4-FFF2-40B4-BE49-F238E27FC236}">
                <a16:creationId xmlns:a16="http://schemas.microsoft.com/office/drawing/2014/main" id="{212E630A-4384-AEDE-987A-814D0D11E73A}"/>
              </a:ext>
            </a:extLst>
          </p:cNvPr>
          <p:cNvSpPr txBox="1"/>
          <p:nvPr userDrawn="1"/>
        </p:nvSpPr>
        <p:spPr bwMode="gray">
          <a:xfrm>
            <a:off x="4916951" y="4579074"/>
            <a:ext cx="567463"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Traffic light</a:t>
            </a:r>
          </a:p>
        </p:txBody>
      </p:sp>
      <p:sp>
        <p:nvSpPr>
          <p:cNvPr id="41" name="Rectangle 40">
            <a:extLst>
              <a:ext uri="{FF2B5EF4-FFF2-40B4-BE49-F238E27FC236}">
                <a16:creationId xmlns:a16="http://schemas.microsoft.com/office/drawing/2014/main" id="{6D8BEE95-711A-FBC4-1619-C335B35038B8}"/>
              </a:ext>
            </a:extLst>
          </p:cNvPr>
          <p:cNvSpPr/>
          <p:nvPr userDrawn="1"/>
        </p:nvSpPr>
        <p:spPr bwMode="gray">
          <a:xfrm>
            <a:off x="4916951" y="4743240"/>
            <a:ext cx="646321" cy="576923"/>
          </a:xfrm>
          <a:prstGeom prst="rect">
            <a:avLst/>
          </a:prstGeom>
          <a:solidFill>
            <a:srgbClr val="00C80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Positive</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#00C800</a:t>
            </a:r>
          </a:p>
        </p:txBody>
      </p:sp>
      <p:sp>
        <p:nvSpPr>
          <p:cNvPr id="42" name="Rectangle 41">
            <a:extLst>
              <a:ext uri="{FF2B5EF4-FFF2-40B4-BE49-F238E27FC236}">
                <a16:creationId xmlns:a16="http://schemas.microsoft.com/office/drawing/2014/main" id="{6DE5A40B-2DF9-8687-5DB2-6CE2BA941A2B}"/>
              </a:ext>
            </a:extLst>
          </p:cNvPr>
          <p:cNvSpPr/>
          <p:nvPr userDrawn="1"/>
        </p:nvSpPr>
        <p:spPr bwMode="gray">
          <a:xfrm>
            <a:off x="5562744" y="4743240"/>
            <a:ext cx="646321" cy="576923"/>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Negative</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#FF0000</a:t>
            </a:r>
          </a:p>
        </p:txBody>
      </p:sp>
      <p:sp>
        <p:nvSpPr>
          <p:cNvPr id="43" name="Subhead 3">
            <a:extLst>
              <a:ext uri="{FF2B5EF4-FFF2-40B4-BE49-F238E27FC236}">
                <a16:creationId xmlns:a16="http://schemas.microsoft.com/office/drawing/2014/main" id="{41684835-66EF-0EBC-A5A1-C37CEC9E155E}"/>
              </a:ext>
            </a:extLst>
          </p:cNvPr>
          <p:cNvSpPr txBox="1"/>
          <p:nvPr userDrawn="1"/>
        </p:nvSpPr>
        <p:spPr bwMode="gray">
          <a:xfrm>
            <a:off x="7253959" y="4579074"/>
            <a:ext cx="495328"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Grayscale</a:t>
            </a:r>
          </a:p>
        </p:txBody>
      </p:sp>
      <p:sp>
        <p:nvSpPr>
          <p:cNvPr id="44" name="Rectangle 43">
            <a:extLst>
              <a:ext uri="{FF2B5EF4-FFF2-40B4-BE49-F238E27FC236}">
                <a16:creationId xmlns:a16="http://schemas.microsoft.com/office/drawing/2014/main" id="{221BC818-BEE3-33AF-DB67-C957BD7CEDD1}"/>
              </a:ext>
            </a:extLst>
          </p:cNvPr>
          <p:cNvSpPr/>
          <p:nvPr userDrawn="1"/>
        </p:nvSpPr>
        <p:spPr bwMode="gray">
          <a:xfrm>
            <a:off x="7253959" y="4743240"/>
            <a:ext cx="646321" cy="576923"/>
          </a:xfrm>
          <a:prstGeom prst="rect">
            <a:avLst/>
          </a:prstGeom>
          <a:solidFill>
            <a:srgbClr val="CCCCCC"/>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20%</a:t>
            </a:r>
          </a:p>
        </p:txBody>
      </p:sp>
      <p:sp>
        <p:nvSpPr>
          <p:cNvPr id="45" name="Rectangle 44">
            <a:extLst>
              <a:ext uri="{FF2B5EF4-FFF2-40B4-BE49-F238E27FC236}">
                <a16:creationId xmlns:a16="http://schemas.microsoft.com/office/drawing/2014/main" id="{AAA2FD56-1689-2D49-59DF-A5E41412B276}"/>
              </a:ext>
            </a:extLst>
          </p:cNvPr>
          <p:cNvSpPr/>
          <p:nvPr userDrawn="1"/>
        </p:nvSpPr>
        <p:spPr bwMode="gray">
          <a:xfrm>
            <a:off x="7901721" y="4743240"/>
            <a:ext cx="646321" cy="576923"/>
          </a:xfrm>
          <a:prstGeom prst="rect">
            <a:avLst/>
          </a:prstGeom>
          <a:solidFill>
            <a:srgbClr val="999999"/>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40%</a:t>
            </a:r>
          </a:p>
        </p:txBody>
      </p:sp>
      <p:sp>
        <p:nvSpPr>
          <p:cNvPr id="46" name="Rectangle 45">
            <a:extLst>
              <a:ext uri="{FF2B5EF4-FFF2-40B4-BE49-F238E27FC236}">
                <a16:creationId xmlns:a16="http://schemas.microsoft.com/office/drawing/2014/main" id="{4409D2F5-A048-77BD-7533-AF517A24D5B3}"/>
              </a:ext>
            </a:extLst>
          </p:cNvPr>
          <p:cNvSpPr/>
          <p:nvPr userDrawn="1"/>
        </p:nvSpPr>
        <p:spPr bwMode="gray">
          <a:xfrm>
            <a:off x="8549483" y="4743240"/>
            <a:ext cx="646321" cy="576923"/>
          </a:xfrm>
          <a:prstGeom prst="rect">
            <a:avLst/>
          </a:prstGeom>
          <a:solidFill>
            <a:srgbClr val="666666"/>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60%</a:t>
            </a:r>
          </a:p>
        </p:txBody>
      </p:sp>
      <p:sp>
        <p:nvSpPr>
          <p:cNvPr id="47" name="Rectangle 46">
            <a:extLst>
              <a:ext uri="{FF2B5EF4-FFF2-40B4-BE49-F238E27FC236}">
                <a16:creationId xmlns:a16="http://schemas.microsoft.com/office/drawing/2014/main" id="{730DF5C7-FF9A-07D5-DCD6-A7C7F05C5A08}"/>
              </a:ext>
            </a:extLst>
          </p:cNvPr>
          <p:cNvSpPr/>
          <p:nvPr userDrawn="1"/>
        </p:nvSpPr>
        <p:spPr bwMode="gray">
          <a:xfrm>
            <a:off x="9197245" y="4743240"/>
            <a:ext cx="646321" cy="576923"/>
          </a:xfrm>
          <a:prstGeom prst="rect">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80%</a:t>
            </a:r>
          </a:p>
        </p:txBody>
      </p:sp>
      <p:sp>
        <p:nvSpPr>
          <p:cNvPr id="48" name="Rectangle 47">
            <a:extLst>
              <a:ext uri="{FF2B5EF4-FFF2-40B4-BE49-F238E27FC236}">
                <a16:creationId xmlns:a16="http://schemas.microsoft.com/office/drawing/2014/main" id="{D28BDD03-9CE4-9CEB-6ED1-BC3A06E744B6}"/>
              </a:ext>
            </a:extLst>
          </p:cNvPr>
          <p:cNvSpPr/>
          <p:nvPr userDrawn="1"/>
        </p:nvSpPr>
        <p:spPr bwMode="gray">
          <a:xfrm>
            <a:off x="9845006" y="4743240"/>
            <a:ext cx="646321" cy="57692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100%</a:t>
            </a:r>
          </a:p>
        </p:txBody>
      </p:sp>
      <p:pic>
        <p:nvPicPr>
          <p:cNvPr id="2" name="Pearson Logo" descr="Pearson Logo">
            <a:extLst>
              <a:ext uri="{FF2B5EF4-FFF2-40B4-BE49-F238E27FC236}">
                <a16:creationId xmlns:a16="http://schemas.microsoft.com/office/drawing/2014/main" id="{5F48F98B-A040-2A3E-39D4-EBD226C3AF49}"/>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19705874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User Guide: PowerPoint Theme Colors">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j-lt"/>
              <a:ea typeface="+mn-ea"/>
              <a:cs typeface="+mn-cs"/>
            </a:endParaRPr>
          </a:p>
        </p:txBody>
      </p:sp>
      <p:sp>
        <p:nvSpPr>
          <p:cNvPr id="42" name="Section">
            <a:extLst>
              <a:ext uri="{FF2B5EF4-FFF2-40B4-BE49-F238E27FC236}">
                <a16:creationId xmlns:a16="http://schemas.microsoft.com/office/drawing/2014/main" id="{5EAC5A3C-7DDC-5E19-9448-3BC612C422E1}"/>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PowerPoint </a:t>
            </a:r>
            <a:b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b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theme colors</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625600"/>
            <a:ext cx="2412111" cy="1803400"/>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200" b="1" dirty="0">
                <a:latin typeface="+mj-lt"/>
                <a:cs typeface="Segoe UI" panose="020B0502040204020203" pitchFamily="34" charset="0"/>
              </a:rPr>
              <a:t>Theme colors: </a:t>
            </a:r>
            <a:r>
              <a:rPr lang="en-US" sz="1200" b="0" dirty="0">
                <a:latin typeface="+mj-lt"/>
                <a:cs typeface="Segoe UI" panose="020B0502040204020203" pitchFamily="34" charset="0"/>
              </a:rPr>
              <a:t>We have set this template’s theme colors according to the data visualization palette. This is to ensure that automated charts appear the most accessible when presenting sequential data points. These colors are only to be used in Data Vis – otherwise, please reference the Custom Colors section.</a:t>
            </a:r>
          </a:p>
        </p:txBody>
      </p:sp>
      <p:sp>
        <p:nvSpPr>
          <p:cNvPr id="2" name="Rounded Rectangle text">
            <a:extLst>
              <a:ext uri="{FF2B5EF4-FFF2-40B4-BE49-F238E27FC236}">
                <a16:creationId xmlns:a16="http://schemas.microsoft.com/office/drawing/2014/main" id="{AE7823A5-ADBF-99F1-4C6E-BF4FE5A7BA83}"/>
              </a:ext>
            </a:extLst>
          </p:cNvPr>
          <p:cNvSpPr>
            <a:spLocks/>
          </p:cNvSpPr>
          <p:nvPr userDrawn="1"/>
        </p:nvSpPr>
        <p:spPr>
          <a:xfrm>
            <a:off x="461330" y="3602250"/>
            <a:ext cx="2412111" cy="1212360"/>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ts val="1420"/>
              </a:lnSpc>
              <a:spcBef>
                <a:spcPts val="0"/>
              </a:spcBef>
              <a:spcAft>
                <a:spcPts val="600"/>
              </a:spcAft>
              <a:buClrTx/>
              <a:buSzTx/>
              <a:buFont typeface="Plus Jakarta Sans" panose="020B0604020202020204" pitchFamily="34" charset="0"/>
              <a:buNone/>
              <a:tabLst/>
              <a:defRPr/>
            </a:pPr>
            <a:r>
              <a:rPr lang="en-US" sz="1200" b="1" dirty="0">
                <a:solidFill>
                  <a:schemeClr val="tx2"/>
                </a:solidFill>
                <a:latin typeface="+mj-lt"/>
                <a:cs typeface="Segoe UI" panose="020B0502040204020203" pitchFamily="34" charset="0"/>
              </a:rPr>
              <a:t>Custom colors: </a:t>
            </a:r>
            <a:r>
              <a:rPr lang="en-US" sz="1200" b="0" dirty="0">
                <a:solidFill>
                  <a:schemeClr val="tx2"/>
                </a:solidFill>
                <a:latin typeface="+mj-lt"/>
                <a:cs typeface="Segoe UI" panose="020B0502040204020203" pitchFamily="34" charset="0"/>
              </a:rPr>
              <a:t>The primary, accent, and traffic light colors are featured in the Custom Colors section. If changing an element’s color, please use the colors in this set.</a:t>
            </a:r>
          </a:p>
        </p:txBody>
      </p:sp>
      <p:sp>
        <p:nvSpPr>
          <p:cNvPr id="20" name="Subhead 1">
            <a:extLst>
              <a:ext uri="{FF2B5EF4-FFF2-40B4-BE49-F238E27FC236}">
                <a16:creationId xmlns:a16="http://schemas.microsoft.com/office/drawing/2014/main" id="{0A512AF5-AD3D-1160-4894-E08C40AC65EB}"/>
              </a:ext>
            </a:extLst>
          </p:cNvPr>
          <p:cNvSpPr txBox="1">
            <a:spLocks/>
          </p:cNvSpPr>
          <p:nvPr userDrawn="1"/>
        </p:nvSpPr>
        <p:spPr bwMode="gray">
          <a:xfrm>
            <a:off x="4294188" y="1096963"/>
            <a:ext cx="2111278" cy="277053"/>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dirty="0">
                <a:ln>
                  <a:noFill/>
                </a:ln>
                <a:solidFill>
                  <a:srgbClr val="0D004D"/>
                </a:solidFill>
                <a:effectLst/>
                <a:uLnTx/>
                <a:uFillTx/>
                <a:latin typeface="+mj-lt"/>
                <a:ea typeface="+mj-ea"/>
                <a:cs typeface="Segoe UI" panose="020B0502040204020203" pitchFamily="34" charset="0"/>
              </a:rPr>
              <a:t>THEME COLORS SETTING</a:t>
            </a:r>
          </a:p>
        </p:txBody>
      </p:sp>
      <p:pic>
        <p:nvPicPr>
          <p:cNvPr id="21" name="Picture 20" descr="Colors menu">
            <a:extLst>
              <a:ext uri="{FF2B5EF4-FFF2-40B4-BE49-F238E27FC236}">
                <a16:creationId xmlns:a16="http://schemas.microsoft.com/office/drawing/2014/main" id="{E7C41DAC-9B02-C6FD-B3D8-91FC284EA58C}"/>
              </a:ext>
            </a:extLst>
          </p:cNvPr>
          <p:cNvPicPr>
            <a:picLocks noChangeAspect="1"/>
          </p:cNvPicPr>
          <p:nvPr userDrawn="1"/>
        </p:nvPicPr>
        <p:blipFill>
          <a:blip r:embed="rId2" cstate="screen">
            <a:extLst>
              <a:ext uri="{28A0092B-C50C-407E-A947-70E740481C1C}">
                <a14:useLocalDpi xmlns:a14="http://schemas.microsoft.com/office/drawing/2010/main"/>
              </a:ext>
            </a:extLst>
          </a:blip>
          <a:srcRect r="295"/>
          <a:stretch/>
        </p:blipFill>
        <p:spPr bwMode="gray">
          <a:xfrm>
            <a:off x="4294188" y="1366838"/>
            <a:ext cx="1697037" cy="4394196"/>
          </a:xfrm>
          <a:prstGeom prst="rect">
            <a:avLst/>
          </a:prstGeom>
          <a:ln w="9525">
            <a:solidFill>
              <a:schemeClr val="tx1"/>
            </a:solidFill>
          </a:ln>
        </p:spPr>
      </p:pic>
      <p:sp>
        <p:nvSpPr>
          <p:cNvPr id="27" name="Title 1">
            <a:extLst>
              <a:ext uri="{FF2B5EF4-FFF2-40B4-BE49-F238E27FC236}">
                <a16:creationId xmlns:a16="http://schemas.microsoft.com/office/drawing/2014/main" id="{A9D15B57-6958-52A1-AC6E-6F30739C4604}"/>
              </a:ext>
            </a:extLst>
          </p:cNvPr>
          <p:cNvSpPr txBox="1">
            <a:spLocks/>
          </p:cNvSpPr>
          <p:nvPr userDrawn="1"/>
        </p:nvSpPr>
        <p:spPr bwMode="gray">
          <a:xfrm>
            <a:off x="6359323" y="1515242"/>
            <a:ext cx="1219832" cy="472505"/>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dirty="0">
                <a:ln>
                  <a:noFill/>
                </a:ln>
                <a:solidFill>
                  <a:srgbClr val="0D004D"/>
                </a:solidFill>
                <a:effectLst/>
                <a:uLnTx/>
                <a:uFillTx/>
                <a:latin typeface="+mj-lt"/>
                <a:ea typeface="+mj-ea"/>
                <a:cs typeface="Segoe UI" panose="020B0502040204020203" pitchFamily="34" charset="0"/>
              </a:rPr>
              <a:t>The</a:t>
            </a:r>
            <a:r>
              <a:rPr lang="en-US" sz="1000" dirty="0">
                <a:solidFill>
                  <a:srgbClr val="0D004D"/>
                </a:solidFill>
                <a:latin typeface="+mj-lt"/>
                <a:cs typeface="Segoe UI" panose="020B0502040204020203" pitchFamily="34" charset="0"/>
              </a:rPr>
              <a:t> theme</a:t>
            </a:r>
            <a:r>
              <a:rPr kumimoji="0" lang="en-US" sz="1000" b="0" i="0" u="none" strike="noStrike" kern="1200" cap="none" spc="0" normalizeH="0" baseline="0" noProof="0" dirty="0">
                <a:ln>
                  <a:noFill/>
                </a:ln>
                <a:solidFill>
                  <a:srgbClr val="0D004D"/>
                </a:solidFill>
                <a:effectLst/>
                <a:uLnTx/>
                <a:uFillTx/>
                <a:latin typeface="+mj-lt"/>
                <a:ea typeface="+mj-ea"/>
                <a:cs typeface="Segoe UI" panose="020B0502040204020203" pitchFamily="34" charset="0"/>
              </a:rPr>
              <a:t> colors are optimized for automated charts.</a:t>
            </a:r>
          </a:p>
        </p:txBody>
      </p:sp>
      <p:sp>
        <p:nvSpPr>
          <p:cNvPr id="25" name="Title 1">
            <a:extLst>
              <a:ext uri="{FF2B5EF4-FFF2-40B4-BE49-F238E27FC236}">
                <a16:creationId xmlns:a16="http://schemas.microsoft.com/office/drawing/2014/main" id="{E7ADF355-EEF1-6676-3391-435ADA5D9A05}"/>
              </a:ext>
            </a:extLst>
          </p:cNvPr>
          <p:cNvSpPr txBox="1">
            <a:spLocks/>
          </p:cNvSpPr>
          <p:nvPr userDrawn="1"/>
        </p:nvSpPr>
        <p:spPr bwMode="gray">
          <a:xfrm>
            <a:off x="6359322" y="2011291"/>
            <a:ext cx="1221515" cy="472505"/>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Do not use automated tints.</a:t>
            </a:r>
          </a:p>
        </p:txBody>
      </p:sp>
      <p:grpSp>
        <p:nvGrpSpPr>
          <p:cNvPr id="22" name="Group 21" descr="Lighter and darker versions of the theme colors displayed below the first row of the Theme Colors section of the Colors menu, crossed out">
            <a:extLst>
              <a:ext uri="{FF2B5EF4-FFF2-40B4-BE49-F238E27FC236}">
                <a16:creationId xmlns:a16="http://schemas.microsoft.com/office/drawing/2014/main" id="{D4125BDA-BC0C-CD21-ACC1-0EC3549338E3}"/>
              </a:ext>
            </a:extLst>
          </p:cNvPr>
          <p:cNvGrpSpPr/>
          <p:nvPr userDrawn="1"/>
        </p:nvGrpSpPr>
        <p:grpSpPr bwMode="gray">
          <a:xfrm>
            <a:off x="4294188" y="1861423"/>
            <a:ext cx="1697037" cy="772240"/>
            <a:chOff x="2503584" y="2442876"/>
            <a:chExt cx="2201384" cy="1025560"/>
          </a:xfrm>
        </p:grpSpPr>
        <p:sp>
          <p:nvSpPr>
            <p:cNvPr id="23" name="Rectangle 22">
              <a:extLst>
                <a:ext uri="{FF2B5EF4-FFF2-40B4-BE49-F238E27FC236}">
                  <a16:creationId xmlns:a16="http://schemas.microsoft.com/office/drawing/2014/main" id="{FD6C423A-1269-0479-236C-E5CD91684555}"/>
                </a:ext>
              </a:extLst>
            </p:cNvPr>
            <p:cNvSpPr/>
            <p:nvPr/>
          </p:nvSpPr>
          <p:spPr bwMode="gray">
            <a:xfrm>
              <a:off x="2503584" y="2445616"/>
              <a:ext cx="2201384" cy="1022820"/>
            </a:xfrm>
            <a:prstGeom prst="rect">
              <a:avLst/>
            </a:prstGeom>
            <a:solidFill>
              <a:schemeClr val="bg2">
                <a:lumMod val="85000"/>
                <a:alpha val="80922"/>
              </a:schemeClr>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cxnSp>
          <p:nvCxnSpPr>
            <p:cNvPr id="24" name="Straight Connector 23">
              <a:extLst>
                <a:ext uri="{FF2B5EF4-FFF2-40B4-BE49-F238E27FC236}">
                  <a16:creationId xmlns:a16="http://schemas.microsoft.com/office/drawing/2014/main" id="{68394944-3CB1-F204-20EA-BC3BD16DE6FB}"/>
                </a:ext>
              </a:extLst>
            </p:cNvPr>
            <p:cNvCxnSpPr>
              <a:cxnSpLocks/>
            </p:cNvCxnSpPr>
            <p:nvPr/>
          </p:nvCxnSpPr>
          <p:spPr bwMode="gray">
            <a:xfrm>
              <a:off x="2503584" y="2453444"/>
              <a:ext cx="2201384" cy="1012252"/>
            </a:xfrm>
            <a:prstGeom prst="line">
              <a:avLst/>
            </a:prstGeom>
            <a:solidFill>
              <a:schemeClr val="tx1">
                <a:alpha val="50000"/>
              </a:schemeClr>
            </a:solid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cxnSp>
        <p:cxnSp>
          <p:nvCxnSpPr>
            <p:cNvPr id="26" name="Straight Connector 25">
              <a:extLst>
                <a:ext uri="{FF2B5EF4-FFF2-40B4-BE49-F238E27FC236}">
                  <a16:creationId xmlns:a16="http://schemas.microsoft.com/office/drawing/2014/main" id="{8B3FD31C-A3D3-1B7C-4C5C-40F19A121224}"/>
                </a:ext>
              </a:extLst>
            </p:cNvPr>
            <p:cNvCxnSpPr>
              <a:cxnSpLocks/>
            </p:cNvCxnSpPr>
            <p:nvPr/>
          </p:nvCxnSpPr>
          <p:spPr bwMode="gray">
            <a:xfrm flipH="1">
              <a:off x="2503584" y="2442876"/>
              <a:ext cx="2201384" cy="1022820"/>
            </a:xfrm>
            <a:prstGeom prst="line">
              <a:avLst/>
            </a:prstGeom>
            <a:solidFill>
              <a:schemeClr val="tx1">
                <a:alpha val="50000"/>
              </a:schemeClr>
            </a:solid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cxnSp>
      </p:grpSp>
      <p:sp>
        <p:nvSpPr>
          <p:cNvPr id="28" name="Title 1">
            <a:extLst>
              <a:ext uri="{FF2B5EF4-FFF2-40B4-BE49-F238E27FC236}">
                <a16:creationId xmlns:a16="http://schemas.microsoft.com/office/drawing/2014/main" id="{75463075-4A61-1CCE-347E-EC2252348A0C}"/>
              </a:ext>
            </a:extLst>
          </p:cNvPr>
          <p:cNvSpPr txBox="1">
            <a:spLocks/>
          </p:cNvSpPr>
          <p:nvPr userDrawn="1"/>
        </p:nvSpPr>
        <p:spPr bwMode="gray">
          <a:xfrm>
            <a:off x="6359323" y="3591504"/>
            <a:ext cx="1221515" cy="471601"/>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Do not use Standard Colors.</a:t>
            </a:r>
          </a:p>
        </p:txBody>
      </p:sp>
      <p:grpSp>
        <p:nvGrpSpPr>
          <p:cNvPr id="29" name="Group 28" descr="Standard Colors section of the Colors menu, crossed out">
            <a:extLst>
              <a:ext uri="{FF2B5EF4-FFF2-40B4-BE49-F238E27FC236}">
                <a16:creationId xmlns:a16="http://schemas.microsoft.com/office/drawing/2014/main" id="{A306B0C4-5E0F-805B-EC1D-59572D3CDC17}"/>
              </a:ext>
            </a:extLst>
          </p:cNvPr>
          <p:cNvGrpSpPr/>
          <p:nvPr userDrawn="1"/>
        </p:nvGrpSpPr>
        <p:grpSpPr bwMode="gray">
          <a:xfrm>
            <a:off x="4294188" y="3713625"/>
            <a:ext cx="1697037" cy="227358"/>
            <a:chOff x="2503584" y="4666500"/>
            <a:chExt cx="2201384" cy="255192"/>
          </a:xfrm>
        </p:grpSpPr>
        <p:sp>
          <p:nvSpPr>
            <p:cNvPr id="30" name="Rectangle 29">
              <a:extLst>
                <a:ext uri="{FF2B5EF4-FFF2-40B4-BE49-F238E27FC236}">
                  <a16:creationId xmlns:a16="http://schemas.microsoft.com/office/drawing/2014/main" id="{782A608A-EA2E-BB7C-23F3-BE92C95DD3AC}"/>
                </a:ext>
              </a:extLst>
            </p:cNvPr>
            <p:cNvSpPr/>
            <p:nvPr/>
          </p:nvSpPr>
          <p:spPr bwMode="gray">
            <a:xfrm>
              <a:off x="2503584" y="4667529"/>
              <a:ext cx="2201384" cy="252453"/>
            </a:xfrm>
            <a:prstGeom prst="rect">
              <a:avLst/>
            </a:prstGeom>
            <a:solidFill>
              <a:schemeClr val="bg2">
                <a:lumMod val="85000"/>
                <a:alpha val="80922"/>
              </a:schemeClr>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pSp>
          <p:nvGrpSpPr>
            <p:cNvPr id="31" name="Group 30">
              <a:extLst>
                <a:ext uri="{FF2B5EF4-FFF2-40B4-BE49-F238E27FC236}">
                  <a16:creationId xmlns:a16="http://schemas.microsoft.com/office/drawing/2014/main" id="{D70ACD29-9A23-2B00-4775-A83A3C340B96}"/>
                </a:ext>
              </a:extLst>
            </p:cNvPr>
            <p:cNvGrpSpPr/>
            <p:nvPr/>
          </p:nvGrpSpPr>
          <p:grpSpPr bwMode="gray">
            <a:xfrm>
              <a:off x="2503584" y="4666500"/>
              <a:ext cx="2201384" cy="255192"/>
              <a:chOff x="623734" y="3324550"/>
              <a:chExt cx="2078966" cy="974786"/>
            </a:xfrm>
          </p:grpSpPr>
          <p:cxnSp>
            <p:nvCxnSpPr>
              <p:cNvPr id="32" name="Straight Connector 31">
                <a:extLst>
                  <a:ext uri="{FF2B5EF4-FFF2-40B4-BE49-F238E27FC236}">
                    <a16:creationId xmlns:a16="http://schemas.microsoft.com/office/drawing/2014/main" id="{B559716B-E512-F741-BDB6-BDC24BE584EC}"/>
                  </a:ext>
                </a:extLst>
              </p:cNvPr>
              <p:cNvCxnSpPr>
                <a:cxnSpLocks/>
              </p:cNvCxnSpPr>
              <p:nvPr/>
            </p:nvCxnSpPr>
            <p:spPr bwMode="gray">
              <a:xfrm>
                <a:off x="623734" y="3324551"/>
                <a:ext cx="2078966" cy="974785"/>
              </a:xfrm>
              <a:prstGeom prst="line">
                <a:avLst/>
              </a:prstGeom>
              <a:solidFill>
                <a:schemeClr val="tx1">
                  <a:alpha val="50000"/>
                </a:schemeClr>
              </a:solid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cxnSp>
          <p:cxnSp>
            <p:nvCxnSpPr>
              <p:cNvPr id="33" name="Straight Connector 32">
                <a:extLst>
                  <a:ext uri="{FF2B5EF4-FFF2-40B4-BE49-F238E27FC236}">
                    <a16:creationId xmlns:a16="http://schemas.microsoft.com/office/drawing/2014/main" id="{42812C71-5212-5AF1-72F7-F06BFFA9DBC5}"/>
                  </a:ext>
                </a:extLst>
              </p:cNvPr>
              <p:cNvCxnSpPr>
                <a:cxnSpLocks/>
              </p:cNvCxnSpPr>
              <p:nvPr/>
            </p:nvCxnSpPr>
            <p:spPr bwMode="gray">
              <a:xfrm flipH="1">
                <a:off x="623734" y="3324550"/>
                <a:ext cx="2078966" cy="972198"/>
              </a:xfrm>
              <a:prstGeom prst="line">
                <a:avLst/>
              </a:prstGeom>
              <a:solidFill>
                <a:schemeClr val="tx1">
                  <a:alpha val="50000"/>
                </a:schemeClr>
              </a:solid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cxnSp>
        </p:grpSp>
      </p:grpSp>
      <p:cxnSp>
        <p:nvCxnSpPr>
          <p:cNvPr id="34" name="Straight Connector 33">
            <a:extLst>
              <a:ext uri="{FF2B5EF4-FFF2-40B4-BE49-F238E27FC236}">
                <a16:creationId xmlns:a16="http://schemas.microsoft.com/office/drawing/2014/main" id="{3B3E2B9A-6011-262D-367F-CC354606CC29}"/>
              </a:ext>
              <a:ext uri="{C183D7F6-B498-43B3-948B-1728B52AA6E4}">
                <adec:decorative xmlns:adec="http://schemas.microsoft.com/office/drawing/2017/decorative" val="1"/>
              </a:ext>
            </a:extLst>
          </p:cNvPr>
          <p:cNvCxnSpPr>
            <a:cxnSpLocks/>
          </p:cNvCxnSpPr>
          <p:nvPr userDrawn="1"/>
        </p:nvCxnSpPr>
        <p:spPr bwMode="gray">
          <a:xfrm flipH="1" flipV="1">
            <a:off x="6003190" y="3827304"/>
            <a:ext cx="330958" cy="1"/>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7DD2EB9F-0D50-6080-6A4F-E0DC5F8F4493}"/>
              </a:ext>
              <a:ext uri="{C183D7F6-B498-43B3-948B-1728B52AA6E4}">
                <adec:decorative xmlns:adec="http://schemas.microsoft.com/office/drawing/2017/decorative" val="1"/>
              </a:ext>
            </a:extLst>
          </p:cNvPr>
          <p:cNvCxnSpPr>
            <a:cxnSpLocks/>
          </p:cNvCxnSpPr>
          <p:nvPr userDrawn="1"/>
        </p:nvCxnSpPr>
        <p:spPr bwMode="gray">
          <a:xfrm flipH="1">
            <a:off x="6003190" y="2247543"/>
            <a:ext cx="330958"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FE8D3A89-E70E-DDE7-021E-285840325888}"/>
              </a:ext>
              <a:ext uri="{C183D7F6-B498-43B3-948B-1728B52AA6E4}">
                <adec:decorative xmlns:adec="http://schemas.microsoft.com/office/drawing/2017/decorative" val="1"/>
              </a:ext>
            </a:extLst>
          </p:cNvPr>
          <p:cNvCxnSpPr>
            <a:cxnSpLocks/>
          </p:cNvCxnSpPr>
          <p:nvPr userDrawn="1"/>
        </p:nvCxnSpPr>
        <p:spPr bwMode="gray">
          <a:xfrm flipH="1">
            <a:off x="6003190" y="1751494"/>
            <a:ext cx="330958"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56B2F530-8F39-E0B1-91C4-C21680E8FFFE}"/>
              </a:ext>
              <a:ext uri="{C183D7F6-B498-43B3-948B-1728B52AA6E4}">
                <adec:decorative xmlns:adec="http://schemas.microsoft.com/office/drawing/2017/decorative" val="1"/>
              </a:ext>
            </a:extLst>
          </p:cNvPr>
          <p:cNvCxnSpPr>
            <a:cxnSpLocks/>
          </p:cNvCxnSpPr>
          <p:nvPr userDrawn="1"/>
        </p:nvCxnSpPr>
        <p:spPr bwMode="gray">
          <a:xfrm flipH="1">
            <a:off x="7579155" y="1751494"/>
            <a:ext cx="44883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
        <p:nvSpPr>
          <p:cNvPr id="39" name="Rectangle 38">
            <a:extLst>
              <a:ext uri="{FF2B5EF4-FFF2-40B4-BE49-F238E27FC236}">
                <a16:creationId xmlns:a16="http://schemas.microsoft.com/office/drawing/2014/main" id="{709EA482-6FA9-C797-D634-2D0AD746733E}"/>
              </a:ext>
              <a:ext uri="{C183D7F6-B498-43B3-948B-1728B52AA6E4}">
                <adec:decorative xmlns:adec="http://schemas.microsoft.com/office/drawing/2017/decorative" val="1"/>
              </a:ext>
            </a:extLst>
          </p:cNvPr>
          <p:cNvSpPr/>
          <p:nvPr/>
        </p:nvSpPr>
        <p:spPr bwMode="gray">
          <a:xfrm>
            <a:off x="8027988" y="1374016"/>
            <a:ext cx="2678112" cy="4388609"/>
          </a:xfrm>
          <a:prstGeom prst="rect">
            <a:avLst/>
          </a:prstGeom>
          <a:ln w="9525">
            <a:solidFill>
              <a:schemeClr val="tx2"/>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aphicFrame>
        <p:nvGraphicFramePr>
          <p:cNvPr id="40" name="Chart Placeholder 9" descr="Bar graph theme colors">
            <a:extLst>
              <a:ext uri="{FF2B5EF4-FFF2-40B4-BE49-F238E27FC236}">
                <a16:creationId xmlns:a16="http://schemas.microsoft.com/office/drawing/2014/main" id="{A750D901-C06D-F23A-2288-B642D179C6AA}"/>
              </a:ext>
            </a:extLst>
          </p:cNvPr>
          <p:cNvGraphicFramePr>
            <a:graphicFrameLocks/>
          </p:cNvGraphicFramePr>
          <p:nvPr>
            <p:extLst>
              <p:ext uri="{D42A27DB-BD31-4B8C-83A1-F6EECF244321}">
                <p14:modId xmlns:p14="http://schemas.microsoft.com/office/powerpoint/2010/main" val="392343148"/>
              </p:ext>
            </p:extLst>
          </p:nvPr>
        </p:nvGraphicFramePr>
        <p:xfrm>
          <a:off x="8181702" y="1566042"/>
          <a:ext cx="2370684" cy="217732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1" name="Chart Placeholder 10" descr="Pie graph theme colors">
            <a:extLst>
              <a:ext uri="{FF2B5EF4-FFF2-40B4-BE49-F238E27FC236}">
                <a16:creationId xmlns:a16="http://schemas.microsoft.com/office/drawing/2014/main" id="{FC179024-8977-99D8-FB5C-94EE53A01828}"/>
              </a:ext>
            </a:extLst>
          </p:cNvPr>
          <p:cNvGraphicFramePr>
            <a:graphicFrameLocks/>
          </p:cNvGraphicFramePr>
          <p:nvPr>
            <p:extLst>
              <p:ext uri="{D42A27DB-BD31-4B8C-83A1-F6EECF244321}">
                <p14:modId xmlns:p14="http://schemas.microsoft.com/office/powerpoint/2010/main" val="3237990657"/>
              </p:ext>
            </p:extLst>
          </p:nvPr>
        </p:nvGraphicFramePr>
        <p:xfrm>
          <a:off x="8181702" y="3890901"/>
          <a:ext cx="2370684" cy="1721623"/>
        </p:xfrm>
        <a:graphic>
          <a:graphicData uri="http://schemas.openxmlformats.org/drawingml/2006/chart">
            <c:chart xmlns:c="http://schemas.openxmlformats.org/drawingml/2006/chart" xmlns:r="http://schemas.openxmlformats.org/officeDocument/2006/relationships" r:id="rId4"/>
          </a:graphicData>
        </a:graphic>
      </p:graphicFrame>
      <p:pic>
        <p:nvPicPr>
          <p:cNvPr id="3" name="Pearson Logo" descr="Pearson Logo">
            <a:extLst>
              <a:ext uri="{FF2B5EF4-FFF2-40B4-BE49-F238E27FC236}">
                <a16:creationId xmlns:a16="http://schemas.microsoft.com/office/drawing/2014/main" id="{AB363CA6-8E1A-F783-321E-5F09E051A5CA}"/>
              </a:ext>
            </a:extLst>
          </p:cNvPr>
          <p:cNvPicPr/>
          <p:nvPr userDrawn="1"/>
        </p:nvPicPr>
        <p:blipFill>
          <a:blip r:embed="rId5">
            <a:extLst>
              <a:ext uri="{96DAC541-7B7A-43D3-8B79-37D633B846F1}">
                <asvg:svgBlip xmlns:asvg="http://schemas.microsoft.com/office/drawing/2016/SVG/main" r:embed="rId6"/>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65287921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User Guide: Typography">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j-lt"/>
              <a:ea typeface="+mn-ea"/>
              <a:cs typeface="+mn-cs"/>
            </a:endParaRPr>
          </a:p>
        </p:txBody>
      </p:sp>
      <p:sp>
        <p:nvSpPr>
          <p:cNvPr id="16" name="Section">
            <a:extLst>
              <a:ext uri="{FF2B5EF4-FFF2-40B4-BE49-F238E27FC236}">
                <a16:creationId xmlns:a16="http://schemas.microsoft.com/office/drawing/2014/main" id="{554ECA3C-1DF4-B7F5-69F4-F7609A8B8398}"/>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Typography</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029810"/>
            <a:ext cx="2557019" cy="5379868"/>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200" b="1" dirty="0">
                <a:latin typeface="+mj-lt"/>
                <a:cs typeface="Segoe UI" panose="020B0502040204020203" pitchFamily="34" charset="0"/>
              </a:rPr>
              <a:t>Arial </a:t>
            </a:r>
            <a:r>
              <a:rPr lang="en-US" sz="1200" b="0" dirty="0">
                <a:latin typeface="+mj-lt"/>
                <a:cs typeface="Segoe UI" panose="020B0502040204020203" pitchFamily="34" charset="0"/>
              </a:rPr>
              <a:t>is our primary typeface for PowerPoint presentations.</a:t>
            </a:r>
          </a:p>
          <a:p>
            <a:r>
              <a:rPr lang="en-US" sz="1200" b="0" dirty="0">
                <a:latin typeface="+mj-lt"/>
                <a:cs typeface="Segoe UI" panose="020B0502040204020203" pitchFamily="34" charset="0"/>
              </a:rPr>
              <a:t>Follow these rules for using type in our communications:</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Use only our approved typeface</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Set text primarily flush left</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Set kerning to optical</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Use consistent point sizes throughout — do not use too many different type sizes</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Limit the use of all caps</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Text-heavy documents should be well organized and use white space generously, allowing the reader’s eye to scan and flow through the material easily</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Use Italic only for special cases, i.e., titles, names of vehicles and ships, scientific and technical terms, foreign words or phrases.</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endParaRPr lang="en-US" sz="1200" kern="1200" dirty="0">
              <a:solidFill>
                <a:srgbClr val="0D004D"/>
              </a:solidFill>
              <a:latin typeface="+mj-lt"/>
              <a:ea typeface="+mn-ea"/>
              <a:cs typeface="Segoe UI" panose="020B0502040204020203" pitchFamily="34" charset="0"/>
            </a:endParaRP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If you need to use </a:t>
            </a:r>
            <a:r>
              <a:rPr lang="en-US" sz="1200" dirty="0">
                <a:latin typeface="+mj-lt"/>
                <a:cs typeface="Segoe UI" panose="020B0502040204020203" pitchFamily="34" charset="0"/>
              </a:rPr>
              <a:t>monospaced fonts used for coding, please use </a:t>
            </a:r>
            <a:r>
              <a:rPr lang="en-US" sz="1200" b="1" dirty="0">
                <a:latin typeface="Courier New" panose="02070309020205020404" pitchFamily="49" charset="0"/>
                <a:cs typeface="Courier New" panose="02070309020205020404" pitchFamily="49" charset="0"/>
              </a:rPr>
              <a:t>Courier New</a:t>
            </a:r>
            <a:r>
              <a:rPr lang="en-US" sz="1200" b="1" dirty="0">
                <a:latin typeface="+mj-lt"/>
                <a:cs typeface="Courier New" panose="02070309020205020404" pitchFamily="49" charset="0"/>
              </a:rPr>
              <a:t>.</a:t>
            </a:r>
            <a:endParaRPr lang="en-US" sz="1200" kern="1200" dirty="0">
              <a:solidFill>
                <a:srgbClr val="0D004D"/>
              </a:solidFill>
              <a:latin typeface="+mj-lt"/>
              <a:ea typeface="+mn-ea"/>
              <a:cs typeface="Courier New" panose="02070309020205020404" pitchFamily="49" charset="0"/>
            </a:endParaRPr>
          </a:p>
          <a:p>
            <a:endParaRPr lang="en-US" sz="1200" b="0" dirty="0">
              <a:latin typeface="+mj-lt"/>
              <a:cs typeface="Segoe UI" panose="020B0502040204020203" pitchFamily="34" charset="0"/>
            </a:endParaRPr>
          </a:p>
        </p:txBody>
      </p:sp>
      <p:sp>
        <p:nvSpPr>
          <p:cNvPr id="2" name="Title 1">
            <a:extLst>
              <a:ext uri="{FF2B5EF4-FFF2-40B4-BE49-F238E27FC236}">
                <a16:creationId xmlns:a16="http://schemas.microsoft.com/office/drawing/2014/main" id="{041F95B9-14C1-0998-1118-27703025EE2D}"/>
              </a:ext>
            </a:extLst>
          </p:cNvPr>
          <p:cNvSpPr txBox="1">
            <a:spLocks/>
          </p:cNvSpPr>
          <p:nvPr userDrawn="1"/>
        </p:nvSpPr>
        <p:spPr bwMode="gray">
          <a:xfrm>
            <a:off x="4637087" y="721944"/>
            <a:ext cx="7004747" cy="5539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1" i="0" u="none" strike="noStrike" kern="1200" cap="none" spc="0" normalizeH="0" baseline="0" noProof="1">
                <a:ln>
                  <a:noFill/>
                </a:ln>
                <a:solidFill>
                  <a:srgbClr val="0D004D"/>
                </a:solidFill>
                <a:effectLst/>
                <a:uLnTx/>
                <a:uFillTx/>
                <a:latin typeface="+mj-lt"/>
                <a:ea typeface="+mj-ea"/>
                <a:cs typeface="Segoe UI" panose="020B0502040204020203" pitchFamily="34" charset="0"/>
              </a:rPr>
              <a:t>Title — Arial (Headings) Bold</a:t>
            </a:r>
          </a:p>
        </p:txBody>
      </p:sp>
      <p:sp>
        <p:nvSpPr>
          <p:cNvPr id="7" name="Title 1">
            <a:extLst>
              <a:ext uri="{FF2B5EF4-FFF2-40B4-BE49-F238E27FC236}">
                <a16:creationId xmlns:a16="http://schemas.microsoft.com/office/drawing/2014/main" id="{EAE89D40-FA37-7962-F804-74B144E2CB9F}"/>
              </a:ext>
            </a:extLst>
          </p:cNvPr>
          <p:cNvSpPr txBox="1">
            <a:spLocks/>
          </p:cNvSpPr>
          <p:nvPr userDrawn="1"/>
        </p:nvSpPr>
        <p:spPr bwMode="gray">
          <a:xfrm>
            <a:off x="4637088" y="1543384"/>
            <a:ext cx="7004745" cy="332399"/>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1">
                <a:ln>
                  <a:noFill/>
                </a:ln>
                <a:solidFill>
                  <a:srgbClr val="0D004D"/>
                </a:solidFill>
                <a:effectLst/>
                <a:uLnTx/>
                <a:uFillTx/>
                <a:latin typeface="+mj-lt"/>
                <a:ea typeface="+mj-ea"/>
                <a:cs typeface="Segoe UI Semibold" panose="020B0502040204020203" pitchFamily="34" charset="0"/>
              </a:rPr>
              <a:t>Slide headline — Arial (Headings) Bold</a:t>
            </a:r>
          </a:p>
        </p:txBody>
      </p:sp>
      <p:sp>
        <p:nvSpPr>
          <p:cNvPr id="9" name="Title 1">
            <a:extLst>
              <a:ext uri="{FF2B5EF4-FFF2-40B4-BE49-F238E27FC236}">
                <a16:creationId xmlns:a16="http://schemas.microsoft.com/office/drawing/2014/main" id="{DBA1FB21-1438-AA2D-3FC5-BDBD25832C03}"/>
              </a:ext>
            </a:extLst>
          </p:cNvPr>
          <p:cNvSpPr txBox="1">
            <a:spLocks/>
          </p:cNvSpPr>
          <p:nvPr userDrawn="1"/>
        </p:nvSpPr>
        <p:spPr bwMode="gray">
          <a:xfrm>
            <a:off x="4647721" y="2041910"/>
            <a:ext cx="6401317" cy="246221"/>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600" b="1" i="0" u="none" strike="noStrike" kern="1200" cap="none" spc="0" normalizeH="0" baseline="0" noProof="1">
                <a:ln>
                  <a:noFill/>
                </a:ln>
                <a:solidFill>
                  <a:srgbClr val="0D004D"/>
                </a:solidFill>
                <a:effectLst/>
                <a:uLnTx/>
                <a:uFillTx/>
                <a:latin typeface="+mj-lt"/>
                <a:ea typeface="+mj-ea"/>
                <a:cs typeface="Segoe UI Semibold" panose="020B0502040204020203" pitchFamily="34" charset="0"/>
              </a:rPr>
              <a:t>Smaller subheads — Arial (Headings) Bold</a:t>
            </a:r>
          </a:p>
        </p:txBody>
      </p:sp>
      <p:sp>
        <p:nvSpPr>
          <p:cNvPr id="12" name="Title 1">
            <a:extLst>
              <a:ext uri="{FF2B5EF4-FFF2-40B4-BE49-F238E27FC236}">
                <a16:creationId xmlns:a16="http://schemas.microsoft.com/office/drawing/2014/main" id="{C2145967-1BCF-A0AD-9B31-667AB123C28E}"/>
              </a:ext>
            </a:extLst>
          </p:cNvPr>
          <p:cNvSpPr txBox="1">
            <a:spLocks/>
          </p:cNvSpPr>
          <p:nvPr userDrawn="1"/>
        </p:nvSpPr>
        <p:spPr bwMode="gray">
          <a:xfrm>
            <a:off x="4647721" y="2409988"/>
            <a:ext cx="6401317" cy="938719"/>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0" i="0" u="none" strike="noStrike" kern="1200" cap="none" spc="0" normalizeH="0" baseline="0" noProof="1">
                <a:ln>
                  <a:noFill/>
                </a:ln>
                <a:solidFill>
                  <a:srgbClr val="0D004D"/>
                </a:solidFill>
                <a:effectLst/>
                <a:uLnTx/>
                <a:uFillTx/>
                <a:latin typeface="+mj-lt"/>
                <a:ea typeface="+mj-ea"/>
                <a:cs typeface="Segoe UI" panose="020B0502040204020203" pitchFamily="34" charset="0"/>
              </a:rPr>
              <a:t>Content — Arial (Body) Regular</a:t>
            </a:r>
          </a:p>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0" i="0" u="none" strike="noStrike" kern="1200" cap="none" spc="0" normalizeH="0" baseline="0" noProof="1">
                <a:ln>
                  <a:noFill/>
                </a:ln>
                <a:solidFill>
                  <a:srgbClr val="0D004D"/>
                </a:solidFill>
                <a:effectLst/>
                <a:uLnTx/>
                <a:uFillTx/>
                <a:latin typeface="+mj-lt"/>
                <a:ea typeface="+mj-ea"/>
                <a:cs typeface="Segoe UI" panose="020B0502040204020203" pitchFamily="34" charset="0"/>
              </a:rPr>
              <a:t>Lorem ipsum dolor sit amet, consectetur adipiscing elit, sed do eiusmod tempor incididunt ut labore et dolore magna aliqua. Ut enim ad minim veniam, quis nostrud exercitation ullamco laboris nisi ut aliquip ex ea commodo consequat. </a:t>
            </a:r>
          </a:p>
        </p:txBody>
      </p:sp>
      <p:sp>
        <p:nvSpPr>
          <p:cNvPr id="13" name="Title 1">
            <a:extLst>
              <a:ext uri="{FF2B5EF4-FFF2-40B4-BE49-F238E27FC236}">
                <a16:creationId xmlns:a16="http://schemas.microsoft.com/office/drawing/2014/main" id="{D26A9AC9-28F1-BAC6-C232-360B73B36B99}"/>
              </a:ext>
            </a:extLst>
          </p:cNvPr>
          <p:cNvSpPr txBox="1">
            <a:spLocks/>
          </p:cNvSpPr>
          <p:nvPr userDrawn="1"/>
        </p:nvSpPr>
        <p:spPr bwMode="gray">
          <a:xfrm>
            <a:off x="4637089" y="3475100"/>
            <a:ext cx="6411910" cy="138499"/>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000" b="0" i="0" u="none" strike="noStrike" kern="1200" cap="none" spc="0" normalizeH="0" baseline="0" noProof="1">
                <a:ln>
                  <a:noFill/>
                </a:ln>
                <a:solidFill>
                  <a:srgbClr val="0D004D"/>
                </a:solidFill>
                <a:effectLst/>
                <a:uLnTx/>
                <a:uFillTx/>
                <a:latin typeface="+mj-lt"/>
                <a:ea typeface="+mj-ea"/>
                <a:cs typeface="Segoe UI" panose="020B0502040204020203" pitchFamily="34" charset="0"/>
              </a:rPr>
              <a:t>Annotation and citation — Arial (Body) Regular</a:t>
            </a:r>
          </a:p>
        </p:txBody>
      </p:sp>
      <p:sp>
        <p:nvSpPr>
          <p:cNvPr id="8" name="Title 1">
            <a:extLst>
              <a:ext uri="{FF2B5EF4-FFF2-40B4-BE49-F238E27FC236}">
                <a16:creationId xmlns:a16="http://schemas.microsoft.com/office/drawing/2014/main" id="{FD2D1494-3772-7933-5C33-268753CE4107}"/>
              </a:ext>
            </a:extLst>
          </p:cNvPr>
          <p:cNvSpPr txBox="1">
            <a:spLocks/>
          </p:cNvSpPr>
          <p:nvPr userDrawn="1"/>
        </p:nvSpPr>
        <p:spPr bwMode="gray">
          <a:xfrm>
            <a:off x="3946278" y="240812"/>
            <a:ext cx="5029449" cy="613412"/>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Text on Slides – Arial</a:t>
            </a:r>
          </a:p>
        </p:txBody>
      </p:sp>
      <p:sp>
        <p:nvSpPr>
          <p:cNvPr id="10" name="Title 1">
            <a:extLst>
              <a:ext uri="{FF2B5EF4-FFF2-40B4-BE49-F238E27FC236}">
                <a16:creationId xmlns:a16="http://schemas.microsoft.com/office/drawing/2014/main" id="{F89DECD1-33AC-9F80-1B59-CBD4526890FA}"/>
              </a:ext>
            </a:extLst>
          </p:cNvPr>
          <p:cNvSpPr txBox="1">
            <a:spLocks/>
          </p:cNvSpPr>
          <p:nvPr userDrawn="1"/>
        </p:nvSpPr>
        <p:spPr bwMode="gray">
          <a:xfrm>
            <a:off x="3946278" y="4151314"/>
            <a:ext cx="5467230" cy="390908"/>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Courier New" panose="02070309020205020404" pitchFamily="49" charset="0"/>
                <a:ea typeface="+mj-ea"/>
                <a:cs typeface="Courier New" panose="02070309020205020404" pitchFamily="49" charset="0"/>
              </a:rPr>
              <a:t>Font for Coding – Courier New</a:t>
            </a:r>
          </a:p>
        </p:txBody>
      </p:sp>
      <p:sp>
        <p:nvSpPr>
          <p:cNvPr id="24" name="Title 1">
            <a:extLst>
              <a:ext uri="{FF2B5EF4-FFF2-40B4-BE49-F238E27FC236}">
                <a16:creationId xmlns:a16="http://schemas.microsoft.com/office/drawing/2014/main" id="{C2210716-54A9-B23F-4FB9-0EBB212B429C}"/>
              </a:ext>
            </a:extLst>
          </p:cNvPr>
          <p:cNvSpPr txBox="1">
            <a:spLocks/>
          </p:cNvSpPr>
          <p:nvPr userDrawn="1"/>
        </p:nvSpPr>
        <p:spPr bwMode="gray">
          <a:xfrm>
            <a:off x="4395860" y="4638472"/>
            <a:ext cx="6401317" cy="246221"/>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600" b="1" i="0" u="none" strike="noStrike" kern="1200" cap="none" spc="0" normalizeH="0" baseline="0" noProof="1">
                <a:ln>
                  <a:noFill/>
                </a:ln>
                <a:solidFill>
                  <a:srgbClr val="0D004D"/>
                </a:solidFill>
                <a:effectLst/>
                <a:uLnTx/>
                <a:uFillTx/>
                <a:latin typeface="Courier New" panose="02070309020205020404" pitchFamily="49" charset="0"/>
                <a:ea typeface="+mj-ea"/>
                <a:cs typeface="Courier New" panose="02070309020205020404" pitchFamily="49" charset="0"/>
              </a:rPr>
              <a:t>Smaller subheads — Bold</a:t>
            </a:r>
          </a:p>
        </p:txBody>
      </p:sp>
      <p:sp>
        <p:nvSpPr>
          <p:cNvPr id="25" name="Title 1">
            <a:extLst>
              <a:ext uri="{FF2B5EF4-FFF2-40B4-BE49-F238E27FC236}">
                <a16:creationId xmlns:a16="http://schemas.microsoft.com/office/drawing/2014/main" id="{D1D5DCB3-4395-3D96-8730-1B5512CEB72C}"/>
              </a:ext>
            </a:extLst>
          </p:cNvPr>
          <p:cNvSpPr txBox="1">
            <a:spLocks/>
          </p:cNvSpPr>
          <p:nvPr userDrawn="1"/>
        </p:nvSpPr>
        <p:spPr bwMode="gray">
          <a:xfrm>
            <a:off x="4395860" y="5150932"/>
            <a:ext cx="6401317" cy="1154162"/>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0" i="0" u="none" strike="noStrike" kern="1200" cap="none" spc="0" normalizeH="0" baseline="0" noProof="1">
                <a:ln>
                  <a:noFill/>
                </a:ln>
                <a:solidFill>
                  <a:srgbClr val="0D004D"/>
                </a:solidFill>
                <a:effectLst/>
                <a:uLnTx/>
                <a:uFillTx/>
                <a:latin typeface="Courier New" panose="02070309020205020404" pitchFamily="49" charset="0"/>
                <a:ea typeface="+mj-ea"/>
                <a:cs typeface="Courier New" panose="02070309020205020404" pitchFamily="49" charset="0"/>
              </a:rPr>
              <a:t>Content— Regular</a:t>
            </a:r>
          </a:p>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0" i="0" u="none" strike="noStrike" kern="1200" cap="none" spc="0" normalizeH="0" baseline="0" noProof="1">
                <a:ln>
                  <a:noFill/>
                </a:ln>
                <a:solidFill>
                  <a:srgbClr val="0D004D"/>
                </a:solidFill>
                <a:effectLst/>
                <a:uLnTx/>
                <a:uFillTx/>
                <a:latin typeface="Courier New" panose="02070309020205020404" pitchFamily="49" charset="0"/>
                <a:ea typeface="+mj-ea"/>
                <a:cs typeface="Courier New" panose="02070309020205020404" pitchFamily="49" charset="0"/>
              </a:rPr>
              <a:t>Lorem ipsum dolor sit amet, consectetur adipiscing elit, sed do eiusmod tempor incididunt ut labore et dolore magna aliqua. Ut enim ad minim veniam, quis nostrud exercitation ullamco laboris nisi ut aliquip ex ea commodo consequat. </a:t>
            </a:r>
          </a:p>
        </p:txBody>
      </p:sp>
      <p:pic>
        <p:nvPicPr>
          <p:cNvPr id="4" name="Pearson Logo" descr="Pearson Logo">
            <a:extLst>
              <a:ext uri="{FF2B5EF4-FFF2-40B4-BE49-F238E27FC236}">
                <a16:creationId xmlns:a16="http://schemas.microsoft.com/office/drawing/2014/main" id="{1C0E0A05-8CDD-11FE-7F84-BC16E4D1A1F6}"/>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56000275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4_User Guide: Pictograms and Icons">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j-lt"/>
              <a:ea typeface="+mn-ea"/>
              <a:cs typeface="+mn-cs"/>
            </a:endParaRPr>
          </a:p>
        </p:txBody>
      </p:sp>
      <p:sp>
        <p:nvSpPr>
          <p:cNvPr id="188" name="Section">
            <a:extLst>
              <a:ext uri="{FF2B5EF4-FFF2-40B4-BE49-F238E27FC236}">
                <a16:creationId xmlns:a16="http://schemas.microsoft.com/office/drawing/2014/main" id="{EBA5F521-577F-6087-09CE-FB6C3058BD6D}"/>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Pictograms –</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Light Mode</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625600"/>
            <a:ext cx="2354961" cy="3499413"/>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400" b="0" noProof="0" dirty="0">
                <a:latin typeface="+mj-lt"/>
                <a:cs typeface="Segoe UI" panose="020B0502040204020203" pitchFamily="34" charset="0"/>
              </a:rPr>
              <a:t>While pictograms should be used in their original Purple colorway, they can also incorporate one of three accent colors, Amber, Turquoise and Fuchsia.</a:t>
            </a:r>
          </a:p>
          <a:p>
            <a:r>
              <a:rPr lang="en-GB" sz="1400" dirty="0">
                <a:solidFill>
                  <a:srgbClr val="0C004C"/>
                </a:solidFill>
                <a:effectLst/>
                <a:latin typeface="+mj-lt"/>
                <a:cs typeface="Segoe UI" panose="020B0502040204020203" pitchFamily="34" charset="0"/>
              </a:rPr>
              <a:t>Consider using pictograms with accent colours when: </a:t>
            </a:r>
          </a:p>
          <a:p>
            <a:pPr marL="171450" indent="-171450">
              <a:buFont typeface="Arial" panose="020B0604020202020204" pitchFamily="34" charset="0"/>
              <a:buChar char="•"/>
            </a:pPr>
            <a:r>
              <a:rPr lang="en-GB" sz="1400" dirty="0">
                <a:solidFill>
                  <a:srgbClr val="0C004C"/>
                </a:solidFill>
                <a:effectLst/>
                <a:latin typeface="+mj-lt"/>
                <a:cs typeface="Segoe UI" panose="020B0502040204020203" pitchFamily="34" charset="0"/>
              </a:rPr>
              <a:t>calling additional attention to one in a series </a:t>
            </a:r>
          </a:p>
          <a:p>
            <a:pPr marL="171450" indent="-171450">
              <a:buFont typeface="Arial" panose="020B0604020202020204" pitchFamily="34" charset="0"/>
              <a:buChar char="•"/>
            </a:pPr>
            <a:r>
              <a:rPr lang="en-GB" sz="1400" dirty="0">
                <a:solidFill>
                  <a:srgbClr val="0C004C"/>
                </a:solidFill>
                <a:effectLst/>
                <a:latin typeface="+mj-lt"/>
                <a:cs typeface="Segoe UI" panose="020B0502040204020203" pitchFamily="34" charset="0"/>
              </a:rPr>
              <a:t>complementing the colour of a layout </a:t>
            </a:r>
          </a:p>
          <a:p>
            <a:pPr marL="171450" indent="-171450">
              <a:buFont typeface="Arial" panose="020B0604020202020204" pitchFamily="34" charset="0"/>
              <a:buChar char="•"/>
            </a:pPr>
            <a:r>
              <a:rPr lang="en-GB" sz="1400" dirty="0">
                <a:solidFill>
                  <a:srgbClr val="0C004C"/>
                </a:solidFill>
                <a:effectLst/>
                <a:latin typeface="+mj-lt"/>
                <a:cs typeface="Segoe UI" panose="020B0502040204020203" pitchFamily="34" charset="0"/>
              </a:rPr>
              <a:t>used as a large expressive illustration </a:t>
            </a:r>
          </a:p>
        </p:txBody>
      </p:sp>
      <p:grpSp>
        <p:nvGrpSpPr>
          <p:cNvPr id="3" name="Group 2" descr="pictograms with accent colors">
            <a:extLst>
              <a:ext uri="{FF2B5EF4-FFF2-40B4-BE49-F238E27FC236}">
                <a16:creationId xmlns:a16="http://schemas.microsoft.com/office/drawing/2014/main" id="{31BBCCFD-7160-50BD-400C-BED8BEE208DD}"/>
              </a:ext>
            </a:extLst>
          </p:cNvPr>
          <p:cNvGrpSpPr/>
          <p:nvPr userDrawn="1"/>
        </p:nvGrpSpPr>
        <p:grpSpPr>
          <a:xfrm>
            <a:off x="550164" y="5125013"/>
            <a:ext cx="2159747" cy="680781"/>
            <a:chOff x="550164" y="5125013"/>
            <a:chExt cx="2159747" cy="680781"/>
          </a:xfrm>
        </p:grpSpPr>
        <p:pic>
          <p:nvPicPr>
            <p:cNvPr id="7" name="Picture 6" descr="A colorful cube with purple and yellow squares&#10;&#10;AI-generated content may be incorrect.">
              <a:extLst>
                <a:ext uri="{FF2B5EF4-FFF2-40B4-BE49-F238E27FC236}">
                  <a16:creationId xmlns:a16="http://schemas.microsoft.com/office/drawing/2014/main" id="{011BFC08-9810-AC36-4734-2DBD3E8DC86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50164" y="5125013"/>
              <a:ext cx="680781" cy="680781"/>
            </a:xfrm>
            <a:prstGeom prst="rect">
              <a:avLst/>
            </a:prstGeom>
          </p:spPr>
        </p:pic>
        <p:pic>
          <p:nvPicPr>
            <p:cNvPr id="8" name="Picture 7">
              <a:extLst>
                <a:ext uri="{FF2B5EF4-FFF2-40B4-BE49-F238E27FC236}">
                  <a16:creationId xmlns:a16="http://schemas.microsoft.com/office/drawing/2014/main" id="{66DE5405-8D04-89A3-D50D-6A4E3994B4F6}"/>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1289647" y="5125013"/>
              <a:ext cx="680781" cy="680781"/>
            </a:xfrm>
            <a:prstGeom prst="rect">
              <a:avLst/>
            </a:prstGeom>
          </p:spPr>
        </p:pic>
        <p:pic>
          <p:nvPicPr>
            <p:cNvPr id="9" name="Picture 8">
              <a:extLst>
                <a:ext uri="{FF2B5EF4-FFF2-40B4-BE49-F238E27FC236}">
                  <a16:creationId xmlns:a16="http://schemas.microsoft.com/office/drawing/2014/main" id="{D2E79EF5-BCB0-4652-4D84-9771BDB88ABD}"/>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2029130" y="5125013"/>
              <a:ext cx="680781" cy="680781"/>
            </a:xfrm>
            <a:prstGeom prst="rect">
              <a:avLst/>
            </a:prstGeom>
          </p:spPr>
        </p:pic>
      </p:grpSp>
      <p:pic>
        <p:nvPicPr>
          <p:cNvPr id="10" name="Picture 9" descr="A purple paper plane&#10;">
            <a:extLst>
              <a:ext uri="{FF2B5EF4-FFF2-40B4-BE49-F238E27FC236}">
                <a16:creationId xmlns:a16="http://schemas.microsoft.com/office/drawing/2014/main" id="{6706DEBC-CA78-57B6-1ABD-0E06263FCED2}"/>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3653155" y="722826"/>
            <a:ext cx="840821" cy="840821"/>
          </a:xfrm>
          <a:prstGeom prst="rect">
            <a:avLst/>
          </a:prstGeom>
        </p:spPr>
      </p:pic>
      <p:pic>
        <p:nvPicPr>
          <p:cNvPr id="12" name="Picture 11" descr="A purple and white cube&#10;">
            <a:extLst>
              <a:ext uri="{FF2B5EF4-FFF2-40B4-BE49-F238E27FC236}">
                <a16:creationId xmlns:a16="http://schemas.microsoft.com/office/drawing/2014/main" id="{BFB38276-5BA2-B22D-DD5D-36936ED25C03}"/>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4702209" y="722826"/>
            <a:ext cx="840821" cy="840821"/>
          </a:xfrm>
          <a:prstGeom prst="rect">
            <a:avLst/>
          </a:prstGeom>
        </p:spPr>
      </p:pic>
      <p:pic>
        <p:nvPicPr>
          <p:cNvPr id="13" name="Picture 12" descr="A purple and white square with a graph going up">
            <a:extLst>
              <a:ext uri="{FF2B5EF4-FFF2-40B4-BE49-F238E27FC236}">
                <a16:creationId xmlns:a16="http://schemas.microsoft.com/office/drawing/2014/main" id="{BA08C0A7-E1A4-21CF-4A94-AA95B511517F}"/>
              </a:ext>
            </a:extLst>
          </p:cNvPr>
          <p:cNvPicPr>
            <a:picLocks noChangeAspect="1"/>
          </p:cNvPicPr>
          <p:nvPr userDrawn="1"/>
        </p:nvPicPr>
        <p:blipFill>
          <a:blip r:embed="rId7" cstate="screen">
            <a:extLst>
              <a:ext uri="{28A0092B-C50C-407E-A947-70E740481C1C}">
                <a14:useLocalDpi xmlns:a14="http://schemas.microsoft.com/office/drawing/2010/main"/>
              </a:ext>
            </a:extLst>
          </a:blip>
          <a:srcRect/>
          <a:stretch/>
        </p:blipFill>
        <p:spPr>
          <a:xfrm>
            <a:off x="5751263" y="722826"/>
            <a:ext cx="840821" cy="840821"/>
          </a:xfrm>
          <a:prstGeom prst="rect">
            <a:avLst/>
          </a:prstGeom>
        </p:spPr>
      </p:pic>
      <p:pic>
        <p:nvPicPr>
          <p:cNvPr id="15" name="Picture 14" descr="A four white circles with arrows pointing to the center&#10;">
            <a:extLst>
              <a:ext uri="{FF2B5EF4-FFF2-40B4-BE49-F238E27FC236}">
                <a16:creationId xmlns:a16="http://schemas.microsoft.com/office/drawing/2014/main" id="{CA1EFC87-9EBE-47A0-2495-D7F88385E154}"/>
              </a:ext>
            </a:extLst>
          </p:cNvPr>
          <p:cNvPicPr>
            <a:picLocks noChangeAspect="1"/>
          </p:cNvPicPr>
          <p:nvPr userDrawn="1"/>
        </p:nvPicPr>
        <p:blipFill>
          <a:blip r:embed="rId8" cstate="screen">
            <a:extLst>
              <a:ext uri="{28A0092B-C50C-407E-A947-70E740481C1C}">
                <a14:useLocalDpi xmlns:a14="http://schemas.microsoft.com/office/drawing/2010/main"/>
              </a:ext>
            </a:extLst>
          </a:blip>
          <a:srcRect/>
          <a:stretch/>
        </p:blipFill>
        <p:spPr>
          <a:xfrm>
            <a:off x="6800317" y="722826"/>
            <a:ext cx="840821" cy="840821"/>
          </a:xfrm>
          <a:prstGeom prst="rect">
            <a:avLst/>
          </a:prstGeom>
        </p:spPr>
      </p:pic>
      <p:pic>
        <p:nvPicPr>
          <p:cNvPr id="16" name="Picture 15" descr="A purple globe&#10;">
            <a:extLst>
              <a:ext uri="{FF2B5EF4-FFF2-40B4-BE49-F238E27FC236}">
                <a16:creationId xmlns:a16="http://schemas.microsoft.com/office/drawing/2014/main" id="{0917A544-91AE-E692-5BF1-53402396F1D5}"/>
              </a:ext>
            </a:extLst>
          </p:cNvPr>
          <p:cNvPicPr>
            <a:picLocks noChangeAspect="1"/>
          </p:cNvPicPr>
          <p:nvPr userDrawn="1"/>
        </p:nvPicPr>
        <p:blipFill>
          <a:blip r:embed="rId9" cstate="screen">
            <a:extLst>
              <a:ext uri="{28A0092B-C50C-407E-A947-70E740481C1C}">
                <a14:useLocalDpi xmlns:a14="http://schemas.microsoft.com/office/drawing/2010/main"/>
              </a:ext>
            </a:extLst>
          </a:blip>
          <a:srcRect/>
          <a:stretch/>
        </p:blipFill>
        <p:spPr>
          <a:xfrm>
            <a:off x="7849371" y="722826"/>
            <a:ext cx="840821" cy="840821"/>
          </a:xfrm>
          <a:prstGeom prst="rect">
            <a:avLst/>
          </a:prstGeom>
        </p:spPr>
      </p:pic>
      <p:pic>
        <p:nvPicPr>
          <p:cNvPr id="17" name="Picture 16" descr="A purple and white cylinder&#10;">
            <a:extLst>
              <a:ext uri="{FF2B5EF4-FFF2-40B4-BE49-F238E27FC236}">
                <a16:creationId xmlns:a16="http://schemas.microsoft.com/office/drawing/2014/main" id="{42D8CE99-A187-B4EC-3CE8-E0A0079D147D}"/>
              </a:ext>
            </a:extLst>
          </p:cNvPr>
          <p:cNvPicPr>
            <a:picLocks noChangeAspect="1"/>
          </p:cNvPicPr>
          <p:nvPr userDrawn="1"/>
        </p:nvPicPr>
        <p:blipFill>
          <a:blip r:embed="rId10" cstate="screen">
            <a:extLst>
              <a:ext uri="{28A0092B-C50C-407E-A947-70E740481C1C}">
                <a14:useLocalDpi xmlns:a14="http://schemas.microsoft.com/office/drawing/2010/main"/>
              </a:ext>
            </a:extLst>
          </a:blip>
          <a:srcRect/>
          <a:stretch/>
        </p:blipFill>
        <p:spPr>
          <a:xfrm>
            <a:off x="8898425" y="722826"/>
            <a:ext cx="840821" cy="840821"/>
          </a:xfrm>
          <a:prstGeom prst="rect">
            <a:avLst/>
          </a:prstGeom>
        </p:spPr>
      </p:pic>
      <p:pic>
        <p:nvPicPr>
          <p:cNvPr id="18" name="Picture 17" descr="A close-up of a square&#10;">
            <a:extLst>
              <a:ext uri="{FF2B5EF4-FFF2-40B4-BE49-F238E27FC236}">
                <a16:creationId xmlns:a16="http://schemas.microsoft.com/office/drawing/2014/main" id="{FD834259-89C8-6E7B-8174-C312F344B111}"/>
              </a:ext>
            </a:extLst>
          </p:cNvPr>
          <p:cNvPicPr>
            <a:picLocks noChangeAspect="1"/>
          </p:cNvPicPr>
          <p:nvPr userDrawn="1"/>
        </p:nvPicPr>
        <p:blipFill>
          <a:blip r:embed="rId11" cstate="screen">
            <a:extLst>
              <a:ext uri="{28A0092B-C50C-407E-A947-70E740481C1C}">
                <a14:useLocalDpi xmlns:a14="http://schemas.microsoft.com/office/drawing/2010/main"/>
              </a:ext>
            </a:extLst>
          </a:blip>
          <a:srcRect/>
          <a:stretch/>
        </p:blipFill>
        <p:spPr>
          <a:xfrm>
            <a:off x="9947479" y="722826"/>
            <a:ext cx="840821" cy="840821"/>
          </a:xfrm>
          <a:prstGeom prst="rect">
            <a:avLst/>
          </a:prstGeom>
        </p:spPr>
      </p:pic>
      <p:pic>
        <p:nvPicPr>
          <p:cNvPr id="19" name="Picture 18" descr="A purple and white circle with a arrow&#10;">
            <a:extLst>
              <a:ext uri="{FF2B5EF4-FFF2-40B4-BE49-F238E27FC236}">
                <a16:creationId xmlns:a16="http://schemas.microsoft.com/office/drawing/2014/main" id="{6E9622CD-3F3E-E069-0117-5311FB2D87E6}"/>
              </a:ext>
            </a:extLst>
          </p:cNvPr>
          <p:cNvPicPr>
            <a:picLocks noChangeAspect="1"/>
          </p:cNvPicPr>
          <p:nvPr userDrawn="1"/>
        </p:nvPicPr>
        <p:blipFill>
          <a:blip r:embed="rId12" cstate="screen">
            <a:extLst>
              <a:ext uri="{28A0092B-C50C-407E-A947-70E740481C1C}">
                <a14:useLocalDpi xmlns:a14="http://schemas.microsoft.com/office/drawing/2010/main"/>
              </a:ext>
            </a:extLst>
          </a:blip>
          <a:srcRect/>
          <a:stretch/>
        </p:blipFill>
        <p:spPr>
          <a:xfrm>
            <a:off x="10996536" y="715792"/>
            <a:ext cx="840821" cy="840821"/>
          </a:xfrm>
          <a:prstGeom prst="rect">
            <a:avLst/>
          </a:prstGeom>
        </p:spPr>
      </p:pic>
      <p:pic>
        <p:nvPicPr>
          <p:cNvPr id="20" name="Picture 19" descr="A white circle with purple">
            <a:extLst>
              <a:ext uri="{FF2B5EF4-FFF2-40B4-BE49-F238E27FC236}">
                <a16:creationId xmlns:a16="http://schemas.microsoft.com/office/drawing/2014/main" id="{91C2BF43-AAF0-002B-21FB-FA73AEB84345}"/>
              </a:ext>
            </a:extLst>
          </p:cNvPr>
          <p:cNvPicPr>
            <a:picLocks noChangeAspect="1"/>
          </p:cNvPicPr>
          <p:nvPr userDrawn="1"/>
        </p:nvPicPr>
        <p:blipFill>
          <a:blip r:embed="rId13" cstate="screen">
            <a:extLst>
              <a:ext uri="{28A0092B-C50C-407E-A947-70E740481C1C}">
                <a14:useLocalDpi xmlns:a14="http://schemas.microsoft.com/office/drawing/2010/main"/>
              </a:ext>
            </a:extLst>
          </a:blip>
          <a:srcRect/>
          <a:stretch/>
        </p:blipFill>
        <p:spPr>
          <a:xfrm>
            <a:off x="3653155" y="1624884"/>
            <a:ext cx="840821" cy="840821"/>
          </a:xfrm>
          <a:prstGeom prst="rect">
            <a:avLst/>
          </a:prstGeom>
        </p:spPr>
      </p:pic>
      <p:pic>
        <p:nvPicPr>
          <p:cNvPr id="21" name="Picture 20" descr="A purple diamond with a white star">
            <a:extLst>
              <a:ext uri="{FF2B5EF4-FFF2-40B4-BE49-F238E27FC236}">
                <a16:creationId xmlns:a16="http://schemas.microsoft.com/office/drawing/2014/main" id="{2D0B2A79-999B-F7B3-8F43-08CB8D6725D9}"/>
              </a:ext>
            </a:extLst>
          </p:cNvPr>
          <p:cNvPicPr>
            <a:picLocks noChangeAspect="1"/>
          </p:cNvPicPr>
          <p:nvPr userDrawn="1"/>
        </p:nvPicPr>
        <p:blipFill>
          <a:blip r:embed="rId14" cstate="screen">
            <a:extLst>
              <a:ext uri="{28A0092B-C50C-407E-A947-70E740481C1C}">
                <a14:useLocalDpi xmlns:a14="http://schemas.microsoft.com/office/drawing/2010/main"/>
              </a:ext>
            </a:extLst>
          </a:blip>
          <a:srcRect/>
          <a:stretch/>
        </p:blipFill>
        <p:spPr>
          <a:xfrm>
            <a:off x="4702209" y="1624884"/>
            <a:ext cx="840821" cy="840821"/>
          </a:xfrm>
          <a:prstGeom prst="rect">
            <a:avLst/>
          </a:prstGeom>
        </p:spPr>
      </p:pic>
      <p:pic>
        <p:nvPicPr>
          <p:cNvPr id="22" name="Picture 21" descr="A purple and blue squares with a arrow pointing up&#10;">
            <a:extLst>
              <a:ext uri="{FF2B5EF4-FFF2-40B4-BE49-F238E27FC236}">
                <a16:creationId xmlns:a16="http://schemas.microsoft.com/office/drawing/2014/main" id="{047BF9EE-1405-39B6-3F48-3A17B9054400}"/>
              </a:ext>
            </a:extLst>
          </p:cNvPr>
          <p:cNvPicPr>
            <a:picLocks noChangeAspect="1"/>
          </p:cNvPicPr>
          <p:nvPr userDrawn="1"/>
        </p:nvPicPr>
        <p:blipFill>
          <a:blip r:embed="rId15" cstate="screen">
            <a:extLst>
              <a:ext uri="{28A0092B-C50C-407E-A947-70E740481C1C}">
                <a14:useLocalDpi xmlns:a14="http://schemas.microsoft.com/office/drawing/2010/main"/>
              </a:ext>
            </a:extLst>
          </a:blip>
          <a:srcRect/>
          <a:stretch/>
        </p:blipFill>
        <p:spPr>
          <a:xfrm>
            <a:off x="5751263" y="1624884"/>
            <a:ext cx="840821" cy="840821"/>
          </a:xfrm>
          <a:prstGeom prst="rect">
            <a:avLst/>
          </a:prstGeom>
        </p:spPr>
      </p:pic>
      <p:pic>
        <p:nvPicPr>
          <p:cNvPr id="23" name="Picture 22" descr="A circular arrow in a square&#10;">
            <a:extLst>
              <a:ext uri="{FF2B5EF4-FFF2-40B4-BE49-F238E27FC236}">
                <a16:creationId xmlns:a16="http://schemas.microsoft.com/office/drawing/2014/main" id="{72B05824-00A0-6F51-012E-DF99FB44AE19}"/>
              </a:ext>
            </a:extLst>
          </p:cNvPr>
          <p:cNvPicPr>
            <a:picLocks noChangeAspect="1"/>
          </p:cNvPicPr>
          <p:nvPr userDrawn="1"/>
        </p:nvPicPr>
        <p:blipFill>
          <a:blip r:embed="rId16" cstate="screen">
            <a:extLst>
              <a:ext uri="{28A0092B-C50C-407E-A947-70E740481C1C}">
                <a14:useLocalDpi xmlns:a14="http://schemas.microsoft.com/office/drawing/2010/main"/>
              </a:ext>
            </a:extLst>
          </a:blip>
          <a:srcRect/>
          <a:stretch/>
        </p:blipFill>
        <p:spPr>
          <a:xfrm>
            <a:off x="6800317" y="1624884"/>
            <a:ext cx="840821" cy="840821"/>
          </a:xfrm>
          <a:prstGeom prst="rect">
            <a:avLst/>
          </a:prstGeom>
        </p:spPr>
      </p:pic>
      <p:pic>
        <p:nvPicPr>
          <p:cNvPr id="24" name="Picture 23" descr="A bright light in a circle&#10;">
            <a:extLst>
              <a:ext uri="{FF2B5EF4-FFF2-40B4-BE49-F238E27FC236}">
                <a16:creationId xmlns:a16="http://schemas.microsoft.com/office/drawing/2014/main" id="{AA92891A-8984-DEBC-0056-18C894D90216}"/>
              </a:ext>
            </a:extLst>
          </p:cNvPr>
          <p:cNvPicPr>
            <a:picLocks noChangeAspect="1"/>
          </p:cNvPicPr>
          <p:nvPr userDrawn="1"/>
        </p:nvPicPr>
        <p:blipFill>
          <a:blip r:embed="rId17" cstate="screen">
            <a:extLst>
              <a:ext uri="{28A0092B-C50C-407E-A947-70E740481C1C}">
                <a14:useLocalDpi xmlns:a14="http://schemas.microsoft.com/office/drawing/2010/main"/>
              </a:ext>
            </a:extLst>
          </a:blip>
          <a:srcRect/>
          <a:stretch/>
        </p:blipFill>
        <p:spPr>
          <a:xfrm>
            <a:off x="7849371" y="1624884"/>
            <a:ext cx="840821" cy="840821"/>
          </a:xfrm>
          <a:prstGeom prst="rect">
            <a:avLst/>
          </a:prstGeom>
        </p:spPr>
      </p:pic>
      <p:pic>
        <p:nvPicPr>
          <p:cNvPr id="25" name="Picture 24" descr="A purple head silhouette">
            <a:extLst>
              <a:ext uri="{FF2B5EF4-FFF2-40B4-BE49-F238E27FC236}">
                <a16:creationId xmlns:a16="http://schemas.microsoft.com/office/drawing/2014/main" id="{236B00E7-6FE4-35FB-DDD6-49ACC5116EEC}"/>
              </a:ext>
            </a:extLst>
          </p:cNvPr>
          <p:cNvPicPr>
            <a:picLocks noChangeAspect="1"/>
          </p:cNvPicPr>
          <p:nvPr userDrawn="1"/>
        </p:nvPicPr>
        <p:blipFill>
          <a:blip r:embed="rId18" cstate="screen">
            <a:extLst>
              <a:ext uri="{28A0092B-C50C-407E-A947-70E740481C1C}">
                <a14:useLocalDpi xmlns:a14="http://schemas.microsoft.com/office/drawing/2010/main"/>
              </a:ext>
            </a:extLst>
          </a:blip>
          <a:srcRect/>
          <a:stretch/>
        </p:blipFill>
        <p:spPr>
          <a:xfrm>
            <a:off x="8898425" y="1624884"/>
            <a:ext cx="840821" cy="840821"/>
          </a:xfrm>
          <a:prstGeom prst="rect">
            <a:avLst/>
          </a:prstGeom>
        </p:spPr>
      </p:pic>
      <p:pic>
        <p:nvPicPr>
          <p:cNvPr id="26" name="Picture 25" descr="A group of people in a row">
            <a:extLst>
              <a:ext uri="{FF2B5EF4-FFF2-40B4-BE49-F238E27FC236}">
                <a16:creationId xmlns:a16="http://schemas.microsoft.com/office/drawing/2014/main" id="{1A250DBC-5589-D7D8-9BCF-3FBD9D409259}"/>
              </a:ext>
            </a:extLst>
          </p:cNvPr>
          <p:cNvPicPr>
            <a:picLocks noChangeAspect="1"/>
          </p:cNvPicPr>
          <p:nvPr userDrawn="1"/>
        </p:nvPicPr>
        <p:blipFill>
          <a:blip r:embed="rId19" cstate="screen">
            <a:extLst>
              <a:ext uri="{28A0092B-C50C-407E-A947-70E740481C1C}">
                <a14:useLocalDpi xmlns:a14="http://schemas.microsoft.com/office/drawing/2010/main"/>
              </a:ext>
            </a:extLst>
          </a:blip>
          <a:srcRect/>
          <a:stretch/>
        </p:blipFill>
        <p:spPr>
          <a:xfrm>
            <a:off x="9947479" y="1624884"/>
            <a:ext cx="840821" cy="840821"/>
          </a:xfrm>
          <a:prstGeom prst="rect">
            <a:avLst/>
          </a:prstGeom>
        </p:spPr>
      </p:pic>
      <p:pic>
        <p:nvPicPr>
          <p:cNvPr id="27" name="Picture 26" descr="A white circle with a purple arrow pointing up">
            <a:extLst>
              <a:ext uri="{FF2B5EF4-FFF2-40B4-BE49-F238E27FC236}">
                <a16:creationId xmlns:a16="http://schemas.microsoft.com/office/drawing/2014/main" id="{B6A7E10B-48F8-1B60-FE3E-3F9D9361288B}"/>
              </a:ext>
            </a:extLst>
          </p:cNvPr>
          <p:cNvPicPr>
            <a:picLocks noChangeAspect="1"/>
          </p:cNvPicPr>
          <p:nvPr userDrawn="1"/>
        </p:nvPicPr>
        <p:blipFill>
          <a:blip r:embed="rId20" cstate="screen">
            <a:extLst>
              <a:ext uri="{28A0092B-C50C-407E-A947-70E740481C1C}">
                <a14:useLocalDpi xmlns:a14="http://schemas.microsoft.com/office/drawing/2010/main"/>
              </a:ext>
            </a:extLst>
          </a:blip>
          <a:srcRect/>
          <a:stretch/>
        </p:blipFill>
        <p:spPr>
          <a:xfrm>
            <a:off x="10996536" y="1624884"/>
            <a:ext cx="840821" cy="840821"/>
          </a:xfrm>
          <a:prstGeom prst="rect">
            <a:avLst/>
          </a:prstGeom>
        </p:spPr>
      </p:pic>
      <p:pic>
        <p:nvPicPr>
          <p:cNvPr id="28" name="Picture 27" descr="A white and purple chat bubbles&#10;">
            <a:extLst>
              <a:ext uri="{FF2B5EF4-FFF2-40B4-BE49-F238E27FC236}">
                <a16:creationId xmlns:a16="http://schemas.microsoft.com/office/drawing/2014/main" id="{E77A3DCF-3E85-A6AF-2BD4-A0AD4360B61C}"/>
              </a:ext>
            </a:extLst>
          </p:cNvPr>
          <p:cNvPicPr>
            <a:picLocks noChangeAspect="1"/>
          </p:cNvPicPr>
          <p:nvPr userDrawn="1"/>
        </p:nvPicPr>
        <p:blipFill>
          <a:blip r:embed="rId21" cstate="screen">
            <a:extLst>
              <a:ext uri="{28A0092B-C50C-407E-A947-70E740481C1C}">
                <a14:useLocalDpi xmlns:a14="http://schemas.microsoft.com/office/drawing/2010/main"/>
              </a:ext>
            </a:extLst>
          </a:blip>
          <a:srcRect/>
          <a:stretch/>
        </p:blipFill>
        <p:spPr>
          <a:xfrm>
            <a:off x="3653155" y="2526942"/>
            <a:ext cx="840821" cy="840821"/>
          </a:xfrm>
          <a:prstGeom prst="rect">
            <a:avLst/>
          </a:prstGeom>
        </p:spPr>
      </p:pic>
      <p:pic>
        <p:nvPicPr>
          <p:cNvPr id="29" name="Picture 28" descr="A light bulb with rays of light&#10;">
            <a:extLst>
              <a:ext uri="{FF2B5EF4-FFF2-40B4-BE49-F238E27FC236}">
                <a16:creationId xmlns:a16="http://schemas.microsoft.com/office/drawing/2014/main" id="{329AA1E7-9607-F36F-5ABF-6F083E528939}"/>
              </a:ext>
            </a:extLst>
          </p:cNvPr>
          <p:cNvPicPr>
            <a:picLocks noChangeAspect="1"/>
          </p:cNvPicPr>
          <p:nvPr userDrawn="1"/>
        </p:nvPicPr>
        <p:blipFill>
          <a:blip r:embed="rId22" cstate="screen">
            <a:extLst>
              <a:ext uri="{28A0092B-C50C-407E-A947-70E740481C1C}">
                <a14:useLocalDpi xmlns:a14="http://schemas.microsoft.com/office/drawing/2010/main"/>
              </a:ext>
            </a:extLst>
          </a:blip>
          <a:srcRect/>
          <a:stretch/>
        </p:blipFill>
        <p:spPr>
          <a:xfrm>
            <a:off x="4702209" y="2526942"/>
            <a:ext cx="840821" cy="840821"/>
          </a:xfrm>
          <a:prstGeom prst="rect">
            <a:avLst/>
          </a:prstGeom>
        </p:spPr>
      </p:pic>
      <p:pic>
        <p:nvPicPr>
          <p:cNvPr id="30" name="Picture 29" descr="A purple diamond">
            <a:extLst>
              <a:ext uri="{FF2B5EF4-FFF2-40B4-BE49-F238E27FC236}">
                <a16:creationId xmlns:a16="http://schemas.microsoft.com/office/drawing/2014/main" id="{222E1BD5-BC43-DB3E-978E-B37BF41AF65F}"/>
              </a:ext>
            </a:extLst>
          </p:cNvPr>
          <p:cNvPicPr>
            <a:picLocks noChangeAspect="1"/>
          </p:cNvPicPr>
          <p:nvPr userDrawn="1"/>
        </p:nvPicPr>
        <p:blipFill>
          <a:blip r:embed="rId23" cstate="screen">
            <a:extLst>
              <a:ext uri="{28A0092B-C50C-407E-A947-70E740481C1C}">
                <a14:useLocalDpi xmlns:a14="http://schemas.microsoft.com/office/drawing/2010/main"/>
              </a:ext>
            </a:extLst>
          </a:blip>
          <a:srcRect/>
          <a:stretch/>
        </p:blipFill>
        <p:spPr>
          <a:xfrm>
            <a:off x="5751263" y="2526942"/>
            <a:ext cx="840821" cy="840821"/>
          </a:xfrm>
          <a:prstGeom prst="rect">
            <a:avLst/>
          </a:prstGeom>
        </p:spPr>
      </p:pic>
      <p:pic>
        <p:nvPicPr>
          <p:cNvPr id="31" name="Picture 30" descr="A purple triangle with a flag on top&#10;">
            <a:extLst>
              <a:ext uri="{FF2B5EF4-FFF2-40B4-BE49-F238E27FC236}">
                <a16:creationId xmlns:a16="http://schemas.microsoft.com/office/drawing/2014/main" id="{F9927230-D0DD-5D94-6DB2-D5E5C4BA4968}"/>
              </a:ext>
            </a:extLst>
          </p:cNvPr>
          <p:cNvPicPr>
            <a:picLocks noChangeAspect="1"/>
          </p:cNvPicPr>
          <p:nvPr userDrawn="1"/>
        </p:nvPicPr>
        <p:blipFill>
          <a:blip r:embed="rId24" cstate="screen">
            <a:extLst>
              <a:ext uri="{28A0092B-C50C-407E-A947-70E740481C1C}">
                <a14:useLocalDpi xmlns:a14="http://schemas.microsoft.com/office/drawing/2010/main"/>
              </a:ext>
            </a:extLst>
          </a:blip>
          <a:srcRect/>
          <a:stretch/>
        </p:blipFill>
        <p:spPr>
          <a:xfrm>
            <a:off x="6800317" y="2526942"/>
            <a:ext cx="840821" cy="840821"/>
          </a:xfrm>
          <a:prstGeom prst="rect">
            <a:avLst/>
          </a:prstGeom>
        </p:spPr>
      </p:pic>
      <p:pic>
        <p:nvPicPr>
          <p:cNvPr id="32" name="Picture 31" descr="A purple eye with white center&#10;">
            <a:extLst>
              <a:ext uri="{FF2B5EF4-FFF2-40B4-BE49-F238E27FC236}">
                <a16:creationId xmlns:a16="http://schemas.microsoft.com/office/drawing/2014/main" id="{8786A3A9-6540-5EB8-02AF-08C2D0D15C18}"/>
              </a:ext>
            </a:extLst>
          </p:cNvPr>
          <p:cNvPicPr>
            <a:picLocks noChangeAspect="1"/>
          </p:cNvPicPr>
          <p:nvPr userDrawn="1"/>
        </p:nvPicPr>
        <p:blipFill>
          <a:blip r:embed="rId25" cstate="screen">
            <a:extLst>
              <a:ext uri="{28A0092B-C50C-407E-A947-70E740481C1C}">
                <a14:useLocalDpi xmlns:a14="http://schemas.microsoft.com/office/drawing/2010/main"/>
              </a:ext>
            </a:extLst>
          </a:blip>
          <a:srcRect/>
          <a:stretch/>
        </p:blipFill>
        <p:spPr>
          <a:xfrm>
            <a:off x="7849371" y="2526942"/>
            <a:ext cx="840821" cy="840821"/>
          </a:xfrm>
          <a:prstGeom prst="rect">
            <a:avLst/>
          </a:prstGeom>
        </p:spPr>
      </p:pic>
      <p:pic>
        <p:nvPicPr>
          <p:cNvPr id="33" name="Picture 32" descr="A purple briefcase with a arrow&#10;">
            <a:extLst>
              <a:ext uri="{FF2B5EF4-FFF2-40B4-BE49-F238E27FC236}">
                <a16:creationId xmlns:a16="http://schemas.microsoft.com/office/drawing/2014/main" id="{5F6278FA-40E5-FD54-E596-8F568E3051E9}"/>
              </a:ext>
            </a:extLst>
          </p:cNvPr>
          <p:cNvPicPr>
            <a:picLocks noChangeAspect="1"/>
          </p:cNvPicPr>
          <p:nvPr userDrawn="1"/>
        </p:nvPicPr>
        <p:blipFill>
          <a:blip r:embed="rId26" cstate="screen">
            <a:extLst>
              <a:ext uri="{28A0092B-C50C-407E-A947-70E740481C1C}">
                <a14:useLocalDpi xmlns:a14="http://schemas.microsoft.com/office/drawing/2010/main"/>
              </a:ext>
            </a:extLst>
          </a:blip>
          <a:srcRect/>
          <a:stretch/>
        </p:blipFill>
        <p:spPr>
          <a:xfrm>
            <a:off x="9947479" y="2526942"/>
            <a:ext cx="840821" cy="840821"/>
          </a:xfrm>
          <a:prstGeom prst="rect">
            <a:avLst/>
          </a:prstGeom>
        </p:spPr>
      </p:pic>
      <p:pic>
        <p:nvPicPr>
          <p:cNvPr id="34" name="Picture 33" descr="A purple head with a chip in the middle&#10;">
            <a:extLst>
              <a:ext uri="{FF2B5EF4-FFF2-40B4-BE49-F238E27FC236}">
                <a16:creationId xmlns:a16="http://schemas.microsoft.com/office/drawing/2014/main" id="{2309A011-C04F-08AB-F024-4619208760B8}"/>
              </a:ext>
            </a:extLst>
          </p:cNvPr>
          <p:cNvPicPr>
            <a:picLocks noChangeAspect="1"/>
          </p:cNvPicPr>
          <p:nvPr userDrawn="1"/>
        </p:nvPicPr>
        <p:blipFill>
          <a:blip r:embed="rId27" cstate="screen">
            <a:extLst>
              <a:ext uri="{28A0092B-C50C-407E-A947-70E740481C1C}">
                <a14:useLocalDpi xmlns:a14="http://schemas.microsoft.com/office/drawing/2010/main"/>
              </a:ext>
            </a:extLst>
          </a:blip>
          <a:srcRect/>
          <a:stretch/>
        </p:blipFill>
        <p:spPr>
          <a:xfrm>
            <a:off x="10996536" y="2526942"/>
            <a:ext cx="840821" cy="840821"/>
          </a:xfrm>
          <a:prstGeom prst="rect">
            <a:avLst/>
          </a:prstGeom>
        </p:spPr>
      </p:pic>
      <p:pic>
        <p:nvPicPr>
          <p:cNvPr id="35" name="Picture 34" descr="A magnifying glass with a graph&#10;">
            <a:extLst>
              <a:ext uri="{FF2B5EF4-FFF2-40B4-BE49-F238E27FC236}">
                <a16:creationId xmlns:a16="http://schemas.microsoft.com/office/drawing/2014/main" id="{2326B2BF-C7FA-E463-AFF3-EDD93A10D87E}"/>
              </a:ext>
            </a:extLst>
          </p:cNvPr>
          <p:cNvPicPr>
            <a:picLocks noChangeAspect="1"/>
          </p:cNvPicPr>
          <p:nvPr userDrawn="1"/>
        </p:nvPicPr>
        <p:blipFill>
          <a:blip r:embed="rId28" cstate="screen">
            <a:extLst>
              <a:ext uri="{28A0092B-C50C-407E-A947-70E740481C1C}">
                <a14:useLocalDpi xmlns:a14="http://schemas.microsoft.com/office/drawing/2010/main"/>
              </a:ext>
            </a:extLst>
          </a:blip>
          <a:srcRect/>
          <a:stretch/>
        </p:blipFill>
        <p:spPr>
          <a:xfrm>
            <a:off x="8898425" y="2526942"/>
            <a:ext cx="840821" cy="840821"/>
          </a:xfrm>
          <a:prstGeom prst="rect">
            <a:avLst/>
          </a:prstGeom>
        </p:spPr>
      </p:pic>
      <p:pic>
        <p:nvPicPr>
          <p:cNvPr id="36" name="Picture 35" descr="A white circle with a purple tick in it&#10;">
            <a:extLst>
              <a:ext uri="{FF2B5EF4-FFF2-40B4-BE49-F238E27FC236}">
                <a16:creationId xmlns:a16="http://schemas.microsoft.com/office/drawing/2014/main" id="{B8CDB3E7-9DFA-943C-86C2-BA15387C3FC5}"/>
              </a:ext>
            </a:extLst>
          </p:cNvPr>
          <p:cNvPicPr>
            <a:picLocks noChangeAspect="1"/>
          </p:cNvPicPr>
          <p:nvPr userDrawn="1"/>
        </p:nvPicPr>
        <p:blipFill>
          <a:blip r:embed="rId29" cstate="screen">
            <a:extLst>
              <a:ext uri="{28A0092B-C50C-407E-A947-70E740481C1C}">
                <a14:useLocalDpi xmlns:a14="http://schemas.microsoft.com/office/drawing/2010/main"/>
              </a:ext>
            </a:extLst>
          </a:blip>
          <a:srcRect/>
          <a:stretch/>
        </p:blipFill>
        <p:spPr>
          <a:xfrm>
            <a:off x="3653155" y="3429000"/>
            <a:ext cx="840821" cy="840821"/>
          </a:xfrm>
          <a:prstGeom prst="rect">
            <a:avLst/>
          </a:prstGeom>
        </p:spPr>
      </p:pic>
      <p:pic>
        <p:nvPicPr>
          <p:cNvPr id="37" name="Picture 36" descr="A purple triangle and white circle">
            <a:extLst>
              <a:ext uri="{FF2B5EF4-FFF2-40B4-BE49-F238E27FC236}">
                <a16:creationId xmlns:a16="http://schemas.microsoft.com/office/drawing/2014/main" id="{3311E44B-6028-5F19-9ED0-20795B9A4EF3}"/>
              </a:ext>
            </a:extLst>
          </p:cNvPr>
          <p:cNvPicPr>
            <a:picLocks noChangeAspect="1"/>
          </p:cNvPicPr>
          <p:nvPr userDrawn="1"/>
        </p:nvPicPr>
        <p:blipFill>
          <a:blip r:embed="rId30" cstate="screen">
            <a:extLst>
              <a:ext uri="{28A0092B-C50C-407E-A947-70E740481C1C}">
                <a14:useLocalDpi xmlns:a14="http://schemas.microsoft.com/office/drawing/2010/main"/>
              </a:ext>
            </a:extLst>
          </a:blip>
          <a:srcRect/>
          <a:stretch/>
        </p:blipFill>
        <p:spPr>
          <a:xfrm>
            <a:off x="4702209" y="3429000"/>
            <a:ext cx="840821" cy="840821"/>
          </a:xfrm>
          <a:prstGeom prst="rect">
            <a:avLst/>
          </a:prstGeom>
        </p:spPr>
      </p:pic>
      <p:pic>
        <p:nvPicPr>
          <p:cNvPr id="38" name="Picture 37" descr="A group of circles in a circle&#10;">
            <a:extLst>
              <a:ext uri="{FF2B5EF4-FFF2-40B4-BE49-F238E27FC236}">
                <a16:creationId xmlns:a16="http://schemas.microsoft.com/office/drawing/2014/main" id="{416B0BE8-E684-FB73-5FD9-A2C16C66498D}"/>
              </a:ext>
            </a:extLst>
          </p:cNvPr>
          <p:cNvPicPr>
            <a:picLocks noChangeAspect="1"/>
          </p:cNvPicPr>
          <p:nvPr userDrawn="1"/>
        </p:nvPicPr>
        <p:blipFill>
          <a:blip r:embed="rId31" cstate="screen">
            <a:extLst>
              <a:ext uri="{28A0092B-C50C-407E-A947-70E740481C1C}">
                <a14:useLocalDpi xmlns:a14="http://schemas.microsoft.com/office/drawing/2010/main"/>
              </a:ext>
            </a:extLst>
          </a:blip>
          <a:srcRect/>
          <a:stretch/>
        </p:blipFill>
        <p:spPr>
          <a:xfrm>
            <a:off x="5751263" y="3429000"/>
            <a:ext cx="840821" cy="840821"/>
          </a:xfrm>
          <a:prstGeom prst="rect">
            <a:avLst/>
          </a:prstGeom>
        </p:spPr>
      </p:pic>
      <p:pic>
        <p:nvPicPr>
          <p:cNvPr id="39" name="Picture 38" descr="A check mark">
            <a:extLst>
              <a:ext uri="{FF2B5EF4-FFF2-40B4-BE49-F238E27FC236}">
                <a16:creationId xmlns:a16="http://schemas.microsoft.com/office/drawing/2014/main" id="{6BDA4D64-41B6-9ACD-7AD9-2E9B16606845}"/>
              </a:ext>
            </a:extLst>
          </p:cNvPr>
          <p:cNvPicPr>
            <a:picLocks noChangeAspect="1"/>
          </p:cNvPicPr>
          <p:nvPr userDrawn="1"/>
        </p:nvPicPr>
        <p:blipFill>
          <a:blip r:embed="rId32" cstate="screen">
            <a:extLst>
              <a:ext uri="{28A0092B-C50C-407E-A947-70E740481C1C}">
                <a14:useLocalDpi xmlns:a14="http://schemas.microsoft.com/office/drawing/2010/main"/>
              </a:ext>
            </a:extLst>
          </a:blip>
          <a:srcRect/>
          <a:stretch/>
        </p:blipFill>
        <p:spPr>
          <a:xfrm>
            <a:off x="6800317" y="3429000"/>
            <a:ext cx="840821" cy="840821"/>
          </a:xfrm>
          <a:prstGeom prst="rect">
            <a:avLst/>
          </a:prstGeom>
        </p:spPr>
      </p:pic>
      <p:pic>
        <p:nvPicPr>
          <p:cNvPr id="40" name="Picture 39" descr="A star with rays&#10;">
            <a:extLst>
              <a:ext uri="{FF2B5EF4-FFF2-40B4-BE49-F238E27FC236}">
                <a16:creationId xmlns:a16="http://schemas.microsoft.com/office/drawing/2014/main" id="{ACDD156F-09AB-B863-574B-F1DB674609F4}"/>
              </a:ext>
            </a:extLst>
          </p:cNvPr>
          <p:cNvPicPr>
            <a:picLocks noChangeAspect="1"/>
          </p:cNvPicPr>
          <p:nvPr userDrawn="1"/>
        </p:nvPicPr>
        <p:blipFill>
          <a:blip r:embed="rId33" cstate="screen">
            <a:extLst>
              <a:ext uri="{28A0092B-C50C-407E-A947-70E740481C1C}">
                <a14:useLocalDpi xmlns:a14="http://schemas.microsoft.com/office/drawing/2010/main"/>
              </a:ext>
            </a:extLst>
          </a:blip>
          <a:srcRect/>
          <a:stretch/>
        </p:blipFill>
        <p:spPr>
          <a:xfrm>
            <a:off x="7849371" y="3429000"/>
            <a:ext cx="840821" cy="840821"/>
          </a:xfrm>
          <a:prstGeom prst="rect">
            <a:avLst/>
          </a:prstGeom>
        </p:spPr>
      </p:pic>
      <p:pic>
        <p:nvPicPr>
          <p:cNvPr id="41" name="Picture 40" descr="A purple circle with a horizontal line">
            <a:extLst>
              <a:ext uri="{FF2B5EF4-FFF2-40B4-BE49-F238E27FC236}">
                <a16:creationId xmlns:a16="http://schemas.microsoft.com/office/drawing/2014/main" id="{BB3DAB53-8AE7-2D10-FB60-DC34A126C172}"/>
              </a:ext>
            </a:extLst>
          </p:cNvPr>
          <p:cNvPicPr>
            <a:picLocks noChangeAspect="1"/>
          </p:cNvPicPr>
          <p:nvPr userDrawn="1"/>
        </p:nvPicPr>
        <p:blipFill>
          <a:blip r:embed="rId34" cstate="screen">
            <a:extLst>
              <a:ext uri="{28A0092B-C50C-407E-A947-70E740481C1C}">
                <a14:useLocalDpi xmlns:a14="http://schemas.microsoft.com/office/drawing/2010/main"/>
              </a:ext>
            </a:extLst>
          </a:blip>
          <a:srcRect/>
          <a:stretch/>
        </p:blipFill>
        <p:spPr>
          <a:xfrm>
            <a:off x="8898425" y="3429000"/>
            <a:ext cx="840821" cy="840821"/>
          </a:xfrm>
          <a:prstGeom prst="rect">
            <a:avLst/>
          </a:prstGeom>
        </p:spPr>
      </p:pic>
      <p:pic>
        <p:nvPicPr>
          <p:cNvPr id="42" name="Picture 41" descr="A cirle on inclined line in elevation">
            <a:extLst>
              <a:ext uri="{FF2B5EF4-FFF2-40B4-BE49-F238E27FC236}">
                <a16:creationId xmlns:a16="http://schemas.microsoft.com/office/drawing/2014/main" id="{06D5036D-D491-5251-95A2-5C90FD4640BA}"/>
              </a:ext>
            </a:extLst>
          </p:cNvPr>
          <p:cNvPicPr>
            <a:picLocks noChangeAspect="1"/>
          </p:cNvPicPr>
          <p:nvPr userDrawn="1"/>
        </p:nvPicPr>
        <p:blipFill>
          <a:blip r:embed="rId35" cstate="screen">
            <a:extLst>
              <a:ext uri="{28A0092B-C50C-407E-A947-70E740481C1C}">
                <a14:useLocalDpi xmlns:a14="http://schemas.microsoft.com/office/drawing/2010/main"/>
              </a:ext>
            </a:extLst>
          </a:blip>
          <a:srcRect/>
          <a:stretch/>
        </p:blipFill>
        <p:spPr>
          <a:xfrm>
            <a:off x="9947479" y="3429000"/>
            <a:ext cx="840821" cy="840821"/>
          </a:xfrm>
          <a:prstGeom prst="rect">
            <a:avLst/>
          </a:prstGeom>
        </p:spPr>
      </p:pic>
      <p:pic>
        <p:nvPicPr>
          <p:cNvPr id="43" name="Picture 42" descr="A purple leaf in a circle&#10;">
            <a:extLst>
              <a:ext uri="{FF2B5EF4-FFF2-40B4-BE49-F238E27FC236}">
                <a16:creationId xmlns:a16="http://schemas.microsoft.com/office/drawing/2014/main" id="{4AE67EAB-DDAC-0020-4109-A5039E6270B8}"/>
              </a:ext>
            </a:extLst>
          </p:cNvPr>
          <p:cNvPicPr>
            <a:picLocks noChangeAspect="1"/>
          </p:cNvPicPr>
          <p:nvPr userDrawn="1"/>
        </p:nvPicPr>
        <p:blipFill>
          <a:blip r:embed="rId36" cstate="screen">
            <a:extLst>
              <a:ext uri="{28A0092B-C50C-407E-A947-70E740481C1C}">
                <a14:useLocalDpi xmlns:a14="http://schemas.microsoft.com/office/drawing/2010/main"/>
              </a:ext>
            </a:extLst>
          </a:blip>
          <a:srcRect/>
          <a:stretch/>
        </p:blipFill>
        <p:spPr>
          <a:xfrm>
            <a:off x="10996536" y="3429000"/>
            <a:ext cx="840821" cy="840821"/>
          </a:xfrm>
          <a:prstGeom prst="rect">
            <a:avLst/>
          </a:prstGeom>
        </p:spPr>
      </p:pic>
      <p:pic>
        <p:nvPicPr>
          <p:cNvPr id="44" name="Picture 43" descr="4 circles with a square">
            <a:extLst>
              <a:ext uri="{FF2B5EF4-FFF2-40B4-BE49-F238E27FC236}">
                <a16:creationId xmlns:a16="http://schemas.microsoft.com/office/drawing/2014/main" id="{8F53F262-53E1-4714-A3A7-12C64B274D5C}"/>
              </a:ext>
            </a:extLst>
          </p:cNvPr>
          <p:cNvPicPr>
            <a:picLocks noChangeAspect="1"/>
          </p:cNvPicPr>
          <p:nvPr userDrawn="1"/>
        </p:nvPicPr>
        <p:blipFill>
          <a:blip r:embed="rId37" cstate="screen">
            <a:extLst>
              <a:ext uri="{28A0092B-C50C-407E-A947-70E740481C1C}">
                <a14:useLocalDpi xmlns:a14="http://schemas.microsoft.com/office/drawing/2010/main"/>
              </a:ext>
            </a:extLst>
          </a:blip>
          <a:srcRect/>
          <a:stretch/>
        </p:blipFill>
        <p:spPr>
          <a:xfrm>
            <a:off x="3653155" y="4331058"/>
            <a:ext cx="840821" cy="840821"/>
          </a:xfrm>
          <a:prstGeom prst="rect">
            <a:avLst/>
          </a:prstGeom>
        </p:spPr>
      </p:pic>
      <p:pic>
        <p:nvPicPr>
          <p:cNvPr id="45" name="Picture 44" descr="A building of institution&#10;">
            <a:extLst>
              <a:ext uri="{FF2B5EF4-FFF2-40B4-BE49-F238E27FC236}">
                <a16:creationId xmlns:a16="http://schemas.microsoft.com/office/drawing/2014/main" id="{5F011C60-FDBE-16E0-47D0-525628BF229A}"/>
              </a:ext>
            </a:extLst>
          </p:cNvPr>
          <p:cNvPicPr>
            <a:picLocks noChangeAspect="1"/>
          </p:cNvPicPr>
          <p:nvPr userDrawn="1"/>
        </p:nvPicPr>
        <p:blipFill>
          <a:blip r:embed="rId38" cstate="screen">
            <a:extLst>
              <a:ext uri="{28A0092B-C50C-407E-A947-70E740481C1C}">
                <a14:useLocalDpi xmlns:a14="http://schemas.microsoft.com/office/drawing/2010/main"/>
              </a:ext>
            </a:extLst>
          </a:blip>
          <a:srcRect/>
          <a:stretch/>
        </p:blipFill>
        <p:spPr>
          <a:xfrm>
            <a:off x="4702209" y="4331058"/>
            <a:ext cx="840821" cy="840821"/>
          </a:xfrm>
          <a:prstGeom prst="rect">
            <a:avLst/>
          </a:prstGeom>
        </p:spPr>
      </p:pic>
      <p:pic>
        <p:nvPicPr>
          <p:cNvPr id="46" name="Picture 45" descr="A building">
            <a:extLst>
              <a:ext uri="{FF2B5EF4-FFF2-40B4-BE49-F238E27FC236}">
                <a16:creationId xmlns:a16="http://schemas.microsoft.com/office/drawing/2014/main" id="{834CB413-28D2-0F60-7719-B548A012E2A9}"/>
              </a:ext>
            </a:extLst>
          </p:cNvPr>
          <p:cNvPicPr>
            <a:picLocks noChangeAspect="1"/>
          </p:cNvPicPr>
          <p:nvPr userDrawn="1"/>
        </p:nvPicPr>
        <p:blipFill>
          <a:blip r:embed="rId39" cstate="screen">
            <a:extLst>
              <a:ext uri="{28A0092B-C50C-407E-A947-70E740481C1C}">
                <a14:useLocalDpi xmlns:a14="http://schemas.microsoft.com/office/drawing/2010/main"/>
              </a:ext>
            </a:extLst>
          </a:blip>
          <a:srcRect/>
          <a:stretch/>
        </p:blipFill>
        <p:spPr>
          <a:xfrm>
            <a:off x="5751263" y="4331058"/>
            <a:ext cx="840821" cy="840821"/>
          </a:xfrm>
          <a:prstGeom prst="rect">
            <a:avLst/>
          </a:prstGeom>
        </p:spPr>
      </p:pic>
      <p:pic>
        <p:nvPicPr>
          <p:cNvPr id="47" name="Picture 46" descr="A blue and white circle and triangle&#10;">
            <a:extLst>
              <a:ext uri="{FF2B5EF4-FFF2-40B4-BE49-F238E27FC236}">
                <a16:creationId xmlns:a16="http://schemas.microsoft.com/office/drawing/2014/main" id="{A8CFB217-D041-4988-AD0A-8A4BA24A68EC}"/>
              </a:ext>
            </a:extLst>
          </p:cNvPr>
          <p:cNvPicPr>
            <a:picLocks noChangeAspect="1"/>
          </p:cNvPicPr>
          <p:nvPr userDrawn="1"/>
        </p:nvPicPr>
        <p:blipFill>
          <a:blip r:embed="rId40" cstate="screen">
            <a:extLst>
              <a:ext uri="{28A0092B-C50C-407E-A947-70E740481C1C}">
                <a14:useLocalDpi xmlns:a14="http://schemas.microsoft.com/office/drawing/2010/main"/>
              </a:ext>
            </a:extLst>
          </a:blip>
          <a:srcRect/>
          <a:stretch/>
        </p:blipFill>
        <p:spPr>
          <a:xfrm>
            <a:off x="6800317" y="4331058"/>
            <a:ext cx="840821" cy="840821"/>
          </a:xfrm>
          <a:prstGeom prst="rect">
            <a:avLst/>
          </a:prstGeom>
        </p:spPr>
      </p:pic>
      <p:pic>
        <p:nvPicPr>
          <p:cNvPr id="48" name="Picture 47" descr="A magnifying glass and a piece of paper">
            <a:extLst>
              <a:ext uri="{FF2B5EF4-FFF2-40B4-BE49-F238E27FC236}">
                <a16:creationId xmlns:a16="http://schemas.microsoft.com/office/drawing/2014/main" id="{E3C1D33D-90C6-5739-8829-076FD6D94C38}"/>
              </a:ext>
            </a:extLst>
          </p:cNvPr>
          <p:cNvPicPr>
            <a:picLocks noChangeAspect="1"/>
          </p:cNvPicPr>
          <p:nvPr userDrawn="1"/>
        </p:nvPicPr>
        <p:blipFill>
          <a:blip r:embed="rId41" cstate="screen">
            <a:extLst>
              <a:ext uri="{28A0092B-C50C-407E-A947-70E740481C1C}">
                <a14:useLocalDpi xmlns:a14="http://schemas.microsoft.com/office/drawing/2010/main"/>
              </a:ext>
            </a:extLst>
          </a:blip>
          <a:srcRect/>
          <a:stretch/>
        </p:blipFill>
        <p:spPr>
          <a:xfrm>
            <a:off x="7849371" y="4331058"/>
            <a:ext cx="840821" cy="840821"/>
          </a:xfrm>
          <a:prstGeom prst="rect">
            <a:avLst/>
          </a:prstGeom>
        </p:spPr>
      </p:pic>
      <p:pic>
        <p:nvPicPr>
          <p:cNvPr id="49" name="Picture 48" descr="A white circle with a purple circle in the middle&#10;">
            <a:extLst>
              <a:ext uri="{FF2B5EF4-FFF2-40B4-BE49-F238E27FC236}">
                <a16:creationId xmlns:a16="http://schemas.microsoft.com/office/drawing/2014/main" id="{69F4DBB8-A2C6-D0B8-5E28-2D9A9B988947}"/>
              </a:ext>
            </a:extLst>
          </p:cNvPr>
          <p:cNvPicPr>
            <a:picLocks noChangeAspect="1"/>
          </p:cNvPicPr>
          <p:nvPr userDrawn="1"/>
        </p:nvPicPr>
        <p:blipFill>
          <a:blip r:embed="rId42" cstate="screen">
            <a:extLst>
              <a:ext uri="{28A0092B-C50C-407E-A947-70E740481C1C}">
                <a14:useLocalDpi xmlns:a14="http://schemas.microsoft.com/office/drawing/2010/main"/>
              </a:ext>
            </a:extLst>
          </a:blip>
          <a:srcRect/>
          <a:stretch/>
        </p:blipFill>
        <p:spPr>
          <a:xfrm>
            <a:off x="8898425" y="4331058"/>
            <a:ext cx="840821" cy="840821"/>
          </a:xfrm>
          <a:prstGeom prst="rect">
            <a:avLst/>
          </a:prstGeom>
        </p:spPr>
      </p:pic>
      <p:pic>
        <p:nvPicPr>
          <p:cNvPr id="50" name="Picture 49" descr="A diamond in a circle">
            <a:extLst>
              <a:ext uri="{FF2B5EF4-FFF2-40B4-BE49-F238E27FC236}">
                <a16:creationId xmlns:a16="http://schemas.microsoft.com/office/drawing/2014/main" id="{E28DE957-28A1-E9C3-EF2F-B99739058C75}"/>
              </a:ext>
            </a:extLst>
          </p:cNvPr>
          <p:cNvPicPr>
            <a:picLocks noChangeAspect="1"/>
          </p:cNvPicPr>
          <p:nvPr userDrawn="1"/>
        </p:nvPicPr>
        <p:blipFill>
          <a:blip r:embed="rId43" cstate="screen">
            <a:extLst>
              <a:ext uri="{28A0092B-C50C-407E-A947-70E740481C1C}">
                <a14:useLocalDpi xmlns:a14="http://schemas.microsoft.com/office/drawing/2010/main"/>
              </a:ext>
            </a:extLst>
          </a:blip>
          <a:srcRect/>
          <a:stretch/>
        </p:blipFill>
        <p:spPr>
          <a:xfrm>
            <a:off x="9947479" y="4331058"/>
            <a:ext cx="840821" cy="840821"/>
          </a:xfrm>
          <a:prstGeom prst="rect">
            <a:avLst/>
          </a:prstGeom>
        </p:spPr>
      </p:pic>
      <p:pic>
        <p:nvPicPr>
          <p:cNvPr id="51" name="Picture 50" descr="Stacked circuit boards">
            <a:extLst>
              <a:ext uri="{FF2B5EF4-FFF2-40B4-BE49-F238E27FC236}">
                <a16:creationId xmlns:a16="http://schemas.microsoft.com/office/drawing/2014/main" id="{A6F31830-CD2C-EA16-0983-8D83715CD2EA}"/>
              </a:ext>
            </a:extLst>
          </p:cNvPr>
          <p:cNvPicPr>
            <a:picLocks noChangeAspect="1"/>
          </p:cNvPicPr>
          <p:nvPr userDrawn="1"/>
        </p:nvPicPr>
        <p:blipFill>
          <a:blip r:embed="rId44" cstate="screen">
            <a:extLst>
              <a:ext uri="{28A0092B-C50C-407E-A947-70E740481C1C}">
                <a14:useLocalDpi xmlns:a14="http://schemas.microsoft.com/office/drawing/2010/main"/>
              </a:ext>
            </a:extLst>
          </a:blip>
          <a:srcRect/>
          <a:stretch/>
        </p:blipFill>
        <p:spPr>
          <a:xfrm>
            <a:off x="10996536" y="4331058"/>
            <a:ext cx="840821" cy="840821"/>
          </a:xfrm>
          <a:prstGeom prst="rect">
            <a:avLst/>
          </a:prstGeom>
        </p:spPr>
      </p:pic>
      <p:pic>
        <p:nvPicPr>
          <p:cNvPr id="52" name="Picture 51" descr="A circular object with arrows pointing to the center&#10;">
            <a:extLst>
              <a:ext uri="{FF2B5EF4-FFF2-40B4-BE49-F238E27FC236}">
                <a16:creationId xmlns:a16="http://schemas.microsoft.com/office/drawing/2014/main" id="{7C5029A4-3385-DADA-CF09-24BAF1076E9E}"/>
              </a:ext>
            </a:extLst>
          </p:cNvPr>
          <p:cNvPicPr>
            <a:picLocks noChangeAspect="1"/>
          </p:cNvPicPr>
          <p:nvPr userDrawn="1"/>
        </p:nvPicPr>
        <p:blipFill>
          <a:blip r:embed="rId45" cstate="screen">
            <a:extLst>
              <a:ext uri="{28A0092B-C50C-407E-A947-70E740481C1C}">
                <a14:useLocalDpi xmlns:a14="http://schemas.microsoft.com/office/drawing/2010/main"/>
              </a:ext>
            </a:extLst>
          </a:blip>
          <a:srcRect/>
          <a:stretch/>
        </p:blipFill>
        <p:spPr>
          <a:xfrm>
            <a:off x="3653155" y="5233118"/>
            <a:ext cx="840821" cy="840821"/>
          </a:xfrm>
          <a:prstGeom prst="rect">
            <a:avLst/>
          </a:prstGeom>
        </p:spPr>
      </p:pic>
      <p:pic>
        <p:nvPicPr>
          <p:cNvPr id="53" name="Picture 52" descr="A circular arrows and circles&#10;">
            <a:extLst>
              <a:ext uri="{FF2B5EF4-FFF2-40B4-BE49-F238E27FC236}">
                <a16:creationId xmlns:a16="http://schemas.microsoft.com/office/drawing/2014/main" id="{765C7F41-4D55-B20F-6E41-B5450F3594DA}"/>
              </a:ext>
            </a:extLst>
          </p:cNvPr>
          <p:cNvPicPr>
            <a:picLocks noChangeAspect="1"/>
          </p:cNvPicPr>
          <p:nvPr userDrawn="1"/>
        </p:nvPicPr>
        <p:blipFill>
          <a:blip r:embed="rId46" cstate="screen">
            <a:extLst>
              <a:ext uri="{28A0092B-C50C-407E-A947-70E740481C1C}">
                <a14:useLocalDpi xmlns:a14="http://schemas.microsoft.com/office/drawing/2010/main"/>
              </a:ext>
            </a:extLst>
          </a:blip>
          <a:srcRect/>
          <a:stretch/>
        </p:blipFill>
        <p:spPr>
          <a:xfrm>
            <a:off x="4702209" y="5233118"/>
            <a:ext cx="840821" cy="840821"/>
          </a:xfrm>
          <a:prstGeom prst="rect">
            <a:avLst/>
          </a:prstGeom>
        </p:spPr>
      </p:pic>
      <p:pic>
        <p:nvPicPr>
          <p:cNvPr id="54" name="Picture 53" descr="A blue and white square with a chess marker&#10;">
            <a:extLst>
              <a:ext uri="{FF2B5EF4-FFF2-40B4-BE49-F238E27FC236}">
                <a16:creationId xmlns:a16="http://schemas.microsoft.com/office/drawing/2014/main" id="{1D5180FB-B51F-9A0B-FE91-C598430B0CF5}"/>
              </a:ext>
            </a:extLst>
          </p:cNvPr>
          <p:cNvPicPr>
            <a:picLocks noChangeAspect="1"/>
          </p:cNvPicPr>
          <p:nvPr userDrawn="1"/>
        </p:nvPicPr>
        <p:blipFill>
          <a:blip r:embed="rId47" cstate="screen">
            <a:extLst>
              <a:ext uri="{28A0092B-C50C-407E-A947-70E740481C1C}">
                <a14:useLocalDpi xmlns:a14="http://schemas.microsoft.com/office/drawing/2010/main"/>
              </a:ext>
            </a:extLst>
          </a:blip>
          <a:srcRect/>
          <a:stretch/>
        </p:blipFill>
        <p:spPr>
          <a:xfrm>
            <a:off x="5751263" y="5233118"/>
            <a:ext cx="840821" cy="840821"/>
          </a:xfrm>
          <a:prstGeom prst="rect">
            <a:avLst/>
          </a:prstGeom>
        </p:spPr>
      </p:pic>
      <p:pic>
        <p:nvPicPr>
          <p:cNvPr id="55" name="Picture 54" descr="A purple eye">
            <a:extLst>
              <a:ext uri="{FF2B5EF4-FFF2-40B4-BE49-F238E27FC236}">
                <a16:creationId xmlns:a16="http://schemas.microsoft.com/office/drawing/2014/main" id="{03694271-7C32-5C1D-ACED-E96D268E8890}"/>
              </a:ext>
            </a:extLst>
          </p:cNvPr>
          <p:cNvPicPr>
            <a:picLocks noChangeAspect="1"/>
          </p:cNvPicPr>
          <p:nvPr userDrawn="1"/>
        </p:nvPicPr>
        <p:blipFill>
          <a:blip r:embed="rId48" cstate="screen">
            <a:extLst>
              <a:ext uri="{28A0092B-C50C-407E-A947-70E740481C1C}">
                <a14:useLocalDpi xmlns:a14="http://schemas.microsoft.com/office/drawing/2010/main"/>
              </a:ext>
            </a:extLst>
          </a:blip>
          <a:srcRect/>
          <a:stretch/>
        </p:blipFill>
        <p:spPr>
          <a:xfrm>
            <a:off x="6800317" y="5233118"/>
            <a:ext cx="840821" cy="840821"/>
          </a:xfrm>
          <a:prstGeom prst="rect">
            <a:avLst/>
          </a:prstGeom>
        </p:spPr>
      </p:pic>
      <p:pic>
        <p:nvPicPr>
          <p:cNvPr id="56" name="Picture 55" descr="A close-up of a fingerprint&#10;">
            <a:extLst>
              <a:ext uri="{FF2B5EF4-FFF2-40B4-BE49-F238E27FC236}">
                <a16:creationId xmlns:a16="http://schemas.microsoft.com/office/drawing/2014/main" id="{88AFA250-5DFC-4E1E-4A49-3F054A525500}"/>
              </a:ext>
            </a:extLst>
          </p:cNvPr>
          <p:cNvPicPr>
            <a:picLocks noChangeAspect="1"/>
          </p:cNvPicPr>
          <p:nvPr userDrawn="1"/>
        </p:nvPicPr>
        <p:blipFill>
          <a:blip r:embed="rId49" cstate="screen">
            <a:extLst>
              <a:ext uri="{28A0092B-C50C-407E-A947-70E740481C1C}">
                <a14:useLocalDpi xmlns:a14="http://schemas.microsoft.com/office/drawing/2010/main"/>
              </a:ext>
            </a:extLst>
          </a:blip>
          <a:srcRect/>
          <a:stretch/>
        </p:blipFill>
        <p:spPr>
          <a:xfrm>
            <a:off x="7849371" y="5233118"/>
            <a:ext cx="840821" cy="840821"/>
          </a:xfrm>
          <a:prstGeom prst="rect">
            <a:avLst/>
          </a:prstGeom>
        </p:spPr>
      </p:pic>
      <p:pic>
        <p:nvPicPr>
          <p:cNvPr id="57" name="Picture 56" descr="A purple circle with squares and lines&#10;">
            <a:extLst>
              <a:ext uri="{FF2B5EF4-FFF2-40B4-BE49-F238E27FC236}">
                <a16:creationId xmlns:a16="http://schemas.microsoft.com/office/drawing/2014/main" id="{1856199F-11D7-F62B-CAEC-893DFCEC7789}"/>
              </a:ext>
            </a:extLst>
          </p:cNvPr>
          <p:cNvPicPr>
            <a:picLocks noChangeAspect="1"/>
          </p:cNvPicPr>
          <p:nvPr userDrawn="1"/>
        </p:nvPicPr>
        <p:blipFill>
          <a:blip r:embed="rId50" cstate="screen">
            <a:extLst>
              <a:ext uri="{28A0092B-C50C-407E-A947-70E740481C1C}">
                <a14:useLocalDpi xmlns:a14="http://schemas.microsoft.com/office/drawing/2010/main"/>
              </a:ext>
            </a:extLst>
          </a:blip>
          <a:srcRect/>
          <a:stretch/>
        </p:blipFill>
        <p:spPr>
          <a:xfrm>
            <a:off x="9947479" y="5233118"/>
            <a:ext cx="840821" cy="840821"/>
          </a:xfrm>
          <a:prstGeom prst="rect">
            <a:avLst/>
          </a:prstGeom>
        </p:spPr>
      </p:pic>
      <p:pic>
        <p:nvPicPr>
          <p:cNvPr id="58" name="Picture 57" descr="A purple head ">
            <a:extLst>
              <a:ext uri="{FF2B5EF4-FFF2-40B4-BE49-F238E27FC236}">
                <a16:creationId xmlns:a16="http://schemas.microsoft.com/office/drawing/2014/main" id="{DC38636B-D5D3-590F-2AEB-2F57EC8A311C}"/>
              </a:ext>
            </a:extLst>
          </p:cNvPr>
          <p:cNvPicPr>
            <a:picLocks noChangeAspect="1"/>
          </p:cNvPicPr>
          <p:nvPr userDrawn="1"/>
        </p:nvPicPr>
        <p:blipFill>
          <a:blip r:embed="rId51" cstate="screen">
            <a:extLst>
              <a:ext uri="{28A0092B-C50C-407E-A947-70E740481C1C}">
                <a14:useLocalDpi xmlns:a14="http://schemas.microsoft.com/office/drawing/2010/main"/>
              </a:ext>
            </a:extLst>
          </a:blip>
          <a:srcRect/>
          <a:stretch/>
        </p:blipFill>
        <p:spPr>
          <a:xfrm>
            <a:off x="8898425" y="5233118"/>
            <a:ext cx="840821" cy="840821"/>
          </a:xfrm>
          <a:prstGeom prst="rect">
            <a:avLst/>
          </a:prstGeom>
        </p:spPr>
      </p:pic>
      <p:pic>
        <p:nvPicPr>
          <p:cNvPr id="2" name="Pearson Logo" descr="Pearson Logo">
            <a:extLst>
              <a:ext uri="{FF2B5EF4-FFF2-40B4-BE49-F238E27FC236}">
                <a16:creationId xmlns:a16="http://schemas.microsoft.com/office/drawing/2014/main" id="{51A40A9A-1CB3-21CA-6608-C4C1DC060FEC}"/>
              </a:ext>
            </a:extLst>
          </p:cNvPr>
          <p:cNvPicPr/>
          <p:nvPr userDrawn="1"/>
        </p:nvPicPr>
        <p:blipFill>
          <a:blip r:embed="rId52">
            <a:extLst>
              <a:ext uri="{96DAC541-7B7A-43D3-8B79-37D633B846F1}">
                <asvg:svgBlip xmlns:asvg="http://schemas.microsoft.com/office/drawing/2016/SVG/main" r:embed="rId5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59976550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User Guide: Pictograms and Icons">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j-lt"/>
              <a:ea typeface="+mn-ea"/>
              <a:cs typeface="+mn-cs"/>
            </a:endParaRPr>
          </a:p>
        </p:txBody>
      </p:sp>
      <p:sp>
        <p:nvSpPr>
          <p:cNvPr id="188" name="Section">
            <a:extLst>
              <a:ext uri="{FF2B5EF4-FFF2-40B4-BE49-F238E27FC236}">
                <a16:creationId xmlns:a16="http://schemas.microsoft.com/office/drawing/2014/main" id="{EBA5F521-577F-6087-09CE-FB6C3058BD6D}"/>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Icons</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241659"/>
            <a:ext cx="2500946" cy="162882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200" b="0" noProof="0" dirty="0">
                <a:latin typeface="+mj-lt"/>
                <a:cs typeface="Segoe UI" panose="020B0502040204020203" pitchFamily="34" charset="0"/>
              </a:rPr>
              <a:t>All icons should be the same color on a page unless one is specifically highlighted to draw attention. </a:t>
            </a:r>
          </a:p>
          <a:p>
            <a:r>
              <a:rPr lang="en-US" sz="1200" b="0" noProof="0" dirty="0">
                <a:latin typeface="+mj-lt"/>
                <a:cs typeface="Segoe UI" panose="020B0502040204020203" pitchFamily="34" charset="0"/>
              </a:rPr>
              <a:t>Use icons as small accompaniments to copy, not as large pictograms.</a:t>
            </a:r>
          </a:p>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GB" sz="1200" dirty="0">
                <a:latin typeface="+mj-lt"/>
                <a:cs typeface="Segoe UI" panose="020B0502040204020203" pitchFamily="34" charset="0"/>
              </a:rPr>
              <a:t>Our icons offer flexible colour options. </a:t>
            </a:r>
          </a:p>
          <a:p>
            <a:endParaRPr lang="en-US" sz="1200" b="0" noProof="0" dirty="0">
              <a:latin typeface="+mj-lt"/>
              <a:cs typeface="Segoe UI" panose="020B0502040204020203" pitchFamily="34" charset="0"/>
            </a:endParaRPr>
          </a:p>
          <a:p>
            <a:endParaRPr lang="en-US" sz="1200" b="0" noProof="0" dirty="0">
              <a:latin typeface="+mj-lt"/>
              <a:cs typeface="Segoe UI" panose="020B0502040204020203" pitchFamily="34" charset="0"/>
            </a:endParaRPr>
          </a:p>
          <a:p>
            <a:endParaRPr lang="en-US" sz="1200" b="0" noProof="0" dirty="0">
              <a:latin typeface="+mj-lt"/>
              <a:cs typeface="Segoe UI" panose="020B0502040204020203" pitchFamily="34" charset="0"/>
            </a:endParaRPr>
          </a:p>
        </p:txBody>
      </p:sp>
      <p:sp>
        <p:nvSpPr>
          <p:cNvPr id="9" name="Rounded Rectangle text">
            <a:extLst>
              <a:ext uri="{FF2B5EF4-FFF2-40B4-BE49-F238E27FC236}">
                <a16:creationId xmlns:a16="http://schemas.microsoft.com/office/drawing/2014/main" id="{2AB6CBA8-4D6C-3A8F-6216-C14B4136B73D}"/>
              </a:ext>
            </a:extLst>
          </p:cNvPr>
          <p:cNvSpPr>
            <a:spLocks/>
          </p:cNvSpPr>
          <p:nvPr userDrawn="1"/>
        </p:nvSpPr>
        <p:spPr>
          <a:xfrm>
            <a:off x="440675" y="2770194"/>
            <a:ext cx="2500945" cy="819150"/>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ts val="1420"/>
              </a:lnSpc>
              <a:spcBef>
                <a:spcPts val="0"/>
              </a:spcBef>
              <a:spcAft>
                <a:spcPts val="600"/>
              </a:spcAft>
              <a:buClrTx/>
              <a:buSzTx/>
              <a:buFont typeface="Plus Jakarta Sans" panose="020B0604020202020204" pitchFamily="34" charset="0"/>
              <a:buNone/>
              <a:tabLst/>
              <a:defRPr/>
            </a:pPr>
            <a:r>
              <a:rPr lang="en-GB" sz="1100" dirty="0">
                <a:solidFill>
                  <a:schemeClr val="tx2"/>
                </a:solidFill>
                <a:latin typeface="+mj-lt"/>
                <a:cs typeface="Segoe UI" panose="020B0502040204020203" pitchFamily="34" charset="0"/>
              </a:rPr>
              <a:t>You can </a:t>
            </a:r>
            <a:r>
              <a:rPr lang="en-GB" sz="1100" b="1" i="0" dirty="0">
                <a:solidFill>
                  <a:schemeClr val="tx2"/>
                </a:solidFill>
                <a:latin typeface="+mj-lt"/>
                <a:cs typeface="Segoe UI" panose="020B0502040204020203" pitchFamily="34" charset="0"/>
              </a:rPr>
              <a:t>change their fill colours</a:t>
            </a:r>
            <a:r>
              <a:rPr lang="en-GB" sz="1100" dirty="0">
                <a:solidFill>
                  <a:schemeClr val="tx2"/>
                </a:solidFill>
                <a:latin typeface="+mj-lt"/>
                <a:cs typeface="Segoe UI" panose="020B0502040204020203" pitchFamily="34" charset="0"/>
              </a:rPr>
              <a:t> to coordinate with the background, using the recommended colours shown on this slide.</a:t>
            </a:r>
          </a:p>
        </p:txBody>
      </p:sp>
      <p:grpSp>
        <p:nvGrpSpPr>
          <p:cNvPr id="33" name="Group 32">
            <a:extLst>
              <a:ext uri="{FF2B5EF4-FFF2-40B4-BE49-F238E27FC236}">
                <a16:creationId xmlns:a16="http://schemas.microsoft.com/office/drawing/2014/main" id="{90D7A99F-4C84-D86B-4F6D-40E8528AB4B2}"/>
              </a:ext>
            </a:extLst>
          </p:cNvPr>
          <p:cNvGrpSpPr>
            <a:grpSpLocks noGrp="1" noUngrp="1" noRot="1" noMove="1" noResize="1"/>
          </p:cNvGrpSpPr>
          <p:nvPr userDrawn="1"/>
        </p:nvGrpSpPr>
        <p:grpSpPr>
          <a:xfrm>
            <a:off x="482645" y="3773077"/>
            <a:ext cx="2417003" cy="2338317"/>
            <a:chOff x="482645" y="3773077"/>
            <a:chExt cx="2417003" cy="2338317"/>
          </a:xfrm>
        </p:grpSpPr>
        <p:pic>
          <p:nvPicPr>
            <p:cNvPr id="8" name="Picture 7">
              <a:extLst>
                <a:ext uri="{FF2B5EF4-FFF2-40B4-BE49-F238E27FC236}">
                  <a16:creationId xmlns:a16="http://schemas.microsoft.com/office/drawing/2014/main" id="{9D0C9F66-2F03-8C9F-A27D-BF38BC7CB652}"/>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a:ext>
              </a:extLst>
            </a:blip>
            <a:srcRect/>
            <a:stretch/>
          </p:blipFill>
          <p:spPr>
            <a:xfrm>
              <a:off x="482645" y="3917663"/>
              <a:ext cx="2417003" cy="2193731"/>
            </a:xfrm>
            <a:prstGeom prst="rect">
              <a:avLst/>
            </a:prstGeom>
          </p:spPr>
        </p:pic>
        <p:sp>
          <p:nvSpPr>
            <p:cNvPr id="10" name="Oval 9">
              <a:extLst>
                <a:ext uri="{FF2B5EF4-FFF2-40B4-BE49-F238E27FC236}">
                  <a16:creationId xmlns:a16="http://schemas.microsoft.com/office/drawing/2014/main" id="{8E831B6B-BAA2-8DA3-B24C-A78B4F512497}"/>
                </a:ext>
              </a:extLst>
            </p:cNvPr>
            <p:cNvSpPr>
              <a:spLocks noGrp="1" noRot="1" noMove="1" noResize="1" noEditPoints="1" noAdjustHandles="1" noChangeArrowheads="1" noChangeShapeType="1"/>
            </p:cNvSpPr>
            <p:nvPr userDrawn="1"/>
          </p:nvSpPr>
          <p:spPr>
            <a:xfrm>
              <a:off x="1502446" y="3773077"/>
              <a:ext cx="849086" cy="460029"/>
            </a:xfrm>
            <a:prstGeom prst="ellipse">
              <a:avLst/>
            </a:prstGeom>
            <a:noFill/>
            <a:ln w="28575">
              <a:solidFill>
                <a:srgbClr val="DF41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grpSp>
      <p:pic>
        <p:nvPicPr>
          <p:cNvPr id="4" name="Pearson Logo" descr="Pearson Logo">
            <a:extLst>
              <a:ext uri="{FF2B5EF4-FFF2-40B4-BE49-F238E27FC236}">
                <a16:creationId xmlns:a16="http://schemas.microsoft.com/office/drawing/2014/main" id="{3BCA1EDF-B9A1-4F4A-E0B2-06F29AF0FA02}"/>
              </a:ext>
            </a:extLst>
          </p:cNvPr>
          <p:cNvPicPr/>
          <p:nvPr userDrawn="1"/>
        </p:nvPicPr>
        <p:blipFill>
          <a:blip r:embed="rId3">
            <a:extLst>
              <a:ext uri="{96DAC541-7B7A-43D3-8B79-37D633B846F1}">
                <asvg:svgBlip xmlns:asvg="http://schemas.microsoft.com/office/drawing/2016/SVG/main" r:embed="rId4"/>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18272952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_User Guide: Best Practices for PowerPoint">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n-lt"/>
              <a:ea typeface="+mn-ea"/>
              <a:cs typeface="+mn-cs"/>
            </a:endParaRPr>
          </a:p>
        </p:txBody>
      </p:sp>
      <p:sp>
        <p:nvSpPr>
          <p:cNvPr id="195" name="Section">
            <a:extLst>
              <a:ext uri="{FF2B5EF4-FFF2-40B4-BE49-F238E27FC236}">
                <a16:creationId xmlns:a16="http://schemas.microsoft.com/office/drawing/2014/main" id="{233300AB-A9E7-3601-EA04-42424EC26F32}"/>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n-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n-lt"/>
                <a:ea typeface="+mj-ea"/>
                <a:cs typeface="Segoe UI Semibold" panose="020B0502040204020203" pitchFamily="34" charset="0"/>
              </a:rPr>
              <a:t>Best Practices </a:t>
            </a:r>
            <a:br>
              <a:rPr kumimoji="0" lang="en-US" sz="2200" b="1" i="0" u="none" strike="noStrike" kern="1200" cap="none" spc="0" normalizeH="0" baseline="0" noProof="0" dirty="0">
                <a:ln>
                  <a:noFill/>
                </a:ln>
                <a:solidFill>
                  <a:srgbClr val="0D004D"/>
                </a:solidFill>
                <a:effectLst/>
                <a:uLnTx/>
                <a:uFillTx/>
                <a:latin typeface="+mn-lt"/>
                <a:ea typeface="+mj-ea"/>
                <a:cs typeface="Segoe UI Semibold" panose="020B0502040204020203" pitchFamily="34" charset="0"/>
              </a:rPr>
            </a:br>
            <a:r>
              <a:rPr kumimoji="0" lang="en-US" sz="2200" b="1" i="0" u="none" strike="noStrike" kern="1200" cap="none" spc="0" normalizeH="0" baseline="0" noProof="0" dirty="0">
                <a:ln>
                  <a:noFill/>
                </a:ln>
                <a:solidFill>
                  <a:srgbClr val="0D004D"/>
                </a:solidFill>
                <a:effectLst/>
                <a:uLnTx/>
                <a:uFillTx/>
                <a:latin typeface="+mn-lt"/>
                <a:ea typeface="+mj-ea"/>
                <a:cs typeface="Segoe UI Semibold" panose="020B0502040204020203" pitchFamily="34" charset="0"/>
              </a:rPr>
              <a:t>For PowerPoint</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625600"/>
            <a:ext cx="2366291" cy="4410076"/>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400" b="0" noProof="0" dirty="0">
                <a:latin typeface="+mn-lt"/>
                <a:cs typeface="Segoe UI" panose="020B0502040204020203" pitchFamily="34" charset="0"/>
              </a:rPr>
              <a:t>Here are some applicable best practices when setting up your PowerPoint document.</a:t>
            </a:r>
          </a:p>
        </p:txBody>
      </p:sp>
      <p:sp>
        <p:nvSpPr>
          <p:cNvPr id="2" name="Subhead 1">
            <a:extLst>
              <a:ext uri="{FF2B5EF4-FFF2-40B4-BE49-F238E27FC236}">
                <a16:creationId xmlns:a16="http://schemas.microsoft.com/office/drawing/2014/main" id="{EF10D453-0407-39C5-46E2-3A3740A2E40C}"/>
              </a:ext>
            </a:extLst>
          </p:cNvPr>
          <p:cNvSpPr txBox="1">
            <a:spLocks/>
          </p:cNvSpPr>
          <p:nvPr userDrawn="1"/>
        </p:nvSpPr>
        <p:spPr bwMode="gray">
          <a:xfrm>
            <a:off x="4142660" y="1366911"/>
            <a:ext cx="3197132"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400" b="1" i="0" noProof="0" dirty="0">
                <a:solidFill>
                  <a:srgbClr val="0D004D"/>
                </a:solidFill>
                <a:latin typeface="+mj-lt"/>
                <a:cs typeface="Segoe UI" panose="020B0502040204020203" pitchFamily="34" charset="0"/>
              </a:rPr>
              <a:t>Know what you’re preparing for — </a:t>
            </a:r>
            <a:br>
              <a:rPr lang="en-US" sz="1400" b="1" i="0" noProof="0" dirty="0">
                <a:solidFill>
                  <a:srgbClr val="0D004D"/>
                </a:solidFill>
                <a:latin typeface="+mj-lt"/>
                <a:cs typeface="Segoe UI" panose="020B0502040204020203" pitchFamily="34" charset="0"/>
              </a:rPr>
            </a:br>
            <a:r>
              <a:rPr lang="en-US" sz="1400" b="1" i="0" noProof="0" dirty="0">
                <a:solidFill>
                  <a:srgbClr val="0D004D"/>
                </a:solidFill>
                <a:latin typeface="+mj-lt"/>
                <a:cs typeface="Segoe UI" panose="020B0502040204020203" pitchFamily="34" charset="0"/>
              </a:rPr>
              <a:t>is it an in-person presentation or </a:t>
            </a:r>
            <a:br>
              <a:rPr lang="en-US" sz="1400" b="1" i="0" noProof="0" dirty="0">
                <a:solidFill>
                  <a:srgbClr val="0D004D"/>
                </a:solidFill>
                <a:latin typeface="+mj-lt"/>
                <a:cs typeface="Segoe UI" panose="020B0502040204020203" pitchFamily="34" charset="0"/>
              </a:rPr>
            </a:br>
            <a:r>
              <a:rPr lang="en-US" sz="1400" b="1" i="0" noProof="0" dirty="0">
                <a:solidFill>
                  <a:srgbClr val="0D004D"/>
                </a:solidFill>
                <a:latin typeface="+mj-lt"/>
                <a:cs typeface="Segoe UI" panose="020B0502040204020203" pitchFamily="34" charset="0"/>
              </a:rPr>
              <a:t>a document to read?</a:t>
            </a:r>
          </a:p>
        </p:txBody>
      </p:sp>
      <p:sp>
        <p:nvSpPr>
          <p:cNvPr id="3" name="Text 1">
            <a:extLst>
              <a:ext uri="{FF2B5EF4-FFF2-40B4-BE49-F238E27FC236}">
                <a16:creationId xmlns:a16="http://schemas.microsoft.com/office/drawing/2014/main" id="{06E0B9B9-F7DD-7626-84EA-18E96BD7A9F6}"/>
              </a:ext>
            </a:extLst>
          </p:cNvPr>
          <p:cNvSpPr txBox="1">
            <a:spLocks/>
          </p:cNvSpPr>
          <p:nvPr userDrawn="1"/>
        </p:nvSpPr>
        <p:spPr bwMode="gray">
          <a:xfrm>
            <a:off x="7740887" y="1362076"/>
            <a:ext cx="3665546"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100" noProof="0" dirty="0">
                <a:solidFill>
                  <a:srgbClr val="0D004D"/>
                </a:solidFill>
                <a:latin typeface="+mn-lt"/>
                <a:cs typeface="Segoe UI" panose="020B0502040204020203" pitchFamily="34" charset="0"/>
              </a:rPr>
              <a:t>This determines how much content you should include within a slide and how big/small the text needs to be.</a:t>
            </a:r>
          </a:p>
        </p:txBody>
      </p:sp>
      <p:sp>
        <p:nvSpPr>
          <p:cNvPr id="9" name="Subhead 2">
            <a:extLst>
              <a:ext uri="{FF2B5EF4-FFF2-40B4-BE49-F238E27FC236}">
                <a16:creationId xmlns:a16="http://schemas.microsoft.com/office/drawing/2014/main" id="{E445BE30-F3DD-D111-900F-08EDD021AE6F}"/>
              </a:ext>
            </a:extLst>
          </p:cNvPr>
          <p:cNvSpPr txBox="1">
            <a:spLocks/>
          </p:cNvSpPr>
          <p:nvPr userDrawn="1"/>
        </p:nvSpPr>
        <p:spPr bwMode="gray">
          <a:xfrm>
            <a:off x="4142660" y="2450644"/>
            <a:ext cx="3197132"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400" b="1" i="0" noProof="0" dirty="0">
                <a:solidFill>
                  <a:srgbClr val="0D004D"/>
                </a:solidFill>
                <a:latin typeface="+mj-lt"/>
                <a:cs typeface="Segoe UI" panose="020B0502040204020203" pitchFamily="34" charset="0"/>
              </a:rPr>
              <a:t>Get to know the brand — familiarize yourself with the visual identity.</a:t>
            </a:r>
          </a:p>
        </p:txBody>
      </p:sp>
      <p:sp>
        <p:nvSpPr>
          <p:cNvPr id="12" name="Text 2">
            <a:extLst>
              <a:ext uri="{FF2B5EF4-FFF2-40B4-BE49-F238E27FC236}">
                <a16:creationId xmlns:a16="http://schemas.microsoft.com/office/drawing/2014/main" id="{D5954D86-C4ED-FC75-AA0F-FC3550030BCC}"/>
              </a:ext>
            </a:extLst>
          </p:cNvPr>
          <p:cNvSpPr txBox="1">
            <a:spLocks/>
          </p:cNvSpPr>
          <p:nvPr userDrawn="1"/>
        </p:nvSpPr>
        <p:spPr bwMode="gray">
          <a:xfrm>
            <a:off x="7740887" y="2445809"/>
            <a:ext cx="3665546"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100" noProof="0" dirty="0">
                <a:solidFill>
                  <a:srgbClr val="0D004D"/>
                </a:solidFill>
                <a:latin typeface="+mn-lt"/>
                <a:cs typeface="Segoe UI" panose="020B0502040204020203" pitchFamily="34" charset="0"/>
              </a:rPr>
              <a:t>Consistency across communication is essential. Use the latest template and approved brand assets in your presentation.</a:t>
            </a:r>
          </a:p>
        </p:txBody>
      </p:sp>
      <p:sp>
        <p:nvSpPr>
          <p:cNvPr id="15" name="Subhead 3">
            <a:extLst>
              <a:ext uri="{FF2B5EF4-FFF2-40B4-BE49-F238E27FC236}">
                <a16:creationId xmlns:a16="http://schemas.microsoft.com/office/drawing/2014/main" id="{956C6F61-674F-35FA-CC56-028C501FDA78}"/>
              </a:ext>
            </a:extLst>
          </p:cNvPr>
          <p:cNvSpPr txBox="1">
            <a:spLocks/>
          </p:cNvSpPr>
          <p:nvPr userDrawn="1"/>
        </p:nvSpPr>
        <p:spPr bwMode="gray">
          <a:xfrm>
            <a:off x="4142660" y="3534377"/>
            <a:ext cx="3197132"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400" b="1" i="0" noProof="0" dirty="0">
                <a:solidFill>
                  <a:srgbClr val="0D004D"/>
                </a:solidFill>
                <a:latin typeface="+mj-lt"/>
                <a:cs typeface="Segoe UI" panose="020B0502040204020203" pitchFamily="34" charset="0"/>
              </a:rPr>
              <a:t>Adding slides from another template? Start with a blank slide within the correct template. </a:t>
            </a:r>
          </a:p>
        </p:txBody>
      </p:sp>
      <p:sp>
        <p:nvSpPr>
          <p:cNvPr id="187" name="Text 3">
            <a:extLst>
              <a:ext uri="{FF2B5EF4-FFF2-40B4-BE49-F238E27FC236}">
                <a16:creationId xmlns:a16="http://schemas.microsoft.com/office/drawing/2014/main" id="{3EA0B21A-4CD8-8E3B-6F21-B6C12E08F774}"/>
              </a:ext>
            </a:extLst>
          </p:cNvPr>
          <p:cNvSpPr txBox="1">
            <a:spLocks/>
          </p:cNvSpPr>
          <p:nvPr userDrawn="1"/>
        </p:nvSpPr>
        <p:spPr bwMode="gray">
          <a:xfrm>
            <a:off x="7740887" y="3529542"/>
            <a:ext cx="3665546"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100" noProof="0">
                <a:solidFill>
                  <a:srgbClr val="0D004D"/>
                </a:solidFill>
                <a:latin typeface="+mn-lt"/>
                <a:cs typeface="Segoe UI" panose="020B0502040204020203" pitchFamily="34" charset="0"/>
              </a:rPr>
              <a:t>Copying/pasting content from another file with a different template is not a straightforward task. Start with a blank or basic layout, then copy the content over to avoid theme fonts/colors clash.</a:t>
            </a:r>
          </a:p>
        </p:txBody>
      </p:sp>
      <p:sp>
        <p:nvSpPr>
          <p:cNvPr id="189" name="Subhead 4">
            <a:extLst>
              <a:ext uri="{FF2B5EF4-FFF2-40B4-BE49-F238E27FC236}">
                <a16:creationId xmlns:a16="http://schemas.microsoft.com/office/drawing/2014/main" id="{0C14AB4A-7B8A-929A-D582-24897BC62CBE}"/>
              </a:ext>
            </a:extLst>
          </p:cNvPr>
          <p:cNvSpPr txBox="1">
            <a:spLocks/>
          </p:cNvSpPr>
          <p:nvPr userDrawn="1"/>
        </p:nvSpPr>
        <p:spPr bwMode="gray">
          <a:xfrm>
            <a:off x="4142660" y="4618111"/>
            <a:ext cx="3197132"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400" b="1" i="0" noProof="0" dirty="0">
                <a:solidFill>
                  <a:srgbClr val="0D004D"/>
                </a:solidFill>
                <a:latin typeface="+mj-lt"/>
                <a:cs typeface="Segoe UI" panose="020B0502040204020203" pitchFamily="34" charset="0"/>
              </a:rPr>
              <a:t>Reach more audience, </a:t>
            </a:r>
            <a:br>
              <a:rPr lang="en-US" sz="1400" b="1" i="0" noProof="0" dirty="0">
                <a:solidFill>
                  <a:srgbClr val="0D004D"/>
                </a:solidFill>
                <a:latin typeface="+mj-lt"/>
                <a:cs typeface="Segoe UI" panose="020B0502040204020203" pitchFamily="34" charset="0"/>
              </a:rPr>
            </a:br>
            <a:r>
              <a:rPr lang="en-US" sz="1400" b="1" i="0" noProof="0" dirty="0">
                <a:solidFill>
                  <a:srgbClr val="0D004D"/>
                </a:solidFill>
                <a:latin typeface="+mj-lt"/>
                <a:cs typeface="Segoe UI" panose="020B0502040204020203" pitchFamily="34" charset="0"/>
              </a:rPr>
              <a:t>make it more accessible!</a:t>
            </a:r>
          </a:p>
        </p:txBody>
      </p:sp>
      <p:sp>
        <p:nvSpPr>
          <p:cNvPr id="190" name="Text 4">
            <a:extLst>
              <a:ext uri="{FF2B5EF4-FFF2-40B4-BE49-F238E27FC236}">
                <a16:creationId xmlns:a16="http://schemas.microsoft.com/office/drawing/2014/main" id="{4FCA0760-67FD-B307-1FF1-4A3AE1560BAB}"/>
              </a:ext>
            </a:extLst>
          </p:cNvPr>
          <p:cNvSpPr txBox="1">
            <a:spLocks/>
          </p:cNvSpPr>
          <p:nvPr userDrawn="1"/>
        </p:nvSpPr>
        <p:spPr bwMode="gray">
          <a:xfrm>
            <a:off x="7740887" y="4613276"/>
            <a:ext cx="3665546"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100" noProof="0">
                <a:solidFill>
                  <a:srgbClr val="0D004D"/>
                </a:solidFill>
                <a:latin typeface="+mn-lt"/>
                <a:cs typeface="Segoe UI" panose="020B0502040204020203" pitchFamily="34" charset="0"/>
              </a:rPr>
              <a:t>Run your PowerPoint file through the “Check Accessibility” tool (located on the Review tab); ensure the reading order works well with screen reader, </a:t>
            </a:r>
            <a:br>
              <a:rPr lang="en-US" sz="1100" noProof="0">
                <a:solidFill>
                  <a:srgbClr val="0D004D"/>
                </a:solidFill>
                <a:latin typeface="+mn-lt"/>
                <a:cs typeface="Segoe UI" panose="020B0502040204020203" pitchFamily="34" charset="0"/>
              </a:rPr>
            </a:br>
            <a:r>
              <a:rPr lang="en-US" sz="1100" noProof="0">
                <a:solidFill>
                  <a:srgbClr val="0D004D"/>
                </a:solidFill>
                <a:latin typeface="+mn-lt"/>
                <a:cs typeface="Segoe UI" panose="020B0502040204020203" pitchFamily="34" charset="0"/>
              </a:rPr>
              <a:t>set alt text for images, etc.</a:t>
            </a:r>
          </a:p>
        </p:txBody>
      </p:sp>
      <p:cxnSp>
        <p:nvCxnSpPr>
          <p:cNvPr id="16" name="Straight Connector 15">
            <a:extLst>
              <a:ext uri="{FF2B5EF4-FFF2-40B4-BE49-F238E27FC236}">
                <a16:creationId xmlns:a16="http://schemas.microsoft.com/office/drawing/2014/main" id="{27A96B58-CA17-E5BF-9564-FDEAE0E01C43}"/>
              </a:ext>
              <a:ext uri="{C183D7F6-B498-43B3-948B-1728B52AA6E4}">
                <adec:decorative xmlns:adec="http://schemas.microsoft.com/office/drawing/2017/decorative" val="1"/>
              </a:ext>
            </a:extLst>
          </p:cNvPr>
          <p:cNvCxnSpPr>
            <a:cxnSpLocks/>
          </p:cNvCxnSpPr>
          <p:nvPr userDrawn="1"/>
        </p:nvCxnSpPr>
        <p:spPr bwMode="gray">
          <a:xfrm>
            <a:off x="4068293" y="2254586"/>
            <a:ext cx="7338140"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21F2CA21-9604-4A61-D0D7-39302E45F319}"/>
              </a:ext>
              <a:ext uri="{C183D7F6-B498-43B3-948B-1728B52AA6E4}">
                <adec:decorative xmlns:adec="http://schemas.microsoft.com/office/drawing/2017/decorative" val="1"/>
              </a:ext>
            </a:extLst>
          </p:cNvPr>
          <p:cNvCxnSpPr>
            <a:cxnSpLocks/>
          </p:cNvCxnSpPr>
          <p:nvPr userDrawn="1"/>
        </p:nvCxnSpPr>
        <p:spPr bwMode="gray">
          <a:xfrm>
            <a:off x="4068293" y="3309791"/>
            <a:ext cx="7338140"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84A6ADC-D61E-6253-C621-9038C90E14E5}"/>
              </a:ext>
              <a:ext uri="{C183D7F6-B498-43B3-948B-1728B52AA6E4}">
                <adec:decorative xmlns:adec="http://schemas.microsoft.com/office/drawing/2017/decorative" val="1"/>
              </a:ext>
            </a:extLst>
          </p:cNvPr>
          <p:cNvCxnSpPr>
            <a:cxnSpLocks/>
          </p:cNvCxnSpPr>
          <p:nvPr userDrawn="1"/>
        </p:nvCxnSpPr>
        <p:spPr bwMode="gray">
          <a:xfrm>
            <a:off x="4068293" y="4412625"/>
            <a:ext cx="7338140"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pic>
        <p:nvPicPr>
          <p:cNvPr id="4" name="Pearson Logo" descr="Pearson Logo">
            <a:extLst>
              <a:ext uri="{FF2B5EF4-FFF2-40B4-BE49-F238E27FC236}">
                <a16:creationId xmlns:a16="http://schemas.microsoft.com/office/drawing/2014/main" id="{0B1A8425-0ED7-A4C2-E971-6FFAD8DAC7E5}"/>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320278705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User Guide: Best Practices for PowerPoint">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j-lt"/>
              <a:ea typeface="+mn-ea"/>
              <a:cs typeface="+mn-cs"/>
            </a:endParaRPr>
          </a:p>
        </p:txBody>
      </p:sp>
      <p:sp>
        <p:nvSpPr>
          <p:cNvPr id="2" name="Text Placeholder 3">
            <a:extLst>
              <a:ext uri="{FF2B5EF4-FFF2-40B4-BE49-F238E27FC236}">
                <a16:creationId xmlns:a16="http://schemas.microsoft.com/office/drawing/2014/main" id="{957475BA-7B8A-4956-5E35-C9B7667F5160}"/>
              </a:ext>
            </a:extLst>
          </p:cNvPr>
          <p:cNvSpPr>
            <a:spLocks noGrp="1"/>
          </p:cNvSpPr>
          <p:nvPr userDrawn="1"/>
        </p:nvSpPr>
        <p:spPr>
          <a:xfrm>
            <a:off x="541474" y="1465324"/>
            <a:ext cx="2183308" cy="4767120"/>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Segoe UI" panose="020B0502040204020203" pitchFamily="34" charset="0"/>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Segoe UI" panose="020B0502040204020203" pitchFamily="34" charset="0"/>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Segoe UI" panose="020B0502040204020203" pitchFamily="34" charset="0"/>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Segoe UI" panose="020B0502040204020203" pitchFamily="34" charset="0"/>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Segoe UI" panose="020B0502040204020203" pitchFamily="34" charset="0"/>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b="1" dirty="0">
                <a:latin typeface="+mj-lt"/>
                <a:cs typeface="Segoe UI" panose="020B0502040204020203" pitchFamily="34" charset="0"/>
              </a:rPr>
              <a:t>When creating slide content for your course, please be sure to be mindful of leaving available space in the lower right corner for Picture-in-Picture (</a:t>
            </a:r>
            <a:r>
              <a:rPr lang="en-US" b="1" dirty="0" err="1">
                <a:latin typeface="+mj-lt"/>
                <a:cs typeface="Segoe UI" panose="020B0502040204020203" pitchFamily="34" charset="0"/>
              </a:rPr>
              <a:t>PiP</a:t>
            </a:r>
            <a:r>
              <a:rPr lang="en-US" b="1" dirty="0">
                <a:latin typeface="+mj-lt"/>
                <a:cs typeface="Segoe UI" panose="020B0502040204020203" pitchFamily="34" charset="0"/>
              </a:rPr>
              <a:t>). </a:t>
            </a:r>
          </a:p>
          <a:p>
            <a:endParaRPr lang="en-US" dirty="0">
              <a:latin typeface="+mj-lt"/>
              <a:cs typeface="Segoe UI" panose="020B0502040204020203" pitchFamily="34" charset="0"/>
            </a:endParaRPr>
          </a:p>
          <a:p>
            <a:r>
              <a:rPr lang="en-US" dirty="0">
                <a:latin typeface="+mj-lt"/>
                <a:cs typeface="Segoe UI" panose="020B0502040204020203" pitchFamily="34" charset="0"/>
              </a:rPr>
              <a:t>This allows viewers to see both the slide material and the presenter simultaneously, enhancing the learning experience. </a:t>
            </a:r>
          </a:p>
          <a:p>
            <a:endParaRPr lang="en-US" dirty="0">
              <a:latin typeface="+mj-lt"/>
              <a:cs typeface="Segoe UI" panose="020B0502040204020203" pitchFamily="34" charset="0"/>
            </a:endParaRPr>
          </a:p>
          <a:p>
            <a:r>
              <a:rPr lang="en-US" dirty="0">
                <a:latin typeface="+mj-lt"/>
                <a:cs typeface="Segoe UI" panose="020B0502040204020203" pitchFamily="34" charset="0"/>
              </a:rPr>
              <a:t>If your video product is screencast-only with no on-camera option, you are free to utilize the full slide while building out your content. 																					</a:t>
            </a:r>
          </a:p>
        </p:txBody>
      </p:sp>
      <p:sp>
        <p:nvSpPr>
          <p:cNvPr id="8" name="Title">
            <a:extLst>
              <a:ext uri="{FF2B5EF4-FFF2-40B4-BE49-F238E27FC236}">
                <a16:creationId xmlns:a16="http://schemas.microsoft.com/office/drawing/2014/main" id="{A8ACAEB8-5C48-F2CA-E1C4-5FD5EA8340A5}"/>
              </a:ext>
            </a:extLst>
          </p:cNvPr>
          <p:cNvSpPr>
            <a:spLocks noGrp="1"/>
          </p:cNvSpPr>
          <p:nvPr userDrawn="1"/>
        </p:nvSpPr>
        <p:spPr bwMode="gray">
          <a:xfrm>
            <a:off x="3721656" y="481388"/>
            <a:ext cx="8869901" cy="819150"/>
          </a:xfrm>
          <a:prstGeom prst="rect">
            <a:avLst/>
          </a:prstGeom>
        </p:spPr>
        <p:txBody>
          <a:bodyPr vert="horz" lIns="0" tIns="0" rIns="0" bIns="0" rtlCol="0" anchor="t">
            <a:noAutofit/>
          </a:bodyPr>
          <a:lstStyle>
            <a:defPPr>
              <a:defRPr lang="en-US"/>
            </a:defPPr>
            <a:lvl1pPr marL="0" algn="l" defTabSz="914400" rtl="0" eaLnBrk="1" latinLnBrk="0" hangingPunct="1">
              <a:lnSpc>
                <a:spcPct val="90000"/>
              </a:lnSpc>
              <a:spcBef>
                <a:spcPct val="0"/>
              </a:spcBef>
              <a:buNone/>
              <a:defRPr sz="3200" kern="1200">
                <a:solidFill>
                  <a:schemeClr val="tx2"/>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latin typeface="+mj-lt"/>
                <a:cs typeface="Segoe UI Semibold" panose="020B0502040204020203" pitchFamily="34" charset="0"/>
              </a:rPr>
              <a:t>Slide Headline Title Here</a:t>
            </a:r>
          </a:p>
        </p:txBody>
      </p:sp>
      <p:sp>
        <p:nvSpPr>
          <p:cNvPr id="9" name="Text 1">
            <a:extLst>
              <a:ext uri="{FF2B5EF4-FFF2-40B4-BE49-F238E27FC236}">
                <a16:creationId xmlns:a16="http://schemas.microsoft.com/office/drawing/2014/main" id="{0D57C818-7DFA-C26E-9E9C-428622CBBF80}"/>
              </a:ext>
            </a:extLst>
          </p:cNvPr>
          <p:cNvSpPr>
            <a:spLocks noGrp="1"/>
          </p:cNvSpPr>
          <p:nvPr userDrawn="1"/>
        </p:nvSpPr>
        <p:spPr bwMode="black">
          <a:xfrm>
            <a:off x="3929638" y="1232445"/>
            <a:ext cx="7938698" cy="5303662"/>
          </a:xfrm>
          <a:prstGeom prst="rect">
            <a:avLst/>
          </a:prstGeom>
        </p:spPr>
        <p:txBody>
          <a:bodyPr vert="horz" lIns="0" tIns="0" rIns="0" bIns="0" rtlCol="0" anchor="t" anchorCtr="0">
            <a:noAutofit/>
          </a:bodyPr>
          <a:lstStyle>
            <a:defPPr>
              <a:defRPr lang="en-US"/>
            </a:defPPr>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1pPr>
            <a:lvl2pPr marL="460800" indent="-228600" algn="l" defTabSz="914400" rtl="0" eaLnBrk="1" latinLnBrk="0" hangingPunct="1">
              <a:lnSpc>
                <a:spcPct val="100000"/>
              </a:lnSpc>
              <a:spcBef>
                <a:spcPts val="0"/>
              </a:spcBef>
              <a:spcAft>
                <a:spcPts val="600"/>
              </a:spcAft>
              <a:buFont typeface="Plus Jakarta Sans" panose="020B0604020202020204" pitchFamily="34" charset="0"/>
              <a:buChar char="•"/>
              <a:defRPr sz="1200" kern="1200">
                <a:solidFill>
                  <a:schemeClr val="tx2"/>
                </a:solidFill>
                <a:latin typeface="+mn-lt"/>
                <a:ea typeface="+mn-ea"/>
                <a:cs typeface="+mn-cs"/>
              </a:defRPr>
            </a:lvl2pPr>
            <a:lvl3pPr marL="691200" indent="-228600" algn="l" defTabSz="914400" rtl="0" eaLnBrk="1" latinLnBrk="0" hangingPunct="1">
              <a:lnSpc>
                <a:spcPct val="100000"/>
              </a:lnSpc>
              <a:spcBef>
                <a:spcPts val="0"/>
              </a:spcBef>
              <a:spcAft>
                <a:spcPts val="600"/>
              </a:spcAft>
              <a:buFont typeface="Plus Jakarta Sans" panose="020B0604020202020204" pitchFamily="34" charset="0"/>
              <a:buChar char="•"/>
              <a:defRPr sz="1200" kern="1200">
                <a:solidFill>
                  <a:schemeClr val="tx2"/>
                </a:solidFill>
                <a:latin typeface="+mn-lt"/>
                <a:ea typeface="+mn-ea"/>
                <a:cs typeface="+mn-cs"/>
              </a:defRPr>
            </a:lvl3pPr>
            <a:lvl4pPr marL="921600" indent="-228600" algn="l" defTabSz="914400" rtl="0" eaLnBrk="1" latinLnBrk="0" hangingPunct="1">
              <a:lnSpc>
                <a:spcPct val="100000"/>
              </a:lnSpc>
              <a:spcBef>
                <a:spcPts val="0"/>
              </a:spcBef>
              <a:spcAft>
                <a:spcPts val="600"/>
              </a:spcAft>
              <a:buFont typeface="Plus Jakarta Sans" panose="020B0604020202020204" pitchFamily="34" charset="0"/>
              <a:buChar char="•"/>
              <a:defRPr sz="1200" kern="1200">
                <a:solidFill>
                  <a:schemeClr val="tx2"/>
                </a:solidFill>
                <a:latin typeface="+mn-lt"/>
                <a:ea typeface="+mn-ea"/>
                <a:cs typeface="+mn-cs"/>
              </a:defRPr>
            </a:lvl4pPr>
            <a:lvl5pPr marL="1152000" indent="-228600" algn="l" defTabSz="914400" rtl="0" eaLnBrk="1" latinLnBrk="0" hangingPunct="1">
              <a:lnSpc>
                <a:spcPct val="100000"/>
              </a:lnSpc>
              <a:spcBef>
                <a:spcPts val="0"/>
              </a:spcBef>
              <a:spcAft>
                <a:spcPts val="600"/>
              </a:spcAft>
              <a:buFont typeface="Plus Jakarta Sans"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9pPr>
          </a:lstStyle>
          <a:p>
            <a:pPr marL="457200" lvl="0" indent="-457200">
              <a:buFont typeface="Arial" panose="020B0604020202020204" pitchFamily="34" charset="0"/>
              <a:buChar char="•"/>
            </a:pPr>
            <a:r>
              <a:rPr lang="en-US" sz="2800" dirty="0">
                <a:latin typeface="+mj-lt"/>
                <a:cs typeface="Segoe UI" panose="020B0502040204020203" pitchFamily="34" charset="0"/>
              </a:rPr>
              <a:t>Lorem ipsum dolor sit </a:t>
            </a:r>
            <a:r>
              <a:rPr lang="en-US" sz="2800" dirty="0" err="1">
                <a:latin typeface="+mj-lt"/>
                <a:cs typeface="Segoe UI" panose="020B0502040204020203" pitchFamily="34" charset="0"/>
              </a:rPr>
              <a:t>amet</a:t>
            </a:r>
            <a:r>
              <a:rPr lang="en-US" sz="2800" dirty="0">
                <a:latin typeface="+mj-lt"/>
                <a:cs typeface="Segoe UI" panose="020B0502040204020203" pitchFamily="34" charset="0"/>
              </a:rPr>
              <a:t> </a:t>
            </a:r>
          </a:p>
          <a:p>
            <a:pPr marL="457200" lvl="0" indent="-457200">
              <a:buFont typeface="Arial" panose="020B0604020202020204" pitchFamily="34" charset="0"/>
              <a:buChar char="•"/>
            </a:pPr>
            <a:r>
              <a:rPr lang="en-US" sz="2800" dirty="0" err="1">
                <a:latin typeface="+mj-lt"/>
                <a:cs typeface="Segoe UI" panose="020B0502040204020203" pitchFamily="34" charset="0"/>
              </a:rPr>
              <a:t>Consectetur</a:t>
            </a:r>
            <a:r>
              <a:rPr lang="en-US" sz="2800" dirty="0">
                <a:latin typeface="+mj-lt"/>
                <a:cs typeface="Segoe UI" panose="020B0502040204020203" pitchFamily="34" charset="0"/>
              </a:rPr>
              <a:t> </a:t>
            </a:r>
            <a:r>
              <a:rPr lang="en-US" sz="2800" dirty="0" err="1">
                <a:latin typeface="+mj-lt"/>
                <a:cs typeface="Segoe UI" panose="020B0502040204020203" pitchFamily="34" charset="0"/>
              </a:rPr>
              <a:t>adipiscing</a:t>
            </a:r>
            <a:r>
              <a:rPr lang="en-US" sz="2800" dirty="0">
                <a:latin typeface="+mj-lt"/>
                <a:cs typeface="Segoe UI" panose="020B0502040204020203" pitchFamily="34" charset="0"/>
              </a:rPr>
              <a:t> </a:t>
            </a:r>
            <a:r>
              <a:rPr lang="en-US" sz="2800" dirty="0" err="1">
                <a:latin typeface="+mj-lt"/>
                <a:cs typeface="Segoe UI" panose="020B0502040204020203" pitchFamily="34" charset="0"/>
              </a:rPr>
              <a:t>elit</a:t>
            </a:r>
            <a:endParaRPr lang="en-US" sz="2800" dirty="0">
              <a:latin typeface="+mj-lt"/>
              <a:cs typeface="Segoe UI" panose="020B0502040204020203" pitchFamily="34" charset="0"/>
            </a:endParaRPr>
          </a:p>
          <a:p>
            <a:pPr marL="457200" lvl="0" indent="-457200">
              <a:buFont typeface="Arial" panose="020B0604020202020204" pitchFamily="34" charset="0"/>
              <a:buChar char="•"/>
            </a:pPr>
            <a:r>
              <a:rPr lang="en-US" sz="2800" dirty="0">
                <a:latin typeface="+mj-lt"/>
                <a:cs typeface="Segoe UI" panose="020B0502040204020203" pitchFamily="34" charset="0"/>
              </a:rPr>
              <a:t>Sed do </a:t>
            </a:r>
            <a:r>
              <a:rPr lang="en-US" sz="2800" dirty="0" err="1">
                <a:latin typeface="+mj-lt"/>
                <a:cs typeface="Segoe UI" panose="020B0502040204020203" pitchFamily="34" charset="0"/>
              </a:rPr>
              <a:t>eiusmod</a:t>
            </a:r>
            <a:r>
              <a:rPr lang="en-US" sz="2800" dirty="0">
                <a:latin typeface="+mj-lt"/>
                <a:cs typeface="Segoe UI" panose="020B0502040204020203" pitchFamily="34" charset="0"/>
              </a:rPr>
              <a:t> </a:t>
            </a:r>
            <a:r>
              <a:rPr lang="en-US" sz="2800" dirty="0" err="1">
                <a:latin typeface="+mj-lt"/>
                <a:cs typeface="Segoe UI" panose="020B0502040204020203" pitchFamily="34" charset="0"/>
              </a:rPr>
              <a:t>tempor</a:t>
            </a:r>
            <a:r>
              <a:rPr lang="en-US" sz="2800" dirty="0">
                <a:latin typeface="+mj-lt"/>
                <a:cs typeface="Segoe UI" panose="020B0502040204020203" pitchFamily="34" charset="0"/>
              </a:rPr>
              <a:t> </a:t>
            </a:r>
            <a:r>
              <a:rPr lang="en-US" sz="2800" dirty="0" err="1">
                <a:latin typeface="+mj-lt"/>
                <a:cs typeface="Segoe UI" panose="020B0502040204020203" pitchFamily="34" charset="0"/>
              </a:rPr>
              <a:t>incididunt</a:t>
            </a:r>
            <a:r>
              <a:rPr lang="en-US" sz="2800" dirty="0">
                <a:latin typeface="+mj-lt"/>
                <a:cs typeface="Segoe UI" panose="020B0502040204020203" pitchFamily="34" charset="0"/>
              </a:rPr>
              <a:t> </a:t>
            </a:r>
            <a:r>
              <a:rPr lang="en-US" sz="2800" dirty="0" err="1">
                <a:latin typeface="+mj-lt"/>
                <a:cs typeface="Segoe UI" panose="020B0502040204020203" pitchFamily="34" charset="0"/>
              </a:rPr>
              <a:t>mollit</a:t>
            </a:r>
            <a:r>
              <a:rPr lang="en-US" sz="2800" dirty="0">
                <a:latin typeface="+mj-lt"/>
                <a:cs typeface="Segoe UI" panose="020B0502040204020203" pitchFamily="34" charset="0"/>
              </a:rPr>
              <a:t> </a:t>
            </a:r>
            <a:r>
              <a:rPr lang="en-US" sz="2800" dirty="0" err="1">
                <a:latin typeface="+mj-lt"/>
                <a:cs typeface="Segoe UI" panose="020B0502040204020203" pitchFamily="34" charset="0"/>
              </a:rPr>
              <a:t>anim</a:t>
            </a:r>
            <a:endParaRPr lang="en-US" sz="2800" dirty="0">
              <a:latin typeface="+mj-lt"/>
              <a:cs typeface="Segoe UI" panose="020B0502040204020203" pitchFamily="34" charset="0"/>
            </a:endParaRPr>
          </a:p>
          <a:p>
            <a:pPr marL="457200" lvl="0" indent="-457200">
              <a:buFont typeface="Arial" panose="020B0604020202020204" pitchFamily="34" charset="0"/>
              <a:buChar char="•"/>
            </a:pPr>
            <a:r>
              <a:rPr lang="en-US" sz="2800" dirty="0" err="1">
                <a:latin typeface="+mj-lt"/>
                <a:cs typeface="Segoe UI" panose="020B0502040204020203" pitchFamily="34" charset="0"/>
              </a:rPr>
              <a:t>Enim</a:t>
            </a:r>
            <a:r>
              <a:rPr lang="en-US" sz="2800" dirty="0">
                <a:latin typeface="+mj-lt"/>
                <a:cs typeface="Segoe UI" panose="020B0502040204020203" pitchFamily="34" charset="0"/>
              </a:rPr>
              <a:t> ad minim </a:t>
            </a:r>
            <a:r>
              <a:rPr lang="en-US" sz="2800" dirty="0" err="1">
                <a:latin typeface="+mj-lt"/>
                <a:cs typeface="Segoe UI" panose="020B0502040204020203" pitchFamily="34" charset="0"/>
              </a:rPr>
              <a:t>veniam</a:t>
            </a:r>
            <a:r>
              <a:rPr lang="en-US" sz="2800" dirty="0">
                <a:latin typeface="+mj-lt"/>
                <a:cs typeface="Segoe UI" panose="020B0502040204020203" pitchFamily="34" charset="0"/>
              </a:rPr>
              <a:t>, </a:t>
            </a:r>
            <a:r>
              <a:rPr lang="en-US" sz="2800" dirty="0" err="1">
                <a:latin typeface="+mj-lt"/>
                <a:cs typeface="Segoe UI" panose="020B0502040204020203" pitchFamily="34" charset="0"/>
              </a:rPr>
              <a:t>quis</a:t>
            </a:r>
            <a:r>
              <a:rPr lang="en-US" sz="2800" dirty="0">
                <a:latin typeface="+mj-lt"/>
                <a:cs typeface="Segoe UI" panose="020B0502040204020203" pitchFamily="34" charset="0"/>
              </a:rPr>
              <a:t> </a:t>
            </a:r>
            <a:r>
              <a:rPr lang="en-US" sz="2800" dirty="0" err="1">
                <a:latin typeface="+mj-lt"/>
                <a:cs typeface="Segoe UI" panose="020B0502040204020203" pitchFamily="34" charset="0"/>
              </a:rPr>
              <a:t>nostrud</a:t>
            </a:r>
            <a:endParaRPr lang="en-US" sz="2800" dirty="0">
              <a:latin typeface="+mj-lt"/>
              <a:cs typeface="Segoe UI" panose="020B0502040204020203" pitchFamily="34" charset="0"/>
            </a:endParaRPr>
          </a:p>
          <a:p>
            <a:pPr marL="457200" lvl="0" indent="-457200">
              <a:buFont typeface="Arial" panose="020B0604020202020204" pitchFamily="34" charset="0"/>
              <a:buChar char="•"/>
            </a:pPr>
            <a:r>
              <a:rPr lang="en-US" sz="2800" dirty="0">
                <a:latin typeface="+mj-lt"/>
                <a:cs typeface="Segoe UI" panose="020B0502040204020203" pitchFamily="34" charset="0"/>
              </a:rPr>
              <a:t>Exercitation </a:t>
            </a:r>
            <a:r>
              <a:rPr lang="en-US" sz="2800" dirty="0" err="1">
                <a:latin typeface="+mj-lt"/>
                <a:cs typeface="Segoe UI" panose="020B0502040204020203" pitchFamily="34" charset="0"/>
              </a:rPr>
              <a:t>ullamco</a:t>
            </a:r>
            <a:r>
              <a:rPr lang="en-US" sz="2800" dirty="0">
                <a:latin typeface="+mj-lt"/>
                <a:cs typeface="Segoe UI" panose="020B0502040204020203" pitchFamily="34" charset="0"/>
              </a:rPr>
              <a:t> </a:t>
            </a:r>
            <a:r>
              <a:rPr lang="en-US" sz="2800" dirty="0" err="1">
                <a:latin typeface="+mj-lt"/>
                <a:cs typeface="Segoe UI" panose="020B0502040204020203" pitchFamily="34" charset="0"/>
              </a:rPr>
              <a:t>laboris</a:t>
            </a:r>
            <a:r>
              <a:rPr lang="en-US" sz="2800" dirty="0">
                <a:latin typeface="+mj-lt"/>
                <a:cs typeface="Segoe UI" panose="020B0502040204020203" pitchFamily="34" charset="0"/>
              </a:rPr>
              <a:t> nisi </a:t>
            </a:r>
            <a:r>
              <a:rPr lang="en-US" sz="2800" dirty="0" err="1">
                <a:latin typeface="+mj-lt"/>
                <a:cs typeface="Segoe UI" panose="020B0502040204020203" pitchFamily="34" charset="0"/>
              </a:rPr>
              <a:t>utaliquip</a:t>
            </a:r>
            <a:r>
              <a:rPr lang="en-US" sz="2800" dirty="0">
                <a:latin typeface="+mj-lt"/>
                <a:cs typeface="Segoe UI" panose="020B0502040204020203" pitchFamily="34" charset="0"/>
              </a:rPr>
              <a:t> ex </a:t>
            </a:r>
          </a:p>
          <a:p>
            <a:pPr lvl="0"/>
            <a:r>
              <a:rPr lang="en-US" sz="2800" dirty="0">
                <a:latin typeface="+mj-lt"/>
                <a:cs typeface="Segoe UI" panose="020B0502040204020203" pitchFamily="34" charset="0"/>
              </a:rPr>
              <a:t>     </a:t>
            </a:r>
            <a:r>
              <a:rPr lang="en-US" sz="2800" dirty="0" err="1">
                <a:latin typeface="+mj-lt"/>
                <a:cs typeface="Segoe UI" panose="020B0502040204020203" pitchFamily="34" charset="0"/>
              </a:rPr>
              <a:t>ea</a:t>
            </a:r>
            <a:r>
              <a:rPr lang="en-US" sz="2800" dirty="0">
                <a:latin typeface="+mj-lt"/>
                <a:cs typeface="Segoe UI" panose="020B0502040204020203" pitchFamily="34" charset="0"/>
              </a:rPr>
              <a:t> </a:t>
            </a:r>
            <a:r>
              <a:rPr lang="en-US" sz="2800" dirty="0" err="1">
                <a:latin typeface="+mj-lt"/>
                <a:cs typeface="Segoe UI" panose="020B0502040204020203" pitchFamily="34" charset="0"/>
              </a:rPr>
              <a:t>commodo</a:t>
            </a:r>
            <a:r>
              <a:rPr lang="en-US" sz="2800" dirty="0">
                <a:latin typeface="+mj-lt"/>
                <a:cs typeface="Segoe UI" panose="020B0502040204020203" pitchFamily="34" charset="0"/>
              </a:rPr>
              <a:t> </a:t>
            </a:r>
            <a:r>
              <a:rPr lang="en-US" sz="2800" dirty="0" err="1">
                <a:latin typeface="+mj-lt"/>
                <a:cs typeface="Segoe UI" panose="020B0502040204020203" pitchFamily="34" charset="0"/>
              </a:rPr>
              <a:t>consequat</a:t>
            </a:r>
            <a:r>
              <a:rPr lang="en-US" sz="2800" dirty="0">
                <a:latin typeface="+mj-lt"/>
                <a:cs typeface="Segoe UI" panose="020B0502040204020203" pitchFamily="34" charset="0"/>
              </a:rPr>
              <a:t> </a:t>
            </a:r>
            <a:r>
              <a:rPr lang="en-US" sz="2800" dirty="0" err="1">
                <a:latin typeface="+mj-lt"/>
                <a:cs typeface="Segoe UI" panose="020B0502040204020203" pitchFamily="34" charset="0"/>
              </a:rPr>
              <a:t>nt</a:t>
            </a:r>
            <a:r>
              <a:rPr lang="en-US" sz="2800" dirty="0">
                <a:latin typeface="+mj-lt"/>
                <a:cs typeface="Segoe UI" panose="020B0502040204020203" pitchFamily="34" charset="0"/>
              </a:rPr>
              <a:t> </a:t>
            </a:r>
            <a:r>
              <a:rPr lang="en-US" sz="2800" dirty="0" err="1">
                <a:latin typeface="+mj-lt"/>
                <a:cs typeface="Segoe UI" panose="020B0502040204020203" pitchFamily="34" charset="0"/>
              </a:rPr>
              <a:t>mollit</a:t>
            </a:r>
            <a:r>
              <a:rPr lang="en-US" sz="2800" dirty="0">
                <a:latin typeface="+mj-lt"/>
                <a:cs typeface="Segoe UI" panose="020B0502040204020203" pitchFamily="34" charset="0"/>
              </a:rPr>
              <a:t> </a:t>
            </a:r>
            <a:r>
              <a:rPr lang="en-US" sz="2800" dirty="0" err="1">
                <a:latin typeface="+mj-lt"/>
                <a:cs typeface="Segoe UI" panose="020B0502040204020203" pitchFamily="34" charset="0"/>
              </a:rPr>
              <a:t>anim</a:t>
            </a:r>
            <a:r>
              <a:rPr lang="en-US" sz="2800" dirty="0">
                <a:latin typeface="+mj-lt"/>
                <a:cs typeface="Segoe UI" panose="020B0502040204020203" pitchFamily="34" charset="0"/>
              </a:rPr>
              <a:t> id</a:t>
            </a:r>
          </a:p>
          <a:p>
            <a:pPr lvl="0"/>
            <a:r>
              <a:rPr lang="en-US" sz="2800" dirty="0">
                <a:latin typeface="+mj-lt"/>
                <a:cs typeface="Segoe UI" panose="020B0502040204020203" pitchFamily="34" charset="0"/>
              </a:rPr>
              <a:t>     </a:t>
            </a:r>
            <a:r>
              <a:rPr lang="en-US" sz="2800" dirty="0" err="1">
                <a:latin typeface="+mj-lt"/>
                <a:cs typeface="Segoe UI" panose="020B0502040204020203" pitchFamily="34" charset="0"/>
              </a:rPr>
              <a:t>est</a:t>
            </a:r>
            <a:r>
              <a:rPr lang="en-US" sz="2800" dirty="0">
                <a:latin typeface="+mj-lt"/>
                <a:cs typeface="Segoe UI" panose="020B0502040204020203" pitchFamily="34" charset="0"/>
              </a:rPr>
              <a:t> </a:t>
            </a:r>
            <a:r>
              <a:rPr lang="en-US" sz="2800" dirty="0" err="1">
                <a:latin typeface="+mj-lt"/>
                <a:cs typeface="Segoe UI" panose="020B0502040204020203" pitchFamily="34" charset="0"/>
              </a:rPr>
              <a:t>laborum</a:t>
            </a:r>
            <a:endParaRPr lang="en-US" sz="2800" dirty="0">
              <a:latin typeface="+mj-lt"/>
              <a:cs typeface="Segoe UI" panose="020B0502040204020203" pitchFamily="34" charset="0"/>
            </a:endParaRPr>
          </a:p>
          <a:p>
            <a:pPr marL="457200" lvl="0" indent="-457200">
              <a:buFont typeface="Arial" panose="020B0604020202020204" pitchFamily="34" charset="0"/>
              <a:buChar char="•"/>
            </a:pPr>
            <a:r>
              <a:rPr lang="en-US" sz="2800" dirty="0">
                <a:latin typeface="+mj-lt"/>
                <a:cs typeface="Segoe UI" panose="020B0502040204020203" pitchFamily="34" charset="0"/>
              </a:rPr>
              <a:t>Duis </a:t>
            </a:r>
            <a:r>
              <a:rPr lang="en-US" sz="2800" dirty="0" err="1">
                <a:latin typeface="+mj-lt"/>
                <a:cs typeface="Segoe UI" panose="020B0502040204020203" pitchFamily="34" charset="0"/>
              </a:rPr>
              <a:t>aute</a:t>
            </a:r>
            <a:r>
              <a:rPr lang="en-US" sz="2800" dirty="0">
                <a:latin typeface="+mj-lt"/>
                <a:cs typeface="Segoe UI" panose="020B0502040204020203" pitchFamily="34" charset="0"/>
              </a:rPr>
              <a:t> </a:t>
            </a:r>
            <a:r>
              <a:rPr lang="en-US" sz="2800" dirty="0" err="1">
                <a:latin typeface="+mj-lt"/>
                <a:cs typeface="Segoe UI" panose="020B0502040204020203" pitchFamily="34" charset="0"/>
              </a:rPr>
              <a:t>irure</a:t>
            </a:r>
            <a:r>
              <a:rPr lang="en-US" sz="2800" dirty="0">
                <a:latin typeface="+mj-lt"/>
                <a:cs typeface="Segoe UI" panose="020B0502040204020203" pitchFamily="34" charset="0"/>
              </a:rPr>
              <a:t> dolor </a:t>
            </a:r>
            <a:r>
              <a:rPr lang="en-US" sz="2800" dirty="0" err="1">
                <a:latin typeface="+mj-lt"/>
                <a:cs typeface="Segoe UI" panose="020B0502040204020203" pitchFamily="34" charset="0"/>
              </a:rPr>
              <a:t>voluptate</a:t>
            </a:r>
            <a:r>
              <a:rPr lang="en-US" sz="2800" dirty="0">
                <a:latin typeface="+mj-lt"/>
                <a:cs typeface="Segoe UI" panose="020B0502040204020203" pitchFamily="34" charset="0"/>
              </a:rPr>
              <a:t> </a:t>
            </a:r>
          </a:p>
          <a:p>
            <a:pPr marL="457200" lvl="0" indent="-457200">
              <a:buFont typeface="Arial" panose="020B0604020202020204" pitchFamily="34" charset="0"/>
              <a:buChar char="•"/>
            </a:pPr>
            <a:r>
              <a:rPr lang="en-US" sz="2800" dirty="0">
                <a:latin typeface="+mj-lt"/>
                <a:cs typeface="Segoe UI" panose="020B0502040204020203" pitchFamily="34" charset="0"/>
              </a:rPr>
              <a:t>Velit </a:t>
            </a:r>
            <a:r>
              <a:rPr lang="en-US" sz="2800" dirty="0" err="1">
                <a:latin typeface="+mj-lt"/>
                <a:cs typeface="Segoe UI" panose="020B0502040204020203" pitchFamily="34" charset="0"/>
              </a:rPr>
              <a:t>esse</a:t>
            </a:r>
            <a:r>
              <a:rPr lang="en-US" sz="2800" dirty="0">
                <a:latin typeface="+mj-lt"/>
                <a:cs typeface="Segoe UI" panose="020B0502040204020203" pitchFamily="34" charset="0"/>
              </a:rPr>
              <a:t> </a:t>
            </a:r>
            <a:r>
              <a:rPr lang="en-US" sz="2800" dirty="0" err="1">
                <a:latin typeface="+mj-lt"/>
                <a:cs typeface="Segoe UI" panose="020B0502040204020203" pitchFamily="34" charset="0"/>
              </a:rPr>
              <a:t>cillum</a:t>
            </a:r>
            <a:r>
              <a:rPr lang="en-US" sz="2800" dirty="0">
                <a:latin typeface="+mj-lt"/>
                <a:cs typeface="Segoe UI" panose="020B0502040204020203" pitchFamily="34" charset="0"/>
              </a:rPr>
              <a:t> dolore </a:t>
            </a:r>
            <a:r>
              <a:rPr lang="en-US" sz="2800" dirty="0" err="1">
                <a:latin typeface="+mj-lt"/>
                <a:cs typeface="Segoe UI" panose="020B0502040204020203" pitchFamily="34" charset="0"/>
              </a:rPr>
              <a:t>fugiat</a:t>
            </a:r>
            <a:r>
              <a:rPr lang="en-US" sz="2800" dirty="0">
                <a:latin typeface="+mj-lt"/>
                <a:cs typeface="Segoe UI" panose="020B0502040204020203" pitchFamily="34" charset="0"/>
              </a:rPr>
              <a:t> </a:t>
            </a:r>
          </a:p>
          <a:p>
            <a:pPr lvl="0"/>
            <a:r>
              <a:rPr lang="en-US" sz="2800" dirty="0">
                <a:latin typeface="+mj-lt"/>
                <a:cs typeface="Segoe UI" panose="020B0502040204020203" pitchFamily="34" charset="0"/>
              </a:rPr>
              <a:t>     </a:t>
            </a:r>
            <a:r>
              <a:rPr lang="en-US" sz="2800" dirty="0" err="1">
                <a:latin typeface="+mj-lt"/>
                <a:cs typeface="Segoe UI" panose="020B0502040204020203" pitchFamily="34" charset="0"/>
              </a:rPr>
              <a:t>nulla</a:t>
            </a:r>
            <a:r>
              <a:rPr lang="en-US" sz="2800" dirty="0">
                <a:latin typeface="+mj-lt"/>
                <a:cs typeface="Segoe UI" panose="020B0502040204020203" pitchFamily="34" charset="0"/>
              </a:rPr>
              <a:t> </a:t>
            </a:r>
            <a:r>
              <a:rPr lang="en-US" sz="2800" dirty="0" err="1">
                <a:latin typeface="+mj-lt"/>
                <a:cs typeface="Segoe UI" panose="020B0502040204020203" pitchFamily="34" charset="0"/>
              </a:rPr>
              <a:t>pariatur</a:t>
            </a:r>
            <a:r>
              <a:rPr lang="en-US" sz="2800" dirty="0">
                <a:latin typeface="+mj-lt"/>
                <a:cs typeface="Segoe UI" panose="020B0502040204020203" pitchFamily="34" charset="0"/>
              </a:rPr>
              <a:t>. </a:t>
            </a:r>
            <a:r>
              <a:rPr lang="en-US" sz="2800" dirty="0" err="1">
                <a:latin typeface="+mj-lt"/>
                <a:cs typeface="Segoe UI" panose="020B0502040204020203" pitchFamily="34" charset="0"/>
              </a:rPr>
              <a:t>Excepteur</a:t>
            </a:r>
            <a:r>
              <a:rPr lang="en-US" sz="2800" dirty="0">
                <a:latin typeface="+mj-lt"/>
                <a:cs typeface="Segoe UI" panose="020B0502040204020203" pitchFamily="34" charset="0"/>
              </a:rPr>
              <a:t> </a:t>
            </a:r>
            <a:r>
              <a:rPr lang="en-US" sz="2800" dirty="0" err="1">
                <a:latin typeface="+mj-lt"/>
                <a:cs typeface="Segoe UI" panose="020B0502040204020203" pitchFamily="34" charset="0"/>
              </a:rPr>
              <a:t>sint</a:t>
            </a:r>
            <a:endParaRPr lang="en-US" sz="2800" dirty="0">
              <a:latin typeface="+mj-lt"/>
              <a:cs typeface="Segoe UI" panose="020B0502040204020203" pitchFamily="34" charset="0"/>
            </a:endParaRPr>
          </a:p>
          <a:p>
            <a:endParaRPr lang="en-GB" sz="2800" noProof="0" dirty="0">
              <a:latin typeface="+mj-lt"/>
              <a:cs typeface="Segoe UI" panose="020B0502040204020203" pitchFamily="34" charset="0"/>
            </a:endParaRPr>
          </a:p>
        </p:txBody>
      </p:sp>
      <p:sp>
        <p:nvSpPr>
          <p:cNvPr id="11" name="Text Placeholder 6">
            <a:extLst>
              <a:ext uri="{FF2B5EF4-FFF2-40B4-BE49-F238E27FC236}">
                <a16:creationId xmlns:a16="http://schemas.microsoft.com/office/drawing/2014/main" id="{9393EF62-21BC-C102-84CC-D59A460487EC}"/>
              </a:ext>
            </a:extLst>
          </p:cNvPr>
          <p:cNvSpPr>
            <a:spLocks noGrp="1"/>
          </p:cNvSpPr>
          <p:nvPr userDrawn="1"/>
        </p:nvSpPr>
        <p:spPr>
          <a:xfrm>
            <a:off x="541474" y="2284"/>
            <a:ext cx="2666111" cy="547200"/>
          </a:xfrm>
          <a:prstGeom prst="rect">
            <a:avLst/>
          </a:prstGeom>
        </p:spPr>
        <p:txBody>
          <a:bodyPr vert="horz" lIns="0" tIns="0" rIns="0" bIns="0" rtlCol="0" anchor="ctr" anchorCtr="0">
            <a:noAutofit/>
          </a:bodyPr>
          <a:lstStyle>
            <a:lvl1pPr marL="0" indent="0" algn="l" defTabSz="914400" rtl="0" eaLnBrk="1" latinLnBrk="0" hangingPunct="1">
              <a:lnSpc>
                <a:spcPct val="100000"/>
              </a:lnSpc>
              <a:spcBef>
                <a:spcPts val="0"/>
              </a:spcBef>
              <a:spcAft>
                <a:spcPts val="0"/>
              </a:spcAft>
              <a:buFont typeface="Plus Jakarta Sans" panose="020B0604020202020204" pitchFamily="34" charset="0"/>
              <a:buNone/>
              <a:defRPr lang="en-US" sz="1000" kern="1200" cap="all" baseline="0" dirty="0">
                <a:solidFill>
                  <a:srgbClr val="512EAB"/>
                </a:solidFill>
                <a:latin typeface="+mj-lt"/>
                <a:ea typeface="+mn-ea"/>
                <a:cs typeface="Segoe UI" panose="020B0502040204020203" pitchFamily="34" charset="0"/>
              </a:defRPr>
            </a:lvl1pPr>
            <a:lvl2pPr marL="4608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n-lt"/>
                <a:ea typeface="+mn-ea"/>
                <a:cs typeface="Segoe UI" panose="020B0502040204020203" pitchFamily="34" charset="0"/>
              </a:defRPr>
            </a:lvl2pPr>
            <a:lvl3pPr marL="6912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n-lt"/>
                <a:ea typeface="+mn-ea"/>
                <a:cs typeface="Segoe UI" panose="020B0502040204020203" pitchFamily="34" charset="0"/>
              </a:defRPr>
            </a:lvl3pPr>
            <a:lvl4pPr marL="9216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n-lt"/>
                <a:ea typeface="+mn-ea"/>
                <a:cs typeface="Segoe UI" panose="020B0502040204020203" pitchFamily="34" charset="0"/>
              </a:defRPr>
            </a:lvl4pPr>
            <a:lvl5pPr marL="11520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9pPr>
          </a:lstStyle>
          <a:p>
            <a:r>
              <a:rPr lang="en-US" dirty="0">
                <a:latin typeface="+mj-lt"/>
                <a:cs typeface="Segoe UI" panose="020B0502040204020203" pitchFamily="34" charset="0"/>
              </a:rPr>
              <a:t>Before you start</a:t>
            </a:r>
          </a:p>
        </p:txBody>
      </p:sp>
      <p:sp>
        <p:nvSpPr>
          <p:cNvPr id="12" name="Title 5">
            <a:extLst>
              <a:ext uri="{FF2B5EF4-FFF2-40B4-BE49-F238E27FC236}">
                <a16:creationId xmlns:a16="http://schemas.microsoft.com/office/drawing/2014/main" id="{EB0A03B1-55B4-D9A3-71A2-1C2901D7156C}"/>
              </a:ext>
            </a:extLst>
          </p:cNvPr>
          <p:cNvSpPr>
            <a:spLocks noGrp="1"/>
          </p:cNvSpPr>
          <p:nvPr userDrawn="1"/>
        </p:nvSpPr>
        <p:spPr>
          <a:xfrm>
            <a:off x="541474" y="554734"/>
            <a:ext cx="2301320" cy="910590"/>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2200" b="1" i="0" kern="1200">
                <a:solidFill>
                  <a:schemeClr val="tx2"/>
                </a:solidFill>
                <a:latin typeface="+mj-lt"/>
                <a:ea typeface="+mj-ea"/>
                <a:cs typeface="Segoe UI Semibold" panose="020B0502040204020203" pitchFamily="34" charset="0"/>
              </a:defRPr>
            </a:lvl1pPr>
          </a:lstStyle>
          <a:p>
            <a:r>
              <a:rPr lang="en-US" dirty="0">
                <a:latin typeface="+mj-lt"/>
                <a:cs typeface="Segoe UI" panose="020B0502040204020203" pitchFamily="34" charset="0"/>
              </a:rPr>
              <a:t>Slide for Picture-in-Picture</a:t>
            </a:r>
          </a:p>
        </p:txBody>
      </p:sp>
      <p:pic>
        <p:nvPicPr>
          <p:cNvPr id="13" name="Google Shape;434;g38884087643_0_0" title="Screenshot 2025-09-08 at 11.06.12 AM.png">
            <a:extLst>
              <a:ext uri="{FF2B5EF4-FFF2-40B4-BE49-F238E27FC236}">
                <a16:creationId xmlns:a16="http://schemas.microsoft.com/office/drawing/2014/main" id="{3D458655-9961-016C-5A62-5B950511E8BD}"/>
              </a:ext>
            </a:extLst>
          </p:cNvPr>
          <p:cNvPicPr preferRelativeResize="0"/>
          <p:nvPr userDrawn="1"/>
        </p:nvPicPr>
        <p:blipFill rotWithShape="1">
          <a:blip r:embed="rId2">
            <a:alphaModFix/>
          </a:blip>
          <a:srcRect l="77182" t="55609" r="6010" b="15212"/>
          <a:stretch/>
        </p:blipFill>
        <p:spPr>
          <a:xfrm>
            <a:off x="9721618" y="4507069"/>
            <a:ext cx="2048400" cy="2007300"/>
          </a:xfrm>
          <a:prstGeom prst="ellipse">
            <a:avLst/>
          </a:prstGeom>
          <a:noFill/>
          <a:ln>
            <a:noFill/>
          </a:ln>
        </p:spPr>
      </p:pic>
      <p:pic>
        <p:nvPicPr>
          <p:cNvPr id="14" name="Pearson Logo" descr="Pearson Logo">
            <a:extLst>
              <a:ext uri="{FF2B5EF4-FFF2-40B4-BE49-F238E27FC236}">
                <a16:creationId xmlns:a16="http://schemas.microsoft.com/office/drawing/2014/main" id="{369DF785-9E2F-6058-11E9-B35AD29C6693}"/>
              </a:ext>
            </a:extLst>
          </p:cNvPr>
          <p:cNvPicPr/>
          <p:nvPr userDrawn="1"/>
        </p:nvPicPr>
        <p:blipFill>
          <a:blip r:embed="rId3">
            <a:extLst>
              <a:ext uri="{96DAC541-7B7A-43D3-8B79-37D633B846F1}">
                <asvg:svgBlip xmlns:asvg="http://schemas.microsoft.com/office/drawing/2016/SVG/main" r:embed="rId4"/>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419440610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9AD60200-3E33-D436-0419-3AA0F4F60789}"/>
              </a:ext>
            </a:extLst>
          </p:cNvPr>
          <p:cNvSpPr>
            <a:spLocks noGrp="1"/>
          </p:cNvSpPr>
          <p:nvPr>
            <p:ph type="title"/>
          </p:nvPr>
        </p:nvSpPr>
        <p:spPr>
          <a:xfrm>
            <a:off x="550164" y="552450"/>
            <a:ext cx="11091672" cy="819150"/>
          </a:xfrm>
          <a:prstGeom prst="rect">
            <a:avLst/>
          </a:prstGeom>
        </p:spPr>
        <p:txBody>
          <a:bodyPr vert="horz" lIns="0" tIns="0" rIns="0" bIns="0" rtlCol="0" anchor="t">
            <a:noAutofit/>
          </a:bodyPr>
          <a:lstStyle/>
          <a:p>
            <a:r>
              <a:rPr lang="en-US" noProof="0" dirty="0"/>
              <a:t>Click to edit Master title style</a:t>
            </a:r>
          </a:p>
        </p:txBody>
      </p:sp>
      <p:sp>
        <p:nvSpPr>
          <p:cNvPr id="3" name="Text Placeholder">
            <a:extLst>
              <a:ext uri="{FF2B5EF4-FFF2-40B4-BE49-F238E27FC236}">
                <a16:creationId xmlns:a16="http://schemas.microsoft.com/office/drawing/2014/main" id="{2BE2F4EB-8656-9C31-9CD6-2AB145224B91}"/>
              </a:ext>
            </a:extLst>
          </p:cNvPr>
          <p:cNvSpPr>
            <a:spLocks noGrp="1"/>
          </p:cNvSpPr>
          <p:nvPr>
            <p:ph type="body" idx="1"/>
          </p:nvPr>
        </p:nvSpPr>
        <p:spPr>
          <a:xfrm>
            <a:off x="550164" y="1370807"/>
            <a:ext cx="11091672" cy="4664868"/>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4150540610"/>
      </p:ext>
    </p:extLst>
  </p:cSld>
  <p:clrMap bg1="lt1" tx1="dk1" bg2="lt2" tx2="dk2" accent1="accent1" accent2="accent2" accent3="accent3" accent4="accent4" accent5="accent5" accent6="accent6" hlink="hlink" folHlink="folHlink"/>
  <p:sldLayoutIdLst>
    <p:sldLayoutId id="2147483956" r:id="rId1"/>
    <p:sldLayoutId id="2147484085" r:id="rId2"/>
    <p:sldLayoutId id="2147483710" r:id="rId3"/>
    <p:sldLayoutId id="2147483674" r:id="rId4"/>
    <p:sldLayoutId id="2147484030" r:id="rId5"/>
    <p:sldLayoutId id="2147484031" r:id="rId6"/>
    <p:sldLayoutId id="2147484034" r:id="rId7"/>
    <p:sldLayoutId id="2147484037" r:id="rId8"/>
    <p:sldLayoutId id="2147484039" r:id="rId9"/>
    <p:sldLayoutId id="2147484040" r:id="rId10"/>
    <p:sldLayoutId id="2147484042" r:id="rId11"/>
    <p:sldLayoutId id="2147483656" r:id="rId12"/>
    <p:sldLayoutId id="2147483940" r:id="rId13"/>
    <p:sldLayoutId id="2147483939" r:id="rId14"/>
    <p:sldLayoutId id="2147483863" r:id="rId15"/>
    <p:sldLayoutId id="2147483862" r:id="rId16"/>
    <p:sldLayoutId id="2147483942" r:id="rId17"/>
    <p:sldLayoutId id="2147483864" r:id="rId18"/>
    <p:sldLayoutId id="2147483943" r:id="rId19"/>
    <p:sldLayoutId id="2147483944" r:id="rId20"/>
    <p:sldLayoutId id="2147483866" r:id="rId21"/>
    <p:sldLayoutId id="2147483869" r:id="rId22"/>
    <p:sldLayoutId id="2147483870" r:id="rId23"/>
    <p:sldLayoutId id="2147483716" r:id="rId24"/>
    <p:sldLayoutId id="2147483717" r:id="rId25"/>
    <p:sldLayoutId id="2147484079" r:id="rId26"/>
    <p:sldLayoutId id="2147484067" r:id="rId27"/>
    <p:sldLayoutId id="2147484068" r:id="rId28"/>
    <p:sldLayoutId id="2147484070" r:id="rId29"/>
    <p:sldLayoutId id="2147484078" r:id="rId30"/>
    <p:sldLayoutId id="2147484072" r:id="rId31"/>
    <p:sldLayoutId id="2147484073" r:id="rId32"/>
    <p:sldLayoutId id="2147484074" r:id="rId33"/>
    <p:sldLayoutId id="2147484075" r:id="rId34"/>
    <p:sldLayoutId id="2147484082" r:id="rId35"/>
    <p:sldLayoutId id="2147484080" r:id="rId36"/>
    <p:sldLayoutId id="2147484088" r:id="rId37"/>
    <p:sldLayoutId id="2147484083" r:id="rId38"/>
  </p:sldLayoutIdLst>
  <p:hf hdr="0" dt="0"/>
  <p:txStyles>
    <p:titleStyle>
      <a:lvl1pPr algn="l" defTabSz="914400" rtl="0" eaLnBrk="1" latinLnBrk="0" hangingPunct="1">
        <a:lnSpc>
          <a:spcPct val="90000"/>
        </a:lnSpc>
        <a:spcBef>
          <a:spcPct val="0"/>
        </a:spcBef>
        <a:buNone/>
        <a:defRPr sz="3200" b="1" i="0" kern="1200">
          <a:solidFill>
            <a:schemeClr val="tx2"/>
          </a:solidFill>
          <a:latin typeface="+mj-lt"/>
          <a:ea typeface="+mj-ea"/>
          <a:cs typeface="Segoe UI Semibold" panose="020B0502040204020203" pitchFamily="34" charset="0"/>
        </a:defRPr>
      </a:lvl1pPr>
    </p:titleStyle>
    <p:body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2000" kern="1200">
          <a:solidFill>
            <a:schemeClr val="tx2"/>
          </a:solidFill>
          <a:latin typeface="+mj-lt"/>
          <a:ea typeface="+mn-ea"/>
          <a:cs typeface="Segoe UI" panose="020B0502040204020203" pitchFamily="34" charset="0"/>
        </a:defRPr>
      </a:lvl1pPr>
      <a:lvl2pPr marL="4608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j-lt"/>
          <a:ea typeface="+mn-ea"/>
          <a:cs typeface="Segoe UI" panose="020B0502040204020203" pitchFamily="34" charset="0"/>
        </a:defRPr>
      </a:lvl2pPr>
      <a:lvl3pPr marL="6912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j-lt"/>
          <a:ea typeface="+mn-ea"/>
          <a:cs typeface="Segoe UI" panose="020B0502040204020203" pitchFamily="34" charset="0"/>
        </a:defRPr>
      </a:lvl3pPr>
      <a:lvl4pPr marL="9216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j-lt"/>
          <a:ea typeface="+mn-ea"/>
          <a:cs typeface="Segoe UI" panose="020B0502040204020203" pitchFamily="34" charset="0"/>
        </a:defRPr>
      </a:lvl4pPr>
      <a:lvl5pPr marL="11520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j-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1440" userDrawn="1">
          <p15:clr>
            <a:srgbClr val="A4A3A4"/>
          </p15:clr>
        </p15:guide>
        <p15:guide id="3" pos="7680" userDrawn="1">
          <p15:clr>
            <a:srgbClr val="F26B43"/>
          </p15:clr>
        </p15:guide>
        <p15:guide id="4" orient="horz" pos="3975" userDrawn="1">
          <p15:clr>
            <a:srgbClr val="F26B43"/>
          </p15:clr>
        </p15:guide>
        <p15:guide id="5" pos="342" userDrawn="1">
          <p15:clr>
            <a:srgbClr val="F26B43"/>
          </p15:clr>
        </p15:guide>
        <p15:guide id="6" pos="7335" userDrawn="1">
          <p15:clr>
            <a:srgbClr val="F26B43"/>
          </p15:clr>
        </p15:guide>
        <p15:guide id="9" orient="horz" pos="3630" userDrawn="1">
          <p15:clr>
            <a:srgbClr val="A4A3A4"/>
          </p15:clr>
        </p15:guide>
        <p15:guide id="14" orient="horz" pos="3802" userDrawn="1">
          <p15:clr>
            <a:srgbClr val="A4A3A4"/>
          </p15:clr>
        </p15:guide>
        <p15:guide id="15" pos="6240" userDrawn="1">
          <p15:clr>
            <a:srgbClr val="A4A3A4"/>
          </p15:clr>
        </p15:guide>
        <p15:guide id="16" orient="horz" pos="4320" userDrawn="1">
          <p15:clr>
            <a:srgbClr val="F26B43"/>
          </p15:clr>
        </p15:guide>
        <p15:guide id="17" userDrawn="1">
          <p15:clr>
            <a:srgbClr val="F26B43"/>
          </p15:clr>
        </p15:guide>
        <p15:guide id="18" pos="846" userDrawn="1">
          <p15:clr>
            <a:srgbClr val="A4A3A4"/>
          </p15:clr>
        </p15:guide>
        <p15:guide id="19" pos="934" userDrawn="1">
          <p15:clr>
            <a:srgbClr val="A4A3A4"/>
          </p15:clr>
        </p15:guide>
        <p15:guide id="20" pos="1522" userDrawn="1">
          <p15:clr>
            <a:srgbClr val="A4A3A4"/>
          </p15:clr>
        </p15:guide>
        <p15:guide id="21" pos="6832" userDrawn="1">
          <p15:clr>
            <a:srgbClr val="A4A3A4"/>
          </p15:clr>
        </p15:guide>
        <p15:guide id="22" pos="6744" userDrawn="1">
          <p15:clr>
            <a:srgbClr val="A4A3A4"/>
          </p15:clr>
        </p15:guide>
        <p15:guide id="23" pos="6156" userDrawn="1">
          <p15:clr>
            <a:srgbClr val="A4A3A4"/>
          </p15:clr>
        </p15:guide>
        <p15:guide id="24" pos="2026" userDrawn="1">
          <p15:clr>
            <a:srgbClr val="A4A3A4"/>
          </p15:clr>
        </p15:guide>
        <p15:guide id="26" pos="5652" userDrawn="1">
          <p15:clr>
            <a:srgbClr val="A4A3A4"/>
          </p15:clr>
        </p15:guide>
        <p15:guide id="27" pos="5566" userDrawn="1">
          <p15:clr>
            <a:srgbClr val="A4A3A4"/>
          </p15:clr>
        </p15:guide>
        <p15:guide id="29" pos="2112" userDrawn="1">
          <p15:clr>
            <a:srgbClr val="A4A3A4"/>
          </p15:clr>
        </p15:guide>
        <p15:guide id="30" pos="3795" userDrawn="1">
          <p15:clr>
            <a:srgbClr val="A4A3A4"/>
          </p15:clr>
        </p15:guide>
        <p15:guide id="31" pos="3884" userDrawn="1">
          <p15:clr>
            <a:srgbClr val="A4A3A4"/>
          </p15:clr>
        </p15:guide>
        <p15:guide id="32" pos="3294" userDrawn="1">
          <p15:clr>
            <a:srgbClr val="A4A3A4"/>
          </p15:clr>
        </p15:guide>
        <p15:guide id="33" pos="4386" userDrawn="1">
          <p15:clr>
            <a:srgbClr val="A4A3A4"/>
          </p15:clr>
        </p15:guide>
        <p15:guide id="34" pos="3208" userDrawn="1">
          <p15:clr>
            <a:srgbClr val="A4A3A4"/>
          </p15:clr>
        </p15:guide>
        <p15:guide id="35" pos="4470" userDrawn="1">
          <p15:clr>
            <a:srgbClr val="A4A3A4"/>
          </p15:clr>
        </p15:guide>
        <p15:guide id="36" pos="2705" userDrawn="1">
          <p15:clr>
            <a:srgbClr val="A4A3A4"/>
          </p15:clr>
        </p15:guide>
        <p15:guide id="37" pos="2619" userDrawn="1">
          <p15:clr>
            <a:srgbClr val="A4A3A4"/>
          </p15:clr>
        </p15:guide>
        <p15:guide id="38" pos="4973" userDrawn="1">
          <p15:clr>
            <a:srgbClr val="A4A3A4"/>
          </p15:clr>
        </p15:guide>
        <p15:guide id="39" pos="5057" userDrawn="1">
          <p15:clr>
            <a:srgbClr val="A4A3A4"/>
          </p15:clr>
        </p15:guide>
        <p15:guide id="40" orient="horz" pos="2160" userDrawn="1">
          <p15:clr>
            <a:srgbClr val="A4A3A4"/>
          </p15:clr>
        </p15:guide>
        <p15:guide id="41" orient="horz" userDrawn="1">
          <p15:clr>
            <a:srgbClr val="F26B43"/>
          </p15:clr>
        </p15:guide>
        <p15:guide id="42" orient="horz" pos="344" userDrawn="1">
          <p15:clr>
            <a:srgbClr val="F26B43"/>
          </p15:clr>
        </p15:guide>
        <p15:guide id="43" orient="horz" pos="691" userDrawn="1">
          <p15:clr>
            <a:srgbClr val="A4A3A4"/>
          </p15:clr>
        </p15:guide>
        <p15:guide id="44" orient="horz" pos="861"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GitHub Copilot for Cybersecurity Specialists</a:t>
            </a:r>
          </a:p>
        </p:txBody>
      </p:sp>
      <p:sp>
        <p:nvSpPr>
          <p:cNvPr id="3" name="Subtitle 2"/>
          <p:cNvSpPr>
            <a:spLocks noGrp="1"/>
          </p:cNvSpPr>
          <p:nvPr>
            <p:ph type="subTitle" idx="1"/>
          </p:nvPr>
        </p:nvSpPr>
        <p:spPr/>
        <p:txBody>
          <a:bodyPr/>
          <a:lstStyle/>
          <a:p>
            <a:r>
              <a:t>Tim Warner</a:t>
            </a:r>
          </a:p>
          <a:p>
            <a:r>
              <a:t>Microsoft MVP</a:t>
            </a:r>
          </a:p>
          <a:p>
            <a:r>
              <a:t>Microsoft Certified Trainer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7" sz="quarter"/>
          </p:nvPr>
        </p:nvSpPr>
        <p:spPr/>
        <p:txBody>
          <a:bodyPr/>
          <a:lstStyle/>
          <a:p/>
        </p:txBody>
      </p:sp>
      <p:sp>
        <p:nvSpPr>
          <p:cNvPr id="3" name="Title 2"/>
          <p:cNvSpPr>
            <a:spLocks noGrp="1"/>
          </p:cNvSpPr>
          <p:nvPr>
            <p:ph type="title"/>
          </p:nvPr>
        </p:nvSpPr>
        <p:spPr/>
        <p:txBody>
          <a:bodyPr/>
          <a:lstStyle/>
          <a:p>
            <a:r>
              <a:t>Learning objectives</a:t>
            </a:r>
          </a:p>
        </p:txBody>
      </p:sp>
      <p:sp>
        <p:nvSpPr>
          <p:cNvPr id="4" name="Content Placeholder 3"/>
          <p:cNvSpPr>
            <a:spLocks noGrp="1"/>
          </p:cNvSpPr>
          <p:nvPr>
            <p:ph idx="1"/>
          </p:nvPr>
        </p:nvSpPr>
        <p:spPr/>
        <p:txBody>
          <a:bodyPr/>
          <a:lstStyle/>
          <a:p>
            <a:pPr/>
            <a:r>
              <a:t>Generate compliant infrastructure-as-code templates and security baselines</a:t>
            </a:r>
          </a:p>
          <a:p>
            <a:pPr/>
            <a:r>
              <a:t>Automate CIS and NIST benchmark verification scripts</a:t>
            </a:r>
          </a:p>
          <a:p>
            <a:pPr/>
            <a:r>
              <a:t>Build STIG compliance validation and auto-remediation tools</a:t>
            </a:r>
          </a:p>
          <a:p>
            <a:pPr/>
            <a:r>
              <a:t>Automate security documentation, audit logs, and incident response playbooks</a:t>
            </a:r>
          </a:p>
        </p:txBody>
      </p:sp>
      <p:sp>
        <p:nvSpPr>
          <p:cNvPr id="5" name="Text Placeholder 4"/>
          <p:cNvSpPr>
            <a:spLocks noGrp="1"/>
          </p:cNvSpPr>
          <p:nvPr>
            <p:ph type="body" idx="14" sz="quarter"/>
          </p:nvPr>
        </p:nvSpPr>
        <p:spPr/>
        <p:txBody>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7" sz="quarter"/>
          </p:nvPr>
        </p:nvSpPr>
        <p:spPr/>
        <p:txBody>
          <a:bodyPr/>
          <a:lstStyle/>
          <a:p/>
        </p:txBody>
      </p:sp>
      <p:sp>
        <p:nvSpPr>
          <p:cNvPr id="3" name="Title 2"/>
          <p:cNvSpPr>
            <a:spLocks noGrp="1"/>
          </p:cNvSpPr>
          <p:nvPr>
            <p:ph type="title"/>
          </p:nvPr>
        </p:nvSpPr>
        <p:spPr/>
        <p:txBody>
          <a:bodyPr/>
          <a:lstStyle/>
          <a:p>
            <a:r>
              <a:t>Generate IaC security templates with Copilot</a:t>
            </a:r>
          </a:p>
        </p:txBody>
      </p:sp>
      <p:sp>
        <p:nvSpPr>
          <p:cNvPr id="4" name="Content Placeholder 3"/>
          <p:cNvSpPr>
            <a:spLocks noGrp="1"/>
          </p:cNvSpPr>
          <p:nvPr>
            <p:ph idx="1"/>
          </p:nvPr>
        </p:nvSpPr>
        <p:spPr/>
        <p:txBody>
          <a:bodyPr/>
          <a:lstStyle/>
          <a:p>
            <a:pPr/>
            <a:r>
              <a:t>Infrastructure-as-code embeds security in provisioning</a:t>
            </a:r>
          </a:p>
          <a:p>
            <a:pPr/>
            <a:r>
              <a:t>Use secure-by-default templates for Azure, AWS, and GCP</a:t>
            </a:r>
          </a:p>
          <a:p>
            <a:pPr/>
            <a:r>
              <a:t>Copilot generates hardened configurations from requirements</a:t>
            </a:r>
          </a:p>
          <a:p>
            <a:pPr/>
            <a:r>
              <a:t>Version control compliance as code</a:t>
            </a:r>
          </a:p>
        </p:txBody>
      </p:sp>
      <p:sp>
        <p:nvSpPr>
          <p:cNvPr id="5" name="Text Placeholder 4"/>
          <p:cNvSpPr>
            <a:spLocks noGrp="1"/>
          </p:cNvSpPr>
          <p:nvPr>
            <p:ph type="body" idx="14" sz="quarter"/>
          </p:nvPr>
        </p:nvSpPr>
        <p:spPr/>
        <p:txBody>
          <a:bodyP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7" sz="quarter"/>
          </p:nvPr>
        </p:nvSpPr>
        <p:spPr/>
        <p:txBody>
          <a:bodyPr/>
          <a:lstStyle/>
          <a:p/>
        </p:txBody>
      </p:sp>
      <p:sp>
        <p:nvSpPr>
          <p:cNvPr id="3" name="Title 2"/>
          <p:cNvSpPr>
            <a:spLocks noGrp="1"/>
          </p:cNvSpPr>
          <p:nvPr>
            <p:ph type="title"/>
          </p:nvPr>
        </p:nvSpPr>
        <p:spPr/>
        <p:txBody>
          <a:bodyPr/>
          <a:lstStyle/>
          <a:p>
            <a:r>
              <a:t>Demo: ARM and Terraform hardening</a:t>
            </a:r>
          </a:p>
        </p:txBody>
      </p:sp>
      <p:sp>
        <p:nvSpPr>
          <p:cNvPr id="4" name="Content Placeholder 3"/>
          <p:cNvSpPr>
            <a:spLocks noGrp="1"/>
          </p:cNvSpPr>
          <p:nvPr>
            <p:ph idx="1"/>
          </p:nvPr>
        </p:nvSpPr>
        <p:spPr/>
        <p:txBody>
          <a:bodyPr/>
          <a:lstStyle/>
          <a:p>
            <a:pPr/>
            <a:r>
              <a:t>Create Azure SQL template with comprehensive security controls</a:t>
            </a:r>
          </a:p>
          <a:p>
            <a:pPr/>
            <a:r>
              <a:t>Generate Terraform configuration for hardened EC2 instances</a:t>
            </a:r>
          </a:p>
          <a:p>
            <a:pPr/>
            <a:r>
              <a:t>Add compliance validation tests to IaC pipelines</a:t>
            </a:r>
          </a:p>
          <a:p>
            <a:pPr/>
            <a:r>
              <a:t>Build reusable modules for common secure patterns</a:t>
            </a:r>
          </a:p>
        </p:txBody>
      </p:sp>
      <p:sp>
        <p:nvSpPr>
          <p:cNvPr id="5" name="Text Placeholder 4"/>
          <p:cNvSpPr>
            <a:spLocks noGrp="1"/>
          </p:cNvSpPr>
          <p:nvPr>
            <p:ph type="body" idx="14" sz="quarter"/>
          </p:nvPr>
        </p:nvSpPr>
        <p:spPr/>
        <p:txBody>
          <a:bodyP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7" sz="quarter"/>
          </p:nvPr>
        </p:nvSpPr>
        <p:spPr/>
        <p:txBody>
          <a:bodyPr/>
          <a:lstStyle/>
          <a:p/>
        </p:txBody>
      </p:sp>
      <p:sp>
        <p:nvSpPr>
          <p:cNvPr id="3" name="Title 2"/>
          <p:cNvSpPr>
            <a:spLocks noGrp="1"/>
          </p:cNvSpPr>
          <p:nvPr>
            <p:ph type="title"/>
          </p:nvPr>
        </p:nvSpPr>
        <p:spPr/>
        <p:txBody>
          <a:bodyPr/>
          <a:lstStyle/>
          <a:p>
            <a:r>
              <a:t>Automate compliance benchmark checks</a:t>
            </a:r>
          </a:p>
        </p:txBody>
      </p:sp>
      <p:sp>
        <p:nvSpPr>
          <p:cNvPr id="4" name="Content Placeholder 3"/>
          <p:cNvSpPr>
            <a:spLocks noGrp="1"/>
          </p:cNvSpPr>
          <p:nvPr>
            <p:ph idx="1"/>
          </p:nvPr>
        </p:nvSpPr>
        <p:spPr/>
        <p:txBody>
          <a:bodyPr/>
          <a:lstStyle/>
          <a:p>
            <a:pPr/>
            <a:r>
              <a:t>CIS benchmarks define security baselines for systems and applications</a:t>
            </a:r>
          </a:p>
          <a:p>
            <a:pPr/>
            <a:r>
              <a:t>NIST 800-53 provides comprehensive security control framework</a:t>
            </a:r>
          </a:p>
          <a:p>
            <a:pPr/>
            <a:r>
              <a:t>Automated checking scales better than manual audits</a:t>
            </a:r>
          </a:p>
          <a:p>
            <a:pPr/>
            <a:r>
              <a:t>Continuous compliance replaces point-in-time assessments</a:t>
            </a:r>
          </a:p>
        </p:txBody>
      </p:sp>
      <p:sp>
        <p:nvSpPr>
          <p:cNvPr id="5" name="Text Placeholder 4"/>
          <p:cNvSpPr>
            <a:spLocks noGrp="1"/>
          </p:cNvSpPr>
          <p:nvPr>
            <p:ph type="body" idx="14" sz="quarter"/>
          </p:nvPr>
        </p:nvSpPr>
        <p:spPr/>
        <p:txBody>
          <a:bodyPr/>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7" sz="quarter"/>
          </p:nvPr>
        </p:nvSpPr>
        <p:spPr/>
        <p:txBody>
          <a:bodyPr/>
          <a:lstStyle/>
          <a:p/>
        </p:txBody>
      </p:sp>
      <p:sp>
        <p:nvSpPr>
          <p:cNvPr id="3" name="Title 2"/>
          <p:cNvSpPr>
            <a:spLocks noGrp="1"/>
          </p:cNvSpPr>
          <p:nvPr>
            <p:ph type="title"/>
          </p:nvPr>
        </p:nvSpPr>
        <p:spPr/>
        <p:txBody>
          <a:bodyPr/>
          <a:lstStyle/>
          <a:p>
            <a:r>
              <a:t>Demo: CIS and NIST verification scripts</a:t>
            </a:r>
          </a:p>
        </p:txBody>
      </p:sp>
      <p:sp>
        <p:nvSpPr>
          <p:cNvPr id="4" name="Content Placeholder 3"/>
          <p:cNvSpPr>
            <a:spLocks noGrp="1"/>
          </p:cNvSpPr>
          <p:nvPr>
            <p:ph idx="1"/>
          </p:nvPr>
        </p:nvSpPr>
        <p:spPr/>
        <p:txBody>
          <a:bodyPr/>
          <a:lstStyle/>
          <a:p>
            <a:pPr/>
            <a:r>
              <a:t>Generate PowerShell script for CIS Windows Server benchmark</a:t>
            </a:r>
          </a:p>
          <a:p>
            <a:pPr/>
            <a:r>
              <a:t>Create Python tool for NIST 800-53 control validation</a:t>
            </a:r>
          </a:p>
          <a:p>
            <a:pPr/>
            <a:r>
              <a:t>Produce compliance reports in auditor-friendly formats</a:t>
            </a:r>
          </a:p>
          <a:p>
            <a:pPr/>
            <a:r>
              <a:t>Schedule automated compliance scans and alerting</a:t>
            </a:r>
          </a:p>
        </p:txBody>
      </p:sp>
      <p:sp>
        <p:nvSpPr>
          <p:cNvPr id="5" name="Text Placeholder 4"/>
          <p:cNvSpPr>
            <a:spLocks noGrp="1"/>
          </p:cNvSpPr>
          <p:nvPr>
            <p:ph type="body" idx="14" sz="quarter"/>
          </p:nvPr>
        </p:nvSpPr>
        <p:spPr/>
        <p:txBody>
          <a:bodyPr/>
          <a:lstStyle/>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7" sz="quarter"/>
          </p:nvPr>
        </p:nvSpPr>
        <p:spPr/>
        <p:txBody>
          <a:bodyPr/>
          <a:lstStyle/>
          <a:p/>
        </p:txBody>
      </p:sp>
      <p:sp>
        <p:nvSpPr>
          <p:cNvPr id="3" name="Title 2"/>
          <p:cNvSpPr>
            <a:spLocks noGrp="1"/>
          </p:cNvSpPr>
          <p:nvPr>
            <p:ph type="title"/>
          </p:nvPr>
        </p:nvSpPr>
        <p:spPr/>
        <p:txBody>
          <a:bodyPr/>
          <a:lstStyle/>
          <a:p>
            <a:r>
              <a:t>STIG validation and auto-remediation</a:t>
            </a:r>
          </a:p>
        </p:txBody>
      </p:sp>
      <p:sp>
        <p:nvSpPr>
          <p:cNvPr id="4" name="Content Placeholder 3"/>
          <p:cNvSpPr>
            <a:spLocks noGrp="1"/>
          </p:cNvSpPr>
          <p:nvPr>
            <p:ph idx="1"/>
          </p:nvPr>
        </p:nvSpPr>
        <p:spPr/>
        <p:txBody>
          <a:bodyPr/>
          <a:lstStyle/>
          <a:p>
            <a:pPr/>
            <a:r>
              <a:t>STIGs (Security Technical Implementation Guides) from DISA</a:t>
            </a:r>
          </a:p>
          <a:p>
            <a:pPr/>
            <a:r>
              <a:t>Automated scanning detects STIG violations across systems</a:t>
            </a:r>
          </a:p>
          <a:p>
            <a:pPr/>
            <a:r>
              <a:t>Auto-remediation fixes common misconfigurations safely</a:t>
            </a:r>
          </a:p>
          <a:p>
            <a:pPr/>
            <a:r>
              <a:t>Maintain compliance through configuration management</a:t>
            </a:r>
          </a:p>
        </p:txBody>
      </p:sp>
      <p:sp>
        <p:nvSpPr>
          <p:cNvPr id="5" name="Text Placeholder 4"/>
          <p:cNvSpPr>
            <a:spLocks noGrp="1"/>
          </p:cNvSpPr>
          <p:nvPr>
            <p:ph type="body" idx="14" sz="quarter"/>
          </p:nvPr>
        </p:nvSpPr>
        <p:spPr/>
        <p:txBody>
          <a:bodyPr/>
          <a:lstStyle/>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7" sz="quarter"/>
          </p:nvPr>
        </p:nvSpPr>
        <p:spPr/>
        <p:txBody>
          <a:bodyPr/>
          <a:lstStyle/>
          <a:p/>
        </p:txBody>
      </p:sp>
      <p:sp>
        <p:nvSpPr>
          <p:cNvPr id="3" name="Title 2"/>
          <p:cNvSpPr>
            <a:spLocks noGrp="1"/>
          </p:cNvSpPr>
          <p:nvPr>
            <p:ph type="title"/>
          </p:nvPr>
        </p:nvSpPr>
        <p:spPr/>
        <p:txBody>
          <a:bodyPr/>
          <a:lstStyle/>
          <a:p>
            <a:r>
              <a:t>Demo: STIG server hardening workflows</a:t>
            </a:r>
          </a:p>
        </p:txBody>
      </p:sp>
      <p:sp>
        <p:nvSpPr>
          <p:cNvPr id="4" name="Content Placeholder 3"/>
          <p:cNvSpPr>
            <a:spLocks noGrp="1"/>
          </p:cNvSpPr>
          <p:nvPr>
            <p:ph idx="1"/>
          </p:nvPr>
        </p:nvSpPr>
        <p:spPr/>
        <p:txBody>
          <a:bodyPr/>
          <a:lstStyle/>
          <a:p>
            <a:pPr/>
            <a:r>
              <a:t>Scan Windows Server for STIG compliance gaps</a:t>
            </a:r>
          </a:p>
          <a:p>
            <a:pPr/>
            <a:r>
              <a:t>Generate auto-remediation scripts with Copilot</a:t>
            </a:r>
          </a:p>
          <a:p>
            <a:pPr/>
            <a:r>
              <a:t>Apply STIG baselines using PowerShell DSC</a:t>
            </a:r>
          </a:p>
          <a:p>
            <a:pPr/>
            <a:r>
              <a:t>Validate remediation and document evidence</a:t>
            </a:r>
          </a:p>
        </p:txBody>
      </p:sp>
      <p:sp>
        <p:nvSpPr>
          <p:cNvPr id="5" name="Text Placeholder 4"/>
          <p:cNvSpPr>
            <a:spLocks noGrp="1"/>
          </p:cNvSpPr>
          <p:nvPr>
            <p:ph type="body" idx="14" sz="quarter"/>
          </p:nvPr>
        </p:nvSpPr>
        <p:spPr/>
        <p:txBody>
          <a:bodyPr/>
          <a:lstStyle/>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7" sz="quarter"/>
          </p:nvPr>
        </p:nvSpPr>
        <p:spPr/>
        <p:txBody>
          <a:bodyPr/>
          <a:lstStyle/>
          <a:p/>
        </p:txBody>
      </p:sp>
      <p:sp>
        <p:nvSpPr>
          <p:cNvPr id="3" name="Title 2"/>
          <p:cNvSpPr>
            <a:spLocks noGrp="1"/>
          </p:cNvSpPr>
          <p:nvPr>
            <p:ph type="title"/>
          </p:nvPr>
        </p:nvSpPr>
        <p:spPr/>
        <p:txBody>
          <a:bodyPr/>
          <a:lstStyle/>
          <a:p>
            <a:r>
              <a:t>Security documentation automation</a:t>
            </a:r>
          </a:p>
        </p:txBody>
      </p:sp>
      <p:sp>
        <p:nvSpPr>
          <p:cNvPr id="4" name="Content Placeholder 3"/>
          <p:cNvSpPr>
            <a:spLocks noGrp="1"/>
          </p:cNvSpPr>
          <p:nvPr>
            <p:ph idx="1"/>
          </p:nvPr>
        </p:nvSpPr>
        <p:spPr/>
        <p:txBody>
          <a:bodyPr/>
          <a:lstStyle/>
          <a:p>
            <a:pPr/>
            <a:r>
              <a:t>Documentation is evidence of security controls</a:t>
            </a:r>
          </a:p>
          <a:p>
            <a:pPr/>
            <a:r>
              <a:t>Generate architecture diagrams from infrastructure code</a:t>
            </a:r>
          </a:p>
          <a:p>
            <a:pPr/>
            <a:r>
              <a:t>Auto-create control matrices and policy documents</a:t>
            </a:r>
          </a:p>
          <a:p>
            <a:pPr/>
            <a:r>
              <a:t>Maintain living documentation that updates with code</a:t>
            </a:r>
          </a:p>
        </p:txBody>
      </p:sp>
      <p:sp>
        <p:nvSpPr>
          <p:cNvPr id="5" name="Text Placeholder 4"/>
          <p:cNvSpPr>
            <a:spLocks noGrp="1"/>
          </p:cNvSpPr>
          <p:nvPr>
            <p:ph type="body" idx="14" sz="quarter"/>
          </p:nvPr>
        </p:nvSpPr>
        <p:spPr/>
        <p:txBody>
          <a:bodyPr/>
          <a:lstStyl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7" sz="quarter"/>
          </p:nvPr>
        </p:nvSpPr>
        <p:spPr/>
        <p:txBody>
          <a:bodyPr/>
          <a:lstStyle/>
          <a:p/>
        </p:txBody>
      </p:sp>
      <p:sp>
        <p:nvSpPr>
          <p:cNvPr id="3" name="Title 2"/>
          <p:cNvSpPr>
            <a:spLocks noGrp="1"/>
          </p:cNvSpPr>
          <p:nvPr>
            <p:ph type="title"/>
          </p:nvPr>
        </p:nvSpPr>
        <p:spPr/>
        <p:txBody>
          <a:bodyPr/>
          <a:lstStyle/>
          <a:p>
            <a:r>
              <a:t>Demo: Incident response playbooks</a:t>
            </a:r>
          </a:p>
        </p:txBody>
      </p:sp>
      <p:sp>
        <p:nvSpPr>
          <p:cNvPr id="4" name="Content Placeholder 3"/>
          <p:cNvSpPr>
            <a:spLocks noGrp="1"/>
          </p:cNvSpPr>
          <p:nvPr>
            <p:ph idx="1"/>
          </p:nvPr>
        </p:nvSpPr>
        <p:spPr/>
        <p:txBody>
          <a:bodyPr/>
          <a:lstStyle/>
          <a:p>
            <a:pPr/>
            <a:r>
              <a:t>Generate IR playbooks for common security incidents</a:t>
            </a:r>
          </a:p>
          <a:p>
            <a:pPr/>
            <a:r>
              <a:t>Automate evidence collection and log aggregation</a:t>
            </a:r>
          </a:p>
          <a:p>
            <a:pPr/>
            <a:r>
              <a:t>Create runbooks for containment and remediation</a:t>
            </a:r>
          </a:p>
          <a:p>
            <a:pPr/>
            <a:r>
              <a:t>Integrate IR workflows with SIEM and ticketing systems</a:t>
            </a:r>
          </a:p>
        </p:txBody>
      </p:sp>
      <p:sp>
        <p:nvSpPr>
          <p:cNvPr id="5" name="Text Placeholder 4"/>
          <p:cNvSpPr>
            <a:spLocks noGrp="1"/>
          </p:cNvSpPr>
          <p:nvPr>
            <p:ph type="body" idx="14" sz="quarter"/>
          </p:nvPr>
        </p:nvSpPr>
        <p:spPr/>
        <p:txBody>
          <a:bodyPr/>
          <a:lstStyle/>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7" sz="quarter"/>
          </p:nvPr>
        </p:nvSpPr>
        <p:spPr/>
        <p:txBody>
          <a:bodyPr/>
          <a:lstStyle/>
          <a:p/>
        </p:txBody>
      </p:sp>
      <p:sp>
        <p:nvSpPr>
          <p:cNvPr id="3" name="Title 2"/>
          <p:cNvSpPr>
            <a:spLocks noGrp="1"/>
          </p:cNvSpPr>
          <p:nvPr>
            <p:ph type="title"/>
          </p:nvPr>
        </p:nvSpPr>
        <p:spPr/>
        <p:txBody>
          <a:bodyPr/>
          <a:lstStyle/>
          <a:p>
            <a:r>
              <a:t>Key takeaways</a:t>
            </a:r>
          </a:p>
        </p:txBody>
      </p:sp>
      <p:sp>
        <p:nvSpPr>
          <p:cNvPr id="4" name="Content Placeholder 3"/>
          <p:cNvSpPr>
            <a:spLocks noGrp="1"/>
          </p:cNvSpPr>
          <p:nvPr>
            <p:ph idx="1"/>
          </p:nvPr>
        </p:nvSpPr>
        <p:spPr/>
        <p:txBody>
          <a:bodyPr/>
          <a:lstStyle/>
          <a:p>
            <a:pPr/>
            <a:r>
              <a:t>Automate compliance checking to replace manual audits</a:t>
            </a:r>
          </a:p>
          <a:p>
            <a:pPr/>
            <a:r>
              <a:t>Infrastructure-as-code embeds security controls in provisioning</a:t>
            </a:r>
          </a:p>
          <a:p>
            <a:pPr/>
            <a:r>
              <a:t>STIG and benchmark automation maintains continuous compliance</a:t>
            </a:r>
          </a:p>
          <a:p>
            <a:pPr/>
            <a:r>
              <a:t>Security documentation should be generated from code, not written manually</a:t>
            </a:r>
          </a:p>
        </p:txBody>
      </p:sp>
      <p:sp>
        <p:nvSpPr>
          <p:cNvPr id="5" name="Text Placeholder 4"/>
          <p:cNvSpPr>
            <a:spLocks noGrp="1"/>
          </p:cNvSpPr>
          <p:nvPr>
            <p:ph type="body" idx="14" sz="quarter"/>
          </p:nvPr>
        </p:nvSpPr>
        <p:spPr/>
        <p:txBody>
          <a:bodyPr/>
          <a:lstStyle/>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7" sz="quarter"/>
          </p:nvPr>
        </p:nvSpPr>
        <p:spPr/>
        <p:txBody>
          <a:bodyPr/>
          <a:lstStyle/>
          <a:p/>
        </p:txBody>
      </p:sp>
      <p:sp>
        <p:nvSpPr>
          <p:cNvPr id="3" name="Title 2"/>
          <p:cNvSpPr>
            <a:spLocks noGrp="1"/>
          </p:cNvSpPr>
          <p:nvPr>
            <p:ph type="title"/>
          </p:nvPr>
        </p:nvSpPr>
        <p:spPr/>
        <p:txBody>
          <a:bodyPr/>
          <a:lstStyle/>
          <a:p>
            <a:r>
              <a:t>Next steps and course wrap-up</a:t>
            </a:r>
          </a:p>
        </p:txBody>
      </p:sp>
      <p:sp>
        <p:nvSpPr>
          <p:cNvPr id="4" name="Content Placeholder 3"/>
          <p:cNvSpPr>
            <a:spLocks noGrp="1"/>
          </p:cNvSpPr>
          <p:nvPr>
            <p:ph idx="1"/>
          </p:nvPr>
        </p:nvSpPr>
        <p:spPr/>
        <p:txBody>
          <a:bodyPr/>
          <a:lstStyle/>
          <a:p>
            <a:pPr/>
            <a:r>
              <a:t>Apply hardened IaC templates to one environment</a:t>
            </a:r>
          </a:p>
          <a:p>
            <a:pPr/>
            <a:r>
              <a:t>Automate one compliance framework that matters to your organization</a:t>
            </a:r>
          </a:p>
          <a:p>
            <a:pPr/>
            <a:r>
              <a:t>Build incident response playbooks for your top 3 threats</a:t>
            </a:r>
          </a:p>
          <a:p>
            <a:pPr/>
            <a:r>
              <a:t>Share your Copilot security patterns with the community</a:t>
            </a:r>
          </a:p>
        </p:txBody>
      </p:sp>
      <p:sp>
        <p:nvSpPr>
          <p:cNvPr id="5" name="Text Placeholder 4"/>
          <p:cNvSpPr>
            <a:spLocks noGrp="1"/>
          </p:cNvSpPr>
          <p:nvPr>
            <p:ph type="body" idx="14" sz="quarter"/>
          </p:nvPr>
        </p:nvSpPr>
        <p:spPr/>
        <p:txBody>
          <a:bodyPr/>
          <a:lstStyle/>
          <a:p/>
        </p:txBody>
      </p:sp>
    </p:spTree>
  </p:cSld>
  <p:clrMapOvr>
    <a:masterClrMapping/>
  </p:clrMapOvr>
</p:sld>
</file>

<file path=ppt/theme/theme1.xml><?xml version="1.0" encoding="utf-8"?>
<a:theme xmlns:a="http://schemas.openxmlformats.org/drawingml/2006/main" name="Pearson Theme">
  <a:themeElements>
    <a:clrScheme name="Pearson Theme">
      <a:dk1>
        <a:srgbClr val="000000"/>
      </a:dk1>
      <a:lt1>
        <a:srgbClr val="FFFFFF"/>
      </a:lt1>
      <a:dk2>
        <a:srgbClr val="0D004D"/>
      </a:dk2>
      <a:lt2>
        <a:srgbClr val="FFFFFF"/>
      </a:lt2>
      <a:accent1>
        <a:srgbClr val="B79BFE"/>
      </a:accent1>
      <a:accent2>
        <a:srgbClr val="7950E2"/>
      </a:accent2>
      <a:accent3>
        <a:srgbClr val="56E2E1"/>
      </a:accent3>
      <a:accent4>
        <a:srgbClr val="EC8DE2"/>
      </a:accent4>
      <a:accent5>
        <a:srgbClr val="FFCE00"/>
      </a:accent5>
      <a:accent6>
        <a:srgbClr val="B820A9"/>
      </a:accent6>
      <a:hlink>
        <a:srgbClr val="B79BFE"/>
      </a:hlink>
      <a:folHlink>
        <a:srgbClr val="B79BF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9525">
          <a:solidFill>
            <a:schemeClr val="tx2"/>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defRPr sz="1100" dirty="0" smtClean="0">
            <a:solidFill>
              <a:schemeClr val="tx2"/>
            </a:solidFill>
          </a:defRPr>
        </a:defPPr>
      </a:lstStyle>
    </a:txDef>
  </a:objectDefaults>
  <a:extraClrSchemeLst/>
  <a:custClrLst>
    <a:custClr name="Pearson Purple">
      <a:srgbClr val="0D004D"/>
    </a:custClr>
    <a:custClr name="Amethyst">
      <a:srgbClr val="512EAB"/>
    </a:custClr>
    <a:custClr name="Light Purple">
      <a:srgbClr val="C1BFFF"/>
    </a:custClr>
    <a:custClr name="Fuchsia">
      <a:srgbClr val="DF41CF"/>
    </a:custClr>
    <a:custClr name="Amber">
      <a:srgbClr val="FFCE00"/>
    </a:custClr>
    <a:custClr name="Turquoise">
      <a:srgbClr val="56E2E1"/>
    </a:custClr>
    <a:custClr name="Blank">
      <a:srgbClr val="FFFFFF"/>
    </a:custClr>
    <a:custClr name="Blank">
      <a:srgbClr val="FFFFFF"/>
    </a:custClr>
    <a:custClr name="Blank">
      <a:srgbClr val="FFFFFF"/>
    </a:custClr>
    <a:custClr name="Positive">
      <a:srgbClr val="00C800"/>
    </a:custClr>
    <a:custClr name="Blank">
      <a:srgbClr val="FFFFFF"/>
    </a:custClr>
    <a:custClr name="Blank">
      <a:srgbClr val="FFFFFF"/>
    </a:custClr>
    <a:custClr name="Mist Purple">
      <a:srgbClr val="EDECF6"/>
    </a:custClr>
    <a:custClr name="Fuschia Tint">
      <a:srgbClr val="EFA0E7"/>
    </a:custClr>
    <a:custClr name="Amber Tint">
      <a:srgbClr val="FFE67F"/>
    </a:custClr>
    <a:custClr name="Turquoise Tint">
      <a:srgbClr val="B3F2F1"/>
    </a:custClr>
    <a:custClr name="Blank">
      <a:srgbClr val="FFFFFF"/>
    </a:custClr>
    <a:custClr name="Blank">
      <a:srgbClr val="FFFFFF"/>
    </a:custClr>
    <a:custClr name="Blank">
      <a:srgbClr val="FFFFFF"/>
    </a:custClr>
    <a:custClr name="Negative">
      <a:srgbClr val="FF0000"/>
    </a:custClr>
  </a:custClrLst>
  <a:extLst>
    <a:ext uri="{05A4C25C-085E-4340-85A3-A5531E510DB2}">
      <thm15:themeFamily xmlns:thm15="http://schemas.microsoft.com/office/thememl/2012/main" name="sPearson_PPT-Template-MATER" id="{79B6B0D6-2E33-B34D-A39A-4F3201A2CE45}" vid="{507AAD7F-F5FF-0D46-972D-39A75A18AB3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Plus Jakarta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Plus Jakarta Sans"/>
        <a:font script="Hebr" typeface="Plus Jakarta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Plus Jakarta Sans"/>
        <a:font script="Uigh" typeface="Microsoft Uighur"/>
        <a:font script="Geor" typeface="Sylfaen"/>
        <a:font script="Armn" typeface="Plus Jakarta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Pearson Purple">
      <a:srgbClr val="0D004D"/>
    </a:custClr>
    <a:custClr name="Amethyst">
      <a:srgbClr val="512EAB"/>
    </a:custClr>
    <a:custClr name="Light Purple">
      <a:srgbClr val="C1BFFF"/>
    </a:custClr>
    <a:custClr name="Fuchsia">
      <a:srgbClr val="DF41CF"/>
    </a:custClr>
    <a:custClr name="Amber">
      <a:srgbClr val="FFCE00"/>
    </a:custClr>
    <a:custClr name="Turquoise">
      <a:srgbClr val="56E2E1"/>
    </a:custClr>
    <a:custClr name="Blank">
      <a:srgbClr val="FFFFFF"/>
    </a:custClr>
    <a:custClr name="Blank">
      <a:srgbClr val="FFFFFF"/>
    </a:custClr>
    <a:custClr name="Blank">
      <a:srgbClr val="FFFFFF"/>
    </a:custClr>
    <a:custClr name="Positive">
      <a:srgbClr val="00C800"/>
    </a:custClr>
    <a:custClr name="Blank">
      <a:srgbClr val="FFFFFF"/>
    </a:custClr>
    <a:custClr name="Blank">
      <a:srgbClr val="FFFFFF"/>
    </a:custClr>
    <a:custClr name="Mist Purple">
      <a:srgbClr val="EDECF6"/>
    </a:custClr>
    <a:custClr name="Fuschia Tint">
      <a:srgbClr val="EFA0E7"/>
    </a:custClr>
    <a:custClr name="Amber Tint">
      <a:srgbClr val="FFE67F"/>
    </a:custClr>
    <a:custClr name="Turquoise Tint">
      <a:srgbClr val="B3F2F1"/>
    </a:custClr>
    <a:custClr name="Blank">
      <a:srgbClr val="FFFFFF"/>
    </a:custClr>
    <a:custClr name="Blank">
      <a:srgbClr val="FFFFFF"/>
    </a:custClr>
    <a:custClr name="Blank">
      <a:srgbClr val="FFFFFF"/>
    </a:custClr>
    <a:custClr name="Negative">
      <a:srgbClr val="FF0000"/>
    </a:custClr>
  </a:custClr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Plus Jakarta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Plus Jakarta Sans"/>
        <a:font script="Hebr" typeface="Plus Jakarta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Plus Jakarta Sans"/>
        <a:font script="Uigh" typeface="Microsoft Uighur"/>
        <a:font script="Geor" typeface="Sylfaen"/>
        <a:font script="Armn" typeface="Plus Jakarta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1501a101-02f8-4cb9-8ad4-ac4c2bb50a5e">
      <Terms xmlns="http://schemas.microsoft.com/office/infopath/2007/PartnerControls"/>
    </lcf76f155ced4ddcb4097134ff3c332f>
    <TaxCatchAll xmlns="53af226d-ba0a-4b77-ace2-7e16defb849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EB942DAA29B6641B847DD25AB6364DF" ma:contentTypeVersion="20" ma:contentTypeDescription="Create a new document." ma:contentTypeScope="" ma:versionID="8418544ccbba6eabd8ad7f32b71cd208">
  <xsd:schema xmlns:xsd="http://www.w3.org/2001/XMLSchema" xmlns:xs="http://www.w3.org/2001/XMLSchema" xmlns:p="http://schemas.microsoft.com/office/2006/metadata/properties" xmlns:ns1="http://schemas.microsoft.com/sharepoint/v3" xmlns:ns2="1501a101-02f8-4cb9-8ad4-ac4c2bb50a5e" xmlns:ns3="53af226d-ba0a-4b77-ace2-7e16defb8490" targetNamespace="http://schemas.microsoft.com/office/2006/metadata/properties" ma:root="true" ma:fieldsID="263f9987bbc11137d77341febd189c27" ns1:_="" ns2:_="" ns3:_="">
    <xsd:import namespace="http://schemas.microsoft.com/sharepoint/v3"/>
    <xsd:import namespace="1501a101-02f8-4cb9-8ad4-ac4c2bb50a5e"/>
    <xsd:import namespace="53af226d-ba0a-4b77-ace2-7e16defb849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DateTaken" minOccurs="0"/>
                <xsd:element ref="ns2:MediaServiceObjectDetectorVersions" minOccurs="0"/>
                <xsd:element ref="ns2:MediaServiceSearchPropertie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501a101-02f8-4cb9-8ad4-ac4c2bb50a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DateTaken" ma:index="22" nillable="true" ma:displayName="MediaServiceDateTaken" ma:hidden="true" ma:indexed="true" ma:internalName="MediaServiceDateTaken"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3af226d-ba0a-4b77-ace2-7e16defb849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0f1b6984-261b-4571-b7f9-8a6d366cc3e2}" ma:internalName="TaxCatchAll" ma:showField="CatchAllData" ma:web="53af226d-ba0a-4b77-ace2-7e16defb8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B632359-E01D-454D-81AF-DC4F0EFDEC38}">
  <ds:schemaRefs>
    <ds:schemaRef ds:uri="http://schemas.openxmlformats.org/package/2006/metadata/core-properties"/>
    <ds:schemaRef ds:uri="http://purl.org/dc/elements/1.1/"/>
    <ds:schemaRef ds:uri="http://schemas.microsoft.com/office/2006/documentManagement/types"/>
    <ds:schemaRef ds:uri="http://www.w3.org/XML/1998/namespace"/>
    <ds:schemaRef ds:uri="http://purl.org/dc/terms/"/>
    <ds:schemaRef ds:uri="http://schemas.microsoft.com/office/infopath/2007/PartnerControls"/>
    <ds:schemaRef ds:uri="84ffc5bf-a0ff-449e-baf2-5e09aebe7ba1"/>
    <ds:schemaRef ds:uri="67f32d8e-c004-4b2a-8588-6055e191469e"/>
    <ds:schemaRef ds:uri="http://schemas.microsoft.com/office/2006/metadata/properties"/>
    <ds:schemaRef ds:uri="http://purl.org/dc/dcmitype/"/>
    <ds:schemaRef ds:uri="caddc159-c4ca-4a4a-9064-6dfaa4844b46"/>
    <ds:schemaRef ds:uri="e1b973b6-5219-468f-b3ec-38ae00307620"/>
    <ds:schemaRef ds:uri="http://schemas.microsoft.com/sharepoint/v3"/>
    <ds:schemaRef ds:uri="1501a101-02f8-4cb9-8ad4-ac4c2bb50a5e"/>
    <ds:schemaRef ds:uri="53af226d-ba0a-4b77-ace2-7e16defb8490"/>
  </ds:schemaRefs>
</ds:datastoreItem>
</file>

<file path=customXml/itemProps2.xml><?xml version="1.0" encoding="utf-8"?>
<ds:datastoreItem xmlns:ds="http://schemas.openxmlformats.org/officeDocument/2006/customXml" ds:itemID="{D5567F57-78B4-46F6-80D2-A007D6BF718A}">
  <ds:schemaRefs>
    <ds:schemaRef ds:uri="http://schemas.microsoft.com/sharepoint/v3/contenttype/forms"/>
  </ds:schemaRefs>
</ds:datastoreItem>
</file>

<file path=customXml/itemProps3.xml><?xml version="1.0" encoding="utf-8"?>
<ds:datastoreItem xmlns:ds="http://schemas.openxmlformats.org/officeDocument/2006/customXml" ds:itemID="{0EA66C5E-8F7B-4119-B1EF-AB769ABA500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1501a101-02f8-4cb9-8ad4-ac4c2bb50a5e"/>
    <ds:schemaRef ds:uri="53af226d-ba0a-4b77-ace2-7e16defb849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8cc434d7-97d0-47d3-b5c5-14fe0e33e34b}" enabled="0" method="" siteId="{8cc434d7-97d0-47d3-b5c5-14fe0e33e34b}" removed="1"/>
</clbl:labelList>
</file>

<file path=docProps/app.xml><?xml version="1.0" encoding="utf-8"?>
<Properties xmlns="http://schemas.openxmlformats.org/officeDocument/2006/extended-properties" xmlns:vt="http://schemas.openxmlformats.org/officeDocument/2006/docPropsVTypes">
  <Template>Pearson Theme</Template>
  <TotalTime>20587</TotalTime>
  <Words>4924</Words>
  <Application>Microsoft Office PowerPoint</Application>
  <PresentationFormat>Widescreen</PresentationFormat>
  <Paragraphs>183</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Plus Jakarta Sans Medium</vt:lpstr>
      <vt:lpstr>Plus Jakarta Sans</vt:lpstr>
      <vt:lpstr>Courier New</vt:lpstr>
      <vt:lpstr>Pearson Theme</vt:lpstr>
      <vt:lpstr>GitHub Copilot for Cybersecurity Specialists</vt:lpstr>
      <vt:lpstr>Lesson 2: Implement security protocols with GitHub Copilot</vt:lpstr>
      <vt:lpstr>How GitHub Copilot understands security</vt:lpstr>
      <vt:lpstr>GitHub Advanced Security validates Copilot outputs</vt:lpstr>
      <vt:lpstr>Using Copilot to implement secure authentication</vt:lpstr>
      <vt:lpstr>Using Copilot to implement encryption and key management</vt:lpstr>
      <vt:lpstr>Using Copilot to secure API gateways</vt:lpstr>
      <vt:lpstr>Using Copilot to implement zero-trust architecture</vt:lpstr>
      <vt:lpstr>Key takeaways: Security implementation with Copilot and GHAS</vt:lpstr>
      <vt:lpstr>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Sean Donelson</dc:creator>
  <cp:lastModifiedBy>Tim Warner</cp:lastModifiedBy>
  <cp:revision>15</cp:revision>
  <dcterms:created xsi:type="dcterms:W3CDTF">2025-09-10T17:43:01Z</dcterms:created>
  <dcterms:modified xsi:type="dcterms:W3CDTF">2025-11-16T21:37:43Z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0x0101009EB942DAA29B6641B847DD25AB6364DF</vt:lpwstr>
  </property>
  <property fmtid="{D5CDD505-2E9C-101B-9397-08002B2CF9AE}" pid="3" name="MediaServiceImageTags">
    <vt:lpwstr/>
  </property>
</Properties>
</file>