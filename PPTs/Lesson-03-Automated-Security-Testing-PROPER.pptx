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59" r:id="rId4"/>
  </p:sldMasterIdLst>
  <p:notesMasterIdLst>
    <p:notesMasterId r:id="rId15"/>
  </p:notesMasterIdLst>
  <p:handoutMasterIdLst>
    <p:handoutMasterId r:id="rId16"/>
  </p:handoutMasterIdLst>
  <p:sldIdLst>
    <p:sldId id="256" r:id="rId5"/>
    <p:sldId id="257" r:id="rId6"/>
    <p:sldId id="258" r:id="rId7"/>
    <p:sldId id="259" r:id="rId8"/>
    <p:sldId id="260" r:id="rId9"/>
    <p:sldId id="261" r:id="rId10"/>
    <p:sldId id="262" r:id="rId11"/>
    <p:sldId id="263" r:id="rId12"/>
    <p:sldId id="264" r:id="rId13"/>
    <p:sldId id="265" r:id="rId14"/>
  </p:sldIdLst>
  <p:sldSz cx="12192000" cy="6858000"/>
  <p:notesSz cx="6858000" cy="9144000"/>
  <p:embeddedFontLst>
    <p:embeddedFont>
      <p:font typeface="Plus Jakarta Sans" panose="020B0604020202020204" charset="0"/>
      <p:regular r:id="rId17"/>
      <p:bold r:id="rId18"/>
      <p:italic r:id="rId19"/>
      <p:boldItalic r:id="rId20"/>
    </p:embeddedFont>
    <p:embeddedFont>
      <p:font typeface="Plus Jakarta Sans Medium" panose="020B0604020202020204" charset="0"/>
      <p:regular r:id="rId21"/>
      <p: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1F5370F-EADF-81FA-8068-58A0A4B134BB}" name="Joan Lambert" initials="JL" userId="S::joan.lambert@pearson.com::8a317a37-0f77-4151-bb60-9515f362ceeb" providerId="AD"/>
  <p188:author id="{46694D10-DD1C-38CD-D46D-3460975AC69F}" name="Varma, Smruti" initials="SV" userId="S::Smruti.Varma@landor.com::b615f429-37b9-4a39-a286-38a6080608d4" providerId="AD"/>
  <p188:author id="{C82FDD14-FDFF-2B65-2D60-F0CE345AC948}" name="Keisha Ridwan" initials="" userId="S::Keisha.Ridwan@landor.com::b5d18e47-bc42-422a-a197-fcf3ca4d761f" providerId="AD"/>
  <p188:author id="{50668825-80D9-FAF6-E3E8-06171ECEB408}" name="Pallavi Kadam" initials="PK" userId="S::Pallavi.Kadam@landor.com::eea03d5c-5843-4108-a4f7-7b528b80ec26" providerId="AD"/>
  <p188:author id="{20F7CC8C-BECF-4DA8-E9C9-71CCD688C8BF}" name="Taylor Moore" initials="TM" userId="Taylor Moore" providerId="None"/>
  <p188:author id="{28CB41B2-B3A2-3E4F-047A-D3C6B9D178E7}" name="Tyler Brown" initials="TB" userId="S::tyler.brown@landor.com::06b81854-7bfb-41cc-8a4c-420e39506896" providerId="AD"/>
  <p188:author id="{EA6085B6-498F-E44D-5D5E-25AE0F3D7FEA}" name="Taylor Moore" initials="" userId="S::taylor.moore@pearson.com::722673e9-9160-42d3-81ab-c343631a8bbb" providerId="AD"/>
  <p188:author id="{9C19BDC1-26D5-294C-0591-99B8CAE7204D}" name="Sarah Conklin" initials="SC" userId="S::sarah.conklin1@pearson.com::9409c5db-21ed-4769-bd0f-6af5e625a01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DF7"/>
    <a:srgbClr val="12A2F3"/>
    <a:srgbClr val="4F4F4F"/>
    <a:srgbClr val="414141"/>
    <a:srgbClr val="737373"/>
    <a:srgbClr val="F2F2F2"/>
    <a:srgbClr val="E0E0E0"/>
    <a:srgbClr val="DF41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FFF54A-5709-4E93-9D3A-11AD94054659}" v="1" dt="2025-11-13T19:20:16.098"/>
    <p1510:client id="{64B68117-42EC-4A1D-9978-9611F8F45079}" v="3" dt="2025-11-13T19:16:19.451"/>
    <p1510:client id="{AC99C611-CF2E-4355-807E-D5B3439284AF}" v="1" dt="2025-11-13T19:20:56.5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03"/>
    <p:restoredTop sz="72409" autoAdjust="0"/>
  </p:normalViewPr>
  <p:slideViewPr>
    <p:cSldViewPr snapToGrid="0">
      <p:cViewPr varScale="1">
        <p:scale>
          <a:sx n="72" d="100"/>
          <a:sy n="72" d="100"/>
        </p:scale>
        <p:origin x="2256" y="2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font" Target="fonts/font5.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notesMaster" Target="notesMasters/notesMaster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6.fntdata"/><Relationship Id="rId27"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JAN</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Sheet1!$B$2</c:f>
              <c:numCache>
                <c:formatCode>General</c:formatCode>
                <c:ptCount val="1"/>
                <c:pt idx="0">
                  <c:v>2.2999999999999998</c:v>
                </c:pt>
              </c:numCache>
            </c:numRef>
          </c:val>
          <c:extLst>
            <c:ext xmlns:c16="http://schemas.microsoft.com/office/drawing/2014/chart" uri="{C3380CC4-5D6E-409C-BE32-E72D297353CC}">
              <c16:uniqueId val="{00000000-44CE-4AFD-8A18-A9E8A47F37F0}"/>
            </c:ext>
          </c:extLst>
        </c:ser>
        <c:ser>
          <c:idx val="1"/>
          <c:order val="1"/>
          <c:tx>
            <c:strRef>
              <c:f>Sheet1!$C$1</c:f>
              <c:strCache>
                <c:ptCount val="1"/>
                <c:pt idx="0">
                  <c:v>FEB</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Sheet1!$C$2</c:f>
              <c:numCache>
                <c:formatCode>General</c:formatCode>
                <c:ptCount val="1"/>
                <c:pt idx="0">
                  <c:v>3</c:v>
                </c:pt>
              </c:numCache>
            </c:numRef>
          </c:val>
          <c:extLst>
            <c:ext xmlns:c16="http://schemas.microsoft.com/office/drawing/2014/chart" uri="{C3380CC4-5D6E-409C-BE32-E72D297353CC}">
              <c16:uniqueId val="{00000001-44CE-4AFD-8A18-A9E8A47F37F0}"/>
            </c:ext>
          </c:extLst>
        </c:ser>
        <c:ser>
          <c:idx val="2"/>
          <c:order val="2"/>
          <c:tx>
            <c:strRef>
              <c:f>Sheet1!$D$1</c:f>
              <c:strCache>
                <c:ptCount val="1"/>
                <c:pt idx="0">
                  <c:v>MAR</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Sheet1!$D$2</c:f>
              <c:numCache>
                <c:formatCode>General</c:formatCode>
                <c:ptCount val="1"/>
                <c:pt idx="0">
                  <c:v>1.8</c:v>
                </c:pt>
              </c:numCache>
            </c:numRef>
          </c:val>
          <c:extLst>
            <c:ext xmlns:c16="http://schemas.microsoft.com/office/drawing/2014/chart" uri="{C3380CC4-5D6E-409C-BE32-E72D297353CC}">
              <c16:uniqueId val="{00000002-44CE-4AFD-8A18-A9E8A47F37F0}"/>
            </c:ext>
          </c:extLst>
        </c:ser>
        <c:ser>
          <c:idx val="3"/>
          <c:order val="3"/>
          <c:tx>
            <c:strRef>
              <c:f>Sheet1!$E$1</c:f>
              <c:strCache>
                <c:ptCount val="1"/>
                <c:pt idx="0">
                  <c:v>APR</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Sheet1!$E$2</c:f>
              <c:numCache>
                <c:formatCode>General</c:formatCode>
                <c:ptCount val="1"/>
                <c:pt idx="0">
                  <c:v>3.8</c:v>
                </c:pt>
              </c:numCache>
            </c:numRef>
          </c:val>
          <c:extLst>
            <c:ext xmlns:c16="http://schemas.microsoft.com/office/drawing/2014/chart" uri="{C3380CC4-5D6E-409C-BE32-E72D297353CC}">
              <c16:uniqueId val="{00000003-44CE-4AFD-8A18-A9E8A47F37F0}"/>
            </c:ext>
          </c:extLst>
        </c:ser>
        <c:ser>
          <c:idx val="4"/>
          <c:order val="4"/>
          <c:tx>
            <c:strRef>
              <c:f>Sheet1!$F$1</c:f>
              <c:strCache>
                <c:ptCount val="1"/>
                <c:pt idx="0">
                  <c:v>MAY</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Sheet1!$F$2</c:f>
              <c:numCache>
                <c:formatCode>General</c:formatCode>
                <c:ptCount val="1"/>
                <c:pt idx="0">
                  <c:v>3.4</c:v>
                </c:pt>
              </c:numCache>
            </c:numRef>
          </c:val>
          <c:extLst>
            <c:ext xmlns:c16="http://schemas.microsoft.com/office/drawing/2014/chart" uri="{C3380CC4-5D6E-409C-BE32-E72D297353CC}">
              <c16:uniqueId val="{00000004-44CE-4AFD-8A18-A9E8A47F37F0}"/>
            </c:ext>
          </c:extLst>
        </c:ser>
        <c:ser>
          <c:idx val="5"/>
          <c:order val="5"/>
          <c:tx>
            <c:strRef>
              <c:f>Sheet1!$G$1</c:f>
              <c:strCache>
                <c:ptCount val="1"/>
                <c:pt idx="0">
                  <c:v>JUN</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DATA</c:v>
                </c:pt>
              </c:strCache>
            </c:strRef>
          </c:cat>
          <c:val>
            <c:numRef>
              <c:f>Sheet1!$G$2</c:f>
              <c:numCache>
                <c:formatCode>General</c:formatCode>
                <c:ptCount val="1"/>
                <c:pt idx="0">
                  <c:v>4.5999999999999996</c:v>
                </c:pt>
              </c:numCache>
            </c:numRef>
          </c:val>
          <c:extLst>
            <c:ext xmlns:c16="http://schemas.microsoft.com/office/drawing/2014/chart" uri="{C3380CC4-5D6E-409C-BE32-E72D297353CC}">
              <c16:uniqueId val="{00000005-44CE-4AFD-8A18-A9E8A47F37F0}"/>
            </c:ext>
          </c:extLst>
        </c:ser>
        <c:dLbls>
          <c:showLegendKey val="0"/>
          <c:showVal val="1"/>
          <c:showCatName val="0"/>
          <c:showSerName val="0"/>
          <c:showPercent val="0"/>
          <c:showBubbleSize val="0"/>
        </c:dLbls>
        <c:gapWidth val="200"/>
        <c:overlap val="-50"/>
        <c:axId val="420139552"/>
        <c:axId val="420150080"/>
      </c:barChart>
      <c:catAx>
        <c:axId val="4201395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en-US"/>
          </a:p>
        </c:txPr>
        <c:crossAx val="420150080"/>
        <c:crosses val="autoZero"/>
        <c:auto val="1"/>
        <c:lblAlgn val="ctr"/>
        <c:lblOffset val="100"/>
        <c:noMultiLvlLbl val="0"/>
      </c:catAx>
      <c:valAx>
        <c:axId val="42015008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Segoe UI" panose="020B0502040204020203" pitchFamily="34" charset="0"/>
              </a:defRPr>
            </a:pPr>
            <a:endParaRPr lang="en-US"/>
          </a:p>
        </c:txPr>
        <c:crossAx val="420139552"/>
        <c:crosses val="autoZero"/>
        <c:crossBetween val="between"/>
        <c:majorUnit val="1"/>
        <c:minorUnit val="0.1"/>
      </c:valAx>
      <c:spPr>
        <a:noFill/>
        <a:ln>
          <a:noFill/>
        </a:ln>
        <a:effectLst/>
      </c:spPr>
    </c:plotArea>
    <c:legend>
      <c:legendPos val="b"/>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C1B-4635-99A7-803E23345B8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C1B-4635-99A7-803E23345B8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C1B-4635-99A7-803E23345B8C}"/>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C1B-4635-99A7-803E23345B8C}"/>
              </c:ext>
            </c:extLst>
          </c:dPt>
          <c:cat>
            <c:strRef>
              <c:f>Sheet1!$A$2:$A$5</c:f>
              <c:strCache>
                <c:ptCount val="4"/>
                <c:pt idx="0">
                  <c:v>Q1</c:v>
                </c:pt>
                <c:pt idx="1">
                  <c:v>Q2</c:v>
                </c:pt>
                <c:pt idx="2">
                  <c:v>Q3</c:v>
                </c:pt>
                <c:pt idx="3">
                  <c:v>Q4</c:v>
                </c:pt>
              </c:strCache>
            </c:strRef>
          </c:cat>
          <c:val>
            <c:numRef>
              <c:f>Sheet1!$B$2:$B$5</c:f>
              <c:numCache>
                <c:formatCode>General</c:formatCode>
                <c:ptCount val="4"/>
                <c:pt idx="0">
                  <c:v>55</c:v>
                </c:pt>
                <c:pt idx="1">
                  <c:v>20</c:v>
                </c:pt>
                <c:pt idx="2">
                  <c:v>5</c:v>
                </c:pt>
                <c:pt idx="3">
                  <c:v>10</c:v>
                </c:pt>
              </c:numCache>
            </c:numRef>
          </c:val>
          <c:extLst>
            <c:ext xmlns:c16="http://schemas.microsoft.com/office/drawing/2014/chart" uri="{C3380CC4-5D6E-409C-BE32-E72D297353CC}">
              <c16:uniqueId val="{00000008-CC1B-4635-99A7-803E23345B8C}"/>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85A484E-2BD9-3CBE-C611-D3089AC1AE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Plus Jakarta Sans Medium" pitchFamily="2" charset="0"/>
            </a:endParaRPr>
          </a:p>
        </p:txBody>
      </p:sp>
      <p:sp>
        <p:nvSpPr>
          <p:cNvPr id="3" name="Date Placeholder 2">
            <a:extLst>
              <a:ext uri="{FF2B5EF4-FFF2-40B4-BE49-F238E27FC236}">
                <a16:creationId xmlns:a16="http://schemas.microsoft.com/office/drawing/2014/main" id="{E4E7924C-FE91-B6B8-1539-895151714C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E41D17-B1DE-4F3D-8229-E6DD2286D408}" type="datetimeFigureOut">
              <a:rPr lang="en-US" smtClean="0">
                <a:latin typeface="Plus Jakarta Sans Medium" pitchFamily="2" charset="0"/>
              </a:rPr>
              <a:t>Sun, 11/16/2025</a:t>
            </a:fld>
            <a:endParaRPr lang="en-US">
              <a:latin typeface="Plus Jakarta Sans Medium" pitchFamily="2" charset="0"/>
            </a:endParaRPr>
          </a:p>
        </p:txBody>
      </p:sp>
      <p:sp>
        <p:nvSpPr>
          <p:cNvPr id="4" name="Footer Placeholder 3">
            <a:extLst>
              <a:ext uri="{FF2B5EF4-FFF2-40B4-BE49-F238E27FC236}">
                <a16:creationId xmlns:a16="http://schemas.microsoft.com/office/drawing/2014/main" id="{83BB3357-0477-9C6D-6606-044FA160C44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Plus Jakarta Sans Medium" pitchFamily="2" charset="0"/>
            </a:endParaRPr>
          </a:p>
        </p:txBody>
      </p:sp>
      <p:sp>
        <p:nvSpPr>
          <p:cNvPr id="5" name="Slide Number Placeholder 4">
            <a:extLst>
              <a:ext uri="{FF2B5EF4-FFF2-40B4-BE49-F238E27FC236}">
                <a16:creationId xmlns:a16="http://schemas.microsoft.com/office/drawing/2014/main" id="{272A7606-B324-E325-4BFC-71A57E9DE45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3D87F3D-D5D7-403E-A0DB-D0DC951FAB6E}" type="slidenum">
              <a:rPr lang="en-US" smtClean="0">
                <a:latin typeface="Plus Jakarta Sans Medium" pitchFamily="2" charset="0"/>
              </a:rPr>
              <a:t>‹#›</a:t>
            </a:fld>
            <a:endParaRPr lang="en-US">
              <a:latin typeface="Plus Jakarta Sans Medium" pitchFamily="2" charset="0"/>
            </a:endParaRPr>
          </a:p>
        </p:txBody>
      </p:sp>
    </p:spTree>
    <p:extLst>
      <p:ext uri="{BB962C8B-B14F-4D97-AF65-F5344CB8AC3E}">
        <p14:creationId xmlns:p14="http://schemas.microsoft.com/office/powerpoint/2010/main" val="168946460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lus Jakarta Sans Medium" pitchFamily="2"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lus Jakarta Sans Medium" pitchFamily="2" charset="0"/>
              </a:defRPr>
            </a:lvl1pPr>
          </a:lstStyle>
          <a:p>
            <a:fld id="{2A9CD6B2-B732-FC41-A69E-62762D3FD565}" type="datetimeFigureOut">
              <a:rPr lang="en-US" smtClean="0"/>
              <a:pPr/>
              <a:t>Sun, 11/16/2025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lus Jakarta Sans Medium" pitchFamily="2"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lus Jakarta Sans Medium" pitchFamily="2" charset="0"/>
              </a:defRPr>
            </a:lvl1pPr>
          </a:lstStyle>
          <a:p>
            <a:fld id="{654E6AB8-202A-7D41-9CBD-7C8AE42CF1A5}" type="slidenum">
              <a:rPr lang="en-US" smtClean="0"/>
              <a:pPr/>
              <a:t>‹#›</a:t>
            </a:fld>
            <a:endParaRPr lang="en-US"/>
          </a:p>
        </p:txBody>
      </p:sp>
    </p:spTree>
    <p:extLst>
      <p:ext uri="{BB962C8B-B14F-4D97-AF65-F5344CB8AC3E}">
        <p14:creationId xmlns:p14="http://schemas.microsoft.com/office/powerpoint/2010/main" val="962103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Plus Jakarta Sans Medium" pitchFamily="2" charset="0"/>
        <a:ea typeface="+mn-ea"/>
        <a:cs typeface="+mn-cs"/>
      </a:defRPr>
    </a:lvl1pPr>
    <a:lvl2pPr marL="457200" algn="l" defTabSz="914400" rtl="0" eaLnBrk="1" latinLnBrk="0" hangingPunct="1">
      <a:defRPr sz="1200" kern="1200">
        <a:solidFill>
          <a:schemeClr val="tx1"/>
        </a:solidFill>
        <a:latin typeface="Plus Jakarta Sans Medium" pitchFamily="2" charset="0"/>
        <a:ea typeface="+mn-ea"/>
        <a:cs typeface="+mn-cs"/>
      </a:defRPr>
    </a:lvl2pPr>
    <a:lvl3pPr marL="914400" algn="l" defTabSz="914400" rtl="0" eaLnBrk="1" latinLnBrk="0" hangingPunct="1">
      <a:defRPr sz="1200" kern="1200">
        <a:solidFill>
          <a:schemeClr val="tx1"/>
        </a:solidFill>
        <a:latin typeface="Plus Jakarta Sans Medium" pitchFamily="2" charset="0"/>
        <a:ea typeface="+mn-ea"/>
        <a:cs typeface="+mn-cs"/>
      </a:defRPr>
    </a:lvl3pPr>
    <a:lvl4pPr marL="1371600" algn="l" defTabSz="914400" rtl="0" eaLnBrk="1" latinLnBrk="0" hangingPunct="1">
      <a:defRPr sz="1200" kern="1200">
        <a:solidFill>
          <a:schemeClr val="tx1"/>
        </a:solidFill>
        <a:latin typeface="Plus Jakarta Sans Medium" pitchFamily="2" charset="0"/>
        <a:ea typeface="+mn-ea"/>
        <a:cs typeface="+mn-cs"/>
      </a:defRPr>
    </a:lvl4pPr>
    <a:lvl5pPr marL="1828800" algn="l" defTabSz="914400" rtl="0" eaLnBrk="1" latinLnBrk="0" hangingPunct="1">
      <a:defRPr sz="1200" kern="1200">
        <a:solidFill>
          <a:schemeClr val="tx1"/>
        </a:solidFill>
        <a:latin typeface="Plus Jakarta Sans Medium"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Welcome to Lesson 3. In Lessons 1 and 2, we detected vulnerabilities and implemented secure systems using GitHub Copilot and GitHub Advanced Security. Today we're validating everything through automated security testing - using Copilot to generate comprehensive test suites that prove our security implementations actually work.</a:t>
            </a:r>
          </a:p>
          <a:p>
            <a:endParaRPr/>
          </a:p>
          <a:p>
            <a:r>
              <a:t>BULLETS:</a:t>
            </a:r>
          </a:p>
          <a:p>
            <a:endParaRPr/>
          </a:p>
          <a:p>
            <a:r>
              <a:t>The progression from implementation to validation is critical in enterprise security. You can implement OAuth 2.0 with Copilot's help. You can encrypt data with Azure Key Vault integration. But how do you prove these implementations are secure under adversarial conditions? How do you prevent security regressions when developers ship code changes at velocity? How do you test security at scale across 200 microservices? That's what automated testing solves - and Copilot excels at generating security test code that validates both positive flows and attack scenarios.</a:t>
            </a:r>
          </a:p>
          <a:p>
            <a:endParaRPr/>
          </a:p>
          <a:p>
            <a:r>
              <a:t>Over the next 40 minutes, we're using GitHub Copilot and GHAS to generate comprehensive security test suites covering unit tests, fuzz testing, SAST/DAST workflows, and CI/CD security gates. We're not writing tests manually line-by-line - we're prompting Copilot to generate tests that validate authentication boundaries, encryption implementations, input validation logic, and security policies. We're building deployment pipelines that fail automatically if security tests don't pass. This is how Fortune 500 companies achieve continuous security validation while maintaining deployment velocity.</a:t>
            </a:r>
          </a:p>
          <a:p>
            <a:endParaRPr/>
          </a:p>
          <a:p>
            <a:r>
              <a:t>All test code, fuzz harnesses, SAST/DAST configurations, and CI/CD pipeline definitions are available in the course repository at timw.info/copilot-security. You'll get working test suites that catch real vulnerabilities, not theoretical ones. These aren't toy examples - they're production-grade security testing patterns used by enterprise security teams protecting billion-dollar infrastructure.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By the end of this lesson, you'll master four automated security testing capabilities that transform how security teams validate code at enterprise scale. These aren't theoretical concepts - these are the exact patterns used by companies like Microsoft, GitHub, and their Fortune 500 customers to maintain security while shipping code hundreds of times per day.</a:t>
            </a:r>
          </a:p>
          <a:p>
            <a:endParaRPr/>
          </a:p>
          <a:p>
            <a:r>
              <a:t>BULLETS:</a:t>
            </a:r>
          </a:p>
          <a:p>
            <a:endParaRPr/>
          </a:p>
          <a:p>
            <a:r>
              <a:t>• Generate AI-assisted security unit tests for critical authentication and authorization functions - Traditional security testing means manually writing hundreds of test cases for authentication flows, authorization boundaries, session management, token validation, and cryptographic operations. Writing comprehensive security tests manually takes weeks and requires deep security expertise. Copilot can generate complete security test suites from natural language prompts - test cases that validate positive flows (valid credentials should authenticate), negative flows (invalid tokens should be rejected), edge cases (expired sessions, malformed inputs), and attack scenarios (SQL injection, XSS, CSRF attempts). We'll use Copilot to generate pytest test suites for OAuth implementations, JWT validation logic, role-based access control enforcement, and encryption key management. The AI understands security test patterns from analyzing millions of open source security test suites, so it knows what edge cases to cover and what attack vectors to test against.</a:t>
            </a:r>
          </a:p>
          <a:p>
            <a:endParaRPr/>
          </a:p>
          <a:p>
            <a:r>
              <a:t>• Create fuzz testing harnesses with Copilot for comprehensive input validation coverage - Fuzzing finds vulnerabilities by throwing malformed, unexpected, and adversarial inputs at your code - testing how systems handle boundary conditions, invalid data types, oversized inputs, and malicious payloads that manual testing misses. Writing effective fuzz harnesses manually requires expertise in fuzzing frameworks like AFL++, libFuzzer, or Honggfuzz, plus understanding of seed corpus generation and coverage-guided mutation strategies. Copilot generates complete fuzz harnesses targeting specific input validation logic, API endpoints, file parsers, protocol handlers, and cryptographic functions. We'll generate libFuzzer harnesses for JSON parsing, AFL++ configurations for binary protocol handling, and custom fuzzing engines that discover input validation vulnerabilities automatically through millions of test iterations.</a:t>
            </a:r>
          </a:p>
          <a:p>
            <a:endParaRPr/>
          </a:p>
          <a:p>
            <a:r>
              <a:t>• Automate DAST and SAST workflows using GitHub Actions and Advanced Security features - Dynamic Application Security Testing scans running applications for runtime vulnerabilities (authentication flaws, session management issues, configuration errors). Static Application Security Testing analyzes source code without execution to find vulnerabilities (SQL injection, XSS, buffer overflows, cryptographic weaknesses). Integrating both into CI/CD pipelines requires configuring multiple scanning tools, managing scan policies, interpreting results, and orchestrating workflows. We'll use Copilot to generate GitHub Actions workflows that orchestrate OWASP ZAP for DAST scanning, CodeQL for dataflow SAST analysis, Dependabot for vulnerable dependency detection, and Gitleaks for exposed credential scanning. GHAS provides the enterprise orchestration platform - Copilot generates the workflow configurations that tie everything together.</a:t>
            </a:r>
          </a:p>
          <a:p>
            <a:endParaRPr/>
          </a:p>
          <a:p>
            <a:r>
              <a:t>• Build continuous security validation pipelines that enforce security gates in CI/CD - Most organizations struggle with "shift left" security because developers resist tooling that blocks their work, and security teams worry automation might miss critical issues. We're implementing security gates that automatically fail CI/CD pipelines if vulnerabilities exceed acceptable thresholds - blocking critical/high severity issues while allowing informational findings. Copilot generates pipeline configurations that balance security enforcement with developer velocity. We'll build gates that block deployments on test failures, implement security test coverage requirements (minimum 85% coverage of security-critical code), create approval workflows for security exceptions that need human review, and generate metrics dashboards tracking mean time to detect and remediate vulnerabilities.</a:t>
            </a:r>
          </a:p>
          <a:p>
            <a:endParaRPr/>
          </a:p>
          <a:p>
            <a:r>
              <a:t>PRO TIP: The key insight that makes this all work is that Copilot democratizes security testing expertise across your organization. You don't need to be a fuzzing expert to generate effective fuzz harnesses. You don't need deep SAST/DAST configuration knowledge to build comprehensive scanning workflows. You describe what you need to test in natural language, Copilot generates production-grade implementation, and GHAS validates the quality. This multiplies your security testing capability by 10x without hiring more security engineers.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Security unit tests validate that individual security functions behave correctly under all conditions - legitimate use, invalid inputs, boundary cases, and active attacks. Copilot excels at generating comprehensive security test suites because it's trained on millions of real-world security tests from open source projects across GitHub.</a:t>
            </a:r>
          </a:p>
          <a:p>
            <a:endParaRPr/>
          </a:p>
          <a:p>
            <a:r>
              <a:t>BULLETS:</a:t>
            </a:r>
          </a:p>
          <a:p>
            <a:endParaRPr/>
          </a:p>
          <a:p>
            <a:r>
              <a:t>• Use Copilot to generate comprehensive test suites for authentication and authorization logic - Copilot generates security unit tests by understanding common security test patterns and adapting them to your specific code context. When you prompt "generate security tests for this OAuth implementation," Copilot analyzes your authentication flow and generates tests validating token generation correctness, token signature verification, token expiration enforcement, refresh token rotation (old tokens invalidated), scope-based authorization (limited scope tokens can't access privileged resources), and authorization code exchange security (codes can't be reused). The tests cover both positive flows where valid credentials should authenticate successfully, and negative flows where invalid tokens must be rejected with appropriate error messages. Real-world example: Contoso manufacturing uses Copilot to generate security tests for their industrial IoT control system API. The API authenticates factory floor devices using mutual TLS certificates. Writing comprehensive tests for certificate validation, certificate revocation checking, expired certificate handling, and malformed certificate rejection would take their security team weeks. With Copilot, they prompt "generate Python tests for mutual TLS authentication that validate certificate chain verification, CRL checking, OCSP stapling, and certificate expiration handling." Copilot generates 50+ test cases covering all scenarios in minutes. GHAS CodeQL scanning validates the tests don't contain security flaws. The comprehensive test suite catches a certificate validation bug during code review that would have allowed unauthorized device connections in production.</a:t>
            </a:r>
          </a:p>
          <a:p>
            <a:endParaRPr/>
          </a:p>
          <a:p>
            <a:r>
              <a:t>• Prompt patterns for security test generation: positive flows, negative flows, edge cases, attack scenarios - The key to effective security test generation is using structured prompt patterns that guide Copilot toward comprehensive coverage. Instead of vague prompts like "test this function," use specific structured prompts with four elements: testing framework (pytest, Jest, JUnit), security property being tested (authentication, authorization, input validation), function under test (specific function name), and expected behavior (should reject invalid input, should enforce rate limiting). Example prompts: "Generate pytest tests that validate JWT signature verification fails when using invalid signing keys, covering RS256 and HS256 algorithms," or "Create Jest security tests for SQL injection prevention in this query builder, including tests for string escaping, parameterized queries, and second-order SQL injection." Copilot responds to specificity with targeted, high-quality test code. For comprehensive coverage, generate tests iteratively - start with happy path tests, verify they work, then generate negative tests for invalid inputs, then edge cases for boundary conditions, finally attack scenarios for active exploits. This incremental approach lets you validate Copilot's output at each stage and refine prompts based on what works.</a:t>
            </a:r>
          </a:p>
          <a:p>
            <a:endParaRPr/>
          </a:p>
          <a:p>
            <a:r>
              <a:t>• Validate test quality with GHAS code scanning and security best practice analysis - GHAS validates the quality of Copilot-generated tests through multiple mechanisms. CodeQL code scanning analyzes test code itself to ensure tests don't contain vulnerabilities - yes, test code can have security flaws too, like hardcoded credentials in test fixtures, SQL injection in test database setup, or improper exception handling in cleanup that leaks resources. Dependabot dependency scanning checks that testing frameworks and libraries are current versions without known CVEs - you don't want compromised test dependencies giving false confidence. Secret scanning ensures test fixtures don't accidentally embed real credentials, API keys, or certificates that attackers could extract from your repository. The combination provides defense-in-depth validation of test quality before those tests become part of your security assurance strategy.</a:t>
            </a:r>
          </a:p>
          <a:p>
            <a:endParaRPr/>
          </a:p>
          <a:p>
            <a:r>
              <a:t>• Integration with pytest, Jest, JUnit frameworks for automated test execution - Framework integration is seamless because Copilot generates tests compatible with your existing testing infrastructure without requiring new tooling adoption. For Python codebases, Copilot generates pytest tests with proper fixtures for setup/teardown, async/await handling for asynchronous code, and assertion patterns matching your team's style. For JavaScript, it generates Jest tests with mock implementations for external dependencies. For Java, it generates JUnit tests with appropriate annotations. The generated tests include comprehensive docstrings explaining what security property each test validates and what attack scenario it prevents, making them maintainable for teams that didn't write them. Tests run in your existing CI/CD pipeline with standard test runners - no special integration needed.</a:t>
            </a:r>
          </a:p>
          <a:p>
            <a:endParaRPr/>
          </a:p>
          <a:p>
            <a:r>
              <a:t>PRO TIP: Generate security tests iteratively, not all at once, to maintain quality and avoid overwhelming output. Start by generating happy path tests for valid inputs, run them to verify they pass, then generate negative tests for invalid inputs, verify those detect problems correctly, then generate edge case tests for boundary conditions, finally generate attack scenario tests that simulate real exploits. This incremental approach produces more focused, higher quality results than trying to generate all test types simultaneously. It also helps you refine your prompts - if negative tests aren't comprehensive enough, you can adjust your prompt based on what's missing before moving to edge cases.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Now we're using Copilot to generate a production-grade security test suite for OAuth 2.0 authentication. This demonstration shows the complete workflow from natural language prompt to validated, executable security tests that catch real vulnerabilities.</a:t>
            </a:r>
          </a:p>
          <a:p>
            <a:endParaRPr/>
          </a:p>
          <a:p>
            <a:r>
              <a:t>DEMO WORKFLOW:</a:t>
            </a:r>
          </a:p>
          <a:p>
            <a:endParaRPr/>
          </a:p>
          <a:p>
            <a:r>
              <a:t>I'm opening VS Code with our OAuth authentication server implementation - this is the same secure authentication system we built in Lesson 2 using Copilot. The codebase includes token generation with JWT signing, token validation with signature verification, token expiration enforcement, refresh token rotation for security, and scope-based authorization. Our goal is generating comprehensive security tests that validate all security properties of this authentication flow under both normal conditions and attack scenarios.</a:t>
            </a:r>
          </a:p>
          <a:p>
            <a:endParaRPr/>
          </a:p>
          <a:p>
            <a:r>
              <a:t>Step 1 - Initial prompt to Copilot Chat: "Generate pytest security test suite for OAuth 2.0 implementation in auth_server.py. Include tests for valid authentication flow, invalid credentials, expired tokens, malformed tokens, refresh token rotation, scope enforcement, and authorization code replay attacks."</a:t>
            </a:r>
          </a:p>
          <a:p>
            <a:endParaRPr/>
          </a:p>
          <a:p>
            <a:r>
              <a:t>Watch Copilot analyze the authentication code structure and generate a comprehensive test file. It creates pytest fixtures for database setup, mock HTTP clients, test user credentials, and JWT signing keys. It generates test functions with descriptive names like test_valid_authentication_returns_tokens, test_expired_access_token_rejected, test_refresh_token_single_use_only that document exactly what security property each test validates. The test coverage includes positive flows where valid credentials authenticate successfully, negative flows where invalid credentials are rejected and expired tokens fail validation, authorization tests where scope enforcement prevents unauthorized access to privileged resources, and attack scenarios where token replay attacks are blocked and authorization code reuse is prevented.</a:t>
            </a:r>
          </a:p>
          <a:p>
            <a:endParaRPr/>
          </a:p>
          <a:p>
            <a:r>
              <a:t>Step 2 - Review generated tests for security coverage. Copilot created 40+ test cases covering comprehensive scenarios. However, I notice Copilot's test for refresh token rotation doesn't explicitly verify the old refresh token becomes invalid after use - it tests new tokens are generated but doesn't test old ones are revoked. This is the kind of subtle security requirement that's easy to miss. Let me refine this specific test with targeted prompt.</a:t>
            </a:r>
          </a:p>
          <a:p>
            <a:endParaRPr/>
          </a:p>
          <a:p>
            <a:r>
              <a:t>Step 3 - Refine specific test case. Prompt: "Update test_refresh_token_rotation to verify old refresh token becomes invalid after use and attempting to reuse it raises InvalidTokenError." Copilot modifies the test to attempt authentication with the old refresh token after rotation and assert it's rejected with proper error. This validates the security property we need - refresh tokens are single-use only, preventing token replay attacks.</a:t>
            </a:r>
          </a:p>
          <a:p>
            <a:endParaRPr/>
          </a:p>
          <a:p>
            <a:r>
              <a:t>Step 4 - GHAS validation of generated test code. I commit the test file to our repository. GitHub Actions automatically runs CodeQL scanning on the new test code itself. CodeQL validates several security properties: no hardcoded secrets in test fixtures (tests use environment variables for credentials), no SQL injection vulnerabilities in test database setup (uses parameterized queries for test data), proper exception handling in test cleanup (no resource leaks that could affect other tests). The CodeQL scan passing confirms our test code meets security standards.</a:t>
            </a:r>
          </a:p>
          <a:p>
            <a:endParaRPr/>
          </a:p>
          <a:p>
            <a:r>
              <a:t>Step 5 - Execute test suite to validate coverage. Running pytest shows all 40 tests passing with 95% code coverage of authentication logic. The comprehensive test suite validates all security properties of our OAuth implementation. If any developer introduces a security regression in the future - weakening token validation, removing expiration checks, breaking scope enforcement - these tests will catch it immediately in their pull request before code review even starts.</a:t>
            </a:r>
          </a:p>
          <a:p>
            <a:endParaRPr/>
          </a:p>
          <a:p>
            <a:r>
              <a:t>The key insight from this demonstration: We generated production-quality security tests in 10 minutes that would have taken a security engineer days to write manually. Copilot understands OAuth security patterns from thousands of open source OAuth implementations and security test suites it was trained on. It adapted that collective knowledge to our specific authentication server implementation, generating tests that validate both the happy path and attack scenarios.</a:t>
            </a:r>
          </a:p>
          <a:p>
            <a:endParaRPr/>
          </a:p>
          <a:p>
            <a:r>
              <a:t>TECHNICAL NOTES:</a:t>
            </a:r>
          </a:p>
          <a:p>
            <a:endParaRPr/>
          </a:p>
          <a:p>
            <a:r>
              <a:t>The generated tests use pytest fixtures for proper test isolation with database setup/teardown. Copilot included proper async/await handling for asynchronous authentication flows that many developers get wrong. Tests use the responses library to mock external HTTP dependencies like authorization servers and token endpoints. JWT token validation tests cover all JWT security best practices: signature verification using proper algorithms, expiration checking with clock skew tolerance, issuer validation to prevent token substitution, audience validation to prevent token misuse across services.</a:t>
            </a:r>
          </a:p>
          <a:p>
            <a:endParaRPr/>
          </a:p>
          <a:p>
            <a:r>
              <a:t>Copilot generated helper utilities that make tests maintainable: create_test_user() for user fixtures, generate_valid_token() for authenticated test scenarios, generate_expired_token() for expiration tests with negative timestamps, generate_malformed_token() for input validation tests with corrupted signatures. These utilities make tests readable and easy to extend when requirements change.</a:t>
            </a:r>
          </a:p>
          <a:p>
            <a:endParaRPr/>
          </a:p>
          <a:p>
            <a:r>
              <a:t>PRO TIP: After Copilot generates security tests, validate they actually detect security flaws by testing against intentionally vulnerable code. Create a branch with a known vulnerability (comment out token expiration checking), run the test suite, confirm tests fail with clear error messages identifying the missing security control. This validates your test suite catches real security issues, not just happy path functionality. I learned this from years of penetration testing where I'd see comprehensive test suites that passed on vulnerable code because tests weren't written from an attacker's perspective.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Fuzz testing discovers vulnerabilities by feeding unexpected, malformed, and malicious inputs to your code - testing how systems handle boundary conditions, invalid data formats, and attack payloads that manual testing never finds. Copilot generates complete fuzzing harnesses targeting specific attack surfaces, dramatically reducing the weeks required to implement comprehensive fuzz testing down to minutes.</a:t>
            </a:r>
          </a:p>
          <a:p>
            <a:endParaRPr/>
          </a:p>
          <a:p>
            <a:r>
              <a:t>BULLETS:</a:t>
            </a:r>
          </a:p>
          <a:p>
            <a:endParaRPr/>
          </a:p>
          <a:p>
            <a:r>
              <a:t>• Generate AFL++, libFuzzer, and custom fuzzing harnesses with Copilot for input validation testing - Copilot generates fuzzing harnesses for multiple industry-standard fuzzing frameworks based on your specific requirements and technology stack. AFL++ (American Fuzzy Lop) is the gold standard for file format and protocol fuzzing used by Google's security team and Microsoft Security Response Center. libFuzzer integrates with LLVM compiler toolchain for in-process fuzzing of C/C++ code with excellent performance. OSS-Fuzz provides continuous fuzzing infrastructure for open source projects with Google's compute resources. Copilot generates complete harness code, build configurations with proper compiler flags, initial seed corpus for effective fuzzing, and execution scripts with appropriate memory limits and timeout settings for any of these frameworks. Example: Prompt "generate AFL++ harness for JSON parser in api.c targeting the parse_json_request function with seed corpus including deeply nested objects, large arrays, and Unicode edge cases" and Copilot creates complete fuzzing setup including harness implementation with LLVMFuzzerTestOneInput entry point, CMakeLists.txt with AddressSanitizer instrumentation, 10 diverse JSON seed files covering edge cases, and shell script for executing fuzzing campaigns with crash artifact collection.</a:t>
            </a:r>
          </a:p>
          <a:p>
            <a:endParaRPr/>
          </a:p>
          <a:p>
            <a:r>
              <a:t>• Target API endpoints, file parsers, protocol handlers, and cryptographic functions with fuzz testing - Selecting the right attack surfaces for fuzzing maximizes security ROI. API endpoints that accept user input are prime fuzzing targets - testing parameter validation, content-type handling, rate limiting enforcement, authentication boundary validation. File parsers (JSON, XML, PDF, image formats like PNG/JPEG) are historically major sources of vulnerabilities - fuzzing discovers buffer overflows, integer overflows, use-after-free conditions, denial-of-service paths. Protocol handlers (HTTP, WebSocket, custom binary protocols) benefit from state machine fuzzing that tests protocol logic under malformed inputs and unexpected state transitions. Cryptographic functions should be fuzzed to verify they handle edge cases correctly: zero-length inputs causing uninitialized memory reads, maximum-length inputs triggering buffer overflows, invalid key sizes causing undefined behavior. Tailwind Traders e-commerce platform uses Copilot-generated fuzz harnesses to test their payment processing API. They target: credit card validation logic, address parsing, transaction signing, and refund workflows. Within 48 hours of continuous fuzzing, they discover an integer overflow in refund amount calculation that could allow attackers to generate unauthorized refunds by providing maximum integer values. The bug is patched before any exploitation occurs.</a:t>
            </a:r>
          </a:p>
          <a:p>
            <a:endParaRPr/>
          </a:p>
          <a:p>
            <a:r>
              <a:t>• GHAS integration: Continuous fuzzing in GitHub Actions with automated crash reporting - Traditional fuzzing runs on dedicated infrastructure separate from development workflows, creating friction between security and velocity. GitHub Actions brings fuzzing directly into CI/CD pipelines where developers work. Copilot generates Actions workflows that execute fuzz testing on every pull request for fast feedback, run long-duration fuzzing campaigns nightly for deep testing (6-12 hour runs), and report crashes automatically as GitHub Issues with severity labels for triage. The fuzzing workflow includes crash reproduction (minimizing 10MB crash input to 100 bytes), stack trace collection with symbolication for debugging, AddressSanitizer output for memory corruption details, and severity assessment based on exploitability (memory corruption vs denial-of-service). Wide World Importers integrates continuous fuzzing into their development pipeline. Every pull request touching input validation code triggers 15-minute fuzzing runs with fast feedback. Nightly fuzzing campaigns run for 8 hours discovering deeper issues. Crashes are automatically filed as security issues, assigned to the code owner, and block the next sprint planning until resolved.</a:t>
            </a:r>
          </a:p>
          <a:p>
            <a:endParaRPr/>
          </a:p>
          <a:p>
            <a:r>
              <a:t>• Corpus management and crash triage workflows generated by Copilot - The corpus is your collection of test inputs that discovered new code paths during fuzzing - it grows over time as fuzzing finds interesting mutations. Managing corpus growth (deduplication, minimization), crash deduplication (identifying unique root causes among thousands of crashes), and crash prioritization (exploitable memory corruption vs benign assertion failures) are critical operational aspects of production fuzzing programs. Copilot generates Python scripts that minimize crash reproducers using delta debugging (reducing 10MB crash file to minimal triggering input), deduplicate crashes by stack trace similarity and root cause analysis (thousands of crashes often reduce to 5-10 unique bugs), classify crashes by exploitability using heuristics (heap corruption vs stack corruption vs denial-of-service), and generate security advisories with CVE impact descriptions. These automation scripts turn fuzzing from research project into production security practice.</a:t>
            </a:r>
          </a:p>
          <a:p>
            <a:endParaRPr/>
          </a:p>
          <a:p>
            <a:r>
              <a:t>PRO TIP: Start fuzzing with high-quality seed corpus instead of empty inputs for much faster code coverage discovery. Don't initialize fuzzing with zero bytes - provide representative examples of valid inputs your code should handle correctly. This helps fuzzers discover deep code paths orders of magnitude faster by starting from valid base cases and mutating from there. Copilot can generate seed corpus examples - prompt "generate 20 diverse JSON inputs for API endpoint /user/profile covering valid user structures, edge cases for empty fields, boundary conditions for maximum field lengths, and invalid UTF-8 sequences." Use these as initial corpus. In my consulting work, clients using quality seed corpus discover 10x more code paths in first hour of fuzzing compared to starting from empty corpus.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This demonstration generates a complete fuzzing setup for API input validation, discovers a real vulnerability through automated fuzzing, and integrates continuous fuzzing into our CI/CD pipeline via GitHub Actions. This is exactly how Google Project Zero and Microsoft Security Response Center discover vulnerabilities at scale.</a:t>
            </a:r>
          </a:p>
          <a:p>
            <a:endParaRPr/>
          </a:p>
          <a:p>
            <a:r>
              <a:t>DEMO WORKFLOW:</a:t>
            </a:r>
          </a:p>
          <a:p>
            <a:endParaRPr/>
          </a:p>
          <a:p>
            <a:r>
              <a:t>I'm opening our API server codebase, specifically the input validation logic that processes JSON requests from frontend clients. This code handles user profile updates, payment information processing, and authentication token validation. A vulnerability here could expose customer data, enable unauthorized transactions, or bypass authentication. The code has been manually reviewed and passed traditional testing, but we're going to discover a vulnerability that manual testing missed.</a:t>
            </a:r>
          </a:p>
          <a:p>
            <a:endParaRPr/>
          </a:p>
          <a:p>
            <a:r>
              <a:t>Step 1 - Generate libFuzzer harness with Copilot. Prompt in Copilot Chat: "Generate libFuzzer harness for JSON parser in api/validation.c targeting the parse_json_request() function. Include harness code with LLVMFuzzerTestOneInput entry point, compilation instructions with AddressSanitizer and coverage instrumentation, initial seed corpus with 10 diverse JSON structures including empty objects, deeply nested objects up to 50 levels, large arrays with 1000+ elements, strings with special characters and Unicode edge cases, and maximum-size payloads at 10MB limit."</a:t>
            </a:r>
          </a:p>
          <a:p>
            <a:endParaRPr/>
          </a:p>
          <a:p>
            <a:r>
              <a:t>Copilot generates four essential components in seconds: (1) Fuzzing harness code (fuzz_json_parser.c) that properly initializes the JSON parser, calls parse_json_request() with fuzzer-generated mutated input, handles cleanup to prevent memory leaks that confuse fuzzing, and includes size limit checks to prevent timeout on pathological inputs. (2) Build configuration (CMakeLists.txt) with flags for libFuzzer instrumentation (-fsanitize=fuzzer), AddressSanitizer for memory error detection (-fsanitize=address), and coverage instrumentation for corpus expansion. (3) Seed corpus directory containing 10 JSON files: simple objects, deeply nested structures, massive arrays, Unicode strings, empty inputs, maximum-size payloads. (4) Execution script that launches fuzzing with 4GB memory limit, 60-second timeout per input, crash artifact preservation, and corpus persistence between runs.</a:t>
            </a:r>
          </a:p>
          <a:p>
            <a:endParaRPr/>
          </a:p>
          <a:p>
            <a:r>
              <a:t>Step 2 - Review generated harness for correctness. The harness code uses proper libFuzzer interface with LLVMFuzzerTestOneInput() as entry point. Copilot included input size validation to reject inputs over 10MB that would cause timeouts. AddressSanitizer is enabled to detect memory corruption bugs immediately when they occur - heap buffer overflows, use-after-free, double-free, memory leaks. The seed corpus quality is excellent: empty JSON tests zero-length handling, deeply nested objects test recursion limits, large arrays test allocation limits, Unicode strings test character encoding, special characters test escaping logic.</a:t>
            </a:r>
          </a:p>
          <a:p>
            <a:endParaRPr/>
          </a:p>
          <a:p>
            <a:r>
              <a:t>Step 3 - Execute local fuzzing to discover vulnerabilities. I compile the harness using Copilot's build instructions and start fuzzing. libFuzzer begins mutating seed inputs and testing thousands of variations per second. The corpus grows as libFuzzer discovers inputs that exercise new code paths through coverage-guided feedback. After 2 hours of fuzzing (which I'm fast-forwarding for this demo), libFuzzer reports a crash with AddressSanitizer detecting heap-buffer-overflow when processing deeply nested JSON objects beyond 50 levels of nesting. The crash details show: the parser's recursion depth limit wasn't enforced correctly, allowing stack frame exhaustion that corrupted heap memory adjacent to stack, creating exploitable memory corruption condition. This is a real vulnerability that existed in production-reviewed code but was never triggered by normal traffic patterns or manual testing. Fuzzing found it through systematic exploration of input space.</a:t>
            </a:r>
          </a:p>
          <a:p>
            <a:endParaRPr/>
          </a:p>
          <a:p>
            <a:r>
              <a:t>Step 4 - Generate GitHub Actions continuous fuzzing workflow. Prompt: "Create GitHub Actions workflow that runs this libFuzzer harness for 6 hours nightly on schedule, reports crashes as GitHub Issues with 'security' and 'critical' labels, uploads crash artifacts to GitHub for debugging, and preserves corpus between runs for continuous improvement."</a:t>
            </a:r>
          </a:p>
          <a:p>
            <a:endParaRPr/>
          </a:p>
          <a:p>
            <a:r>
              <a:t>Copilot generates complete .github/workflows/fuzz.yml with scheduled trigger at 2 AM daily, Ubuntu container with LLVM/Clang toolchain, fuzzing execution with 6-hour timeout and memory limits, crash artifact upload on failure, automated issue creation on crash detection linking to artifacts, and corpus persistence using GitHub Actions artifacts API for continuous improvement. The workflow transforms fuzzing from one-time security assessment into continuous security validation running every night automatically.</a:t>
            </a:r>
          </a:p>
          <a:p>
            <a:endParaRPr/>
          </a:p>
          <a:p>
            <a:r>
              <a:t>Step 5 - Deploy continuous fuzzing and validate integration. I commit the fuzzing workflow to repository. Every night at 2 AM, GitHub Actions spins up fuzzing infrastructure automatically, runs 6-hour fuzzing campaigns, reports any crashes discovered, uploads corpus for next run. If new crashes are found, security team gets immediate GitHub Issue notification with crash details and reproduction steps. This provides ongoing assurance that input validation handles adversarial inputs correctly as code evolves. The vulnerability we discovered is now patched (enforcing maximum JSON nesting depth of 20 levels), and continuous fuzzing ensures no regression occurs.</a:t>
            </a:r>
          </a:p>
          <a:p>
            <a:endParaRPr/>
          </a:p>
          <a:p>
            <a:r>
              <a:t>TECHNICAL NOTES:</a:t>
            </a:r>
          </a:p>
          <a:p>
            <a:endParaRPr/>
          </a:p>
          <a:p>
            <a:r>
              <a:t>libFuzzer requires -fsanitize=fuzzer compilation flag for instrumentation and corpus-guided mutation. AddressSanitizer detects memory corruption: buffer overflows, use-after-free, double-free, memory leaks. MemorySanitizer detects uninitialized memory reads. UndefinedBehaviorSanitizer detects integer overflows and undefined behavior per C standard. Copilot's compilation configuration enables all relevant sanitizers for comprehensive bug detection.</a:t>
            </a:r>
          </a:p>
          <a:p>
            <a:endParaRPr/>
          </a:p>
          <a:p>
            <a:r>
              <a:t>The fuzzing harness uses proper cleanup patterns to prevent memory leaks in harness code itself that would confuse fuzzing results. Copilot structures harnesses to initialize state once, fuzz the target function millions of times, handle errors gracefully without crashing harness, and clean up resources properly between iterations.</a:t>
            </a:r>
          </a:p>
          <a:p>
            <a:endParaRPr/>
          </a:p>
          <a:p>
            <a:r>
              <a:t>PRO TIP: Fuzzing finds vulnerabilities that code review and static analysis miss because it tests actual runtime behavior under adversarial inputs generated through millions of iterations. Always combine fuzzing with sanitizers (AddressSanitizer, MemorySanitizer, UndefinedBehaviorSanitizer) to detect memory corruption immediately when it occurs. Without sanitizers, memory corruption might only manifest sporadically in production under specific conditions, making root cause analysis nearly impossible. Sanitizers turn silent corruption into loud crashes with detailed diagnostics.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Static Application Security Testing analyzes source code for vulnerabilities without executing it, catching issues early in development. Dynamic Application Security Testing scans running applications to find runtime vulnerabilities that only manifest during execution. Combining both in automated CI/CD workflows provides comprehensive security coverage across development lifecycle. Copilot generates the complete orchestration that enterprises need.</a:t>
            </a:r>
          </a:p>
          <a:p>
            <a:endParaRPr/>
          </a:p>
          <a:p>
            <a:r>
              <a:t>BULLETS:</a:t>
            </a:r>
          </a:p>
          <a:p>
            <a:endParaRPr/>
          </a:p>
          <a:p>
            <a:r>
              <a:t>• Generate GitHub Actions workflows that orchestrate CodeQL SAST, OWASP ZAP DAST, and dependency scanning - GitHub Actions workflows coordinate multiple security scanning tools in unified pipelines that run automatically on every code change. CodeQL performs sophisticated static analysis scanning source code for SQL injection, cross-site scripting, path traversal, authentication bypasses, cryptographic weaknesses, and injection vulnerabilities using dataflow analysis. OWASP ZAP performs dynamic scanning of running web applications discovering vulnerabilities that only manifest at runtime: authentication flaws in session management, authorization bypasses, security misconfigurations in HTTP headers, clickjacking vulnerabilities. Dependabot dependency scanning checks third-party libraries against National Vulnerability Database identifying known CVEs in your dependencies before attackers exploit them. Gitleaks secret scanning detects exposed credentials, API keys, certificates, and tokens committed to repositories. Copilot generates Actions workflows that coordinate all tools, configure scan policies, aggregate results into unified SARIF format, and surface findings in GHAS Security Overview dashboard for centralized management.</a:t>
            </a:r>
          </a:p>
          <a:p>
            <a:endParaRPr/>
          </a:p>
          <a:p>
            <a:r>
              <a:t>• Configure scanning policies: fail builds on critical/high vulnerabilities, allow low/medium with tracking - Setting appropriate vulnerability thresholds prevents both alert fatigue and excessive risk. Failing builds on every vulnerability finding creates notification overload causing developers to ignore security warnings entirely. Being too permissive allows preventable vulnerabilities into production. The pragmatic balance: Automatically fail builds for critical severity vulnerabilities (remote code execution, authentication bypass, sensitive data exposure) blocking deployment until fixed. Fail builds for high severity vulnerabilities in production code paths while allowing high severity in deprecated features scheduled for removal. Track medium severity findings requiring remediation within 30 days but don't block deployment. Allow low severity and informational findings with visibility for eventual remediation. Copilot generates policy configurations implementing this graduated response approach, with customization hooks for different repository types: frontend code stricter on XSS policies, backend code stricter on injection vulnerabilities, infrastructure code stricter on configuration issues. Fabrikam Retail implements these balanced policies across 200 repositories. In first quarter, they block 45 critical vulnerabilities from production deployment, track remediation of 230 medium severity findings within SLA, and maintain developer velocity with 98% of builds passing security gates on first attempt.</a:t>
            </a:r>
          </a:p>
          <a:p>
            <a:endParaRPr/>
          </a:p>
          <a:p>
            <a:r>
              <a:t>• GHAS Security Overview dashboard: Centralized vulnerability management and remediation tracking - The Security Overview dashboard provides enterprise-scale vulnerability management across all repositories, teams, and technologies in your organization. Security teams see comprehensive metrics: total open vulnerabilities across portfolio categorized by severity (critical, high, medium, low), vulnerability age distribution showing how long issues remain unresolved, remediation velocity tracking mean time to fix by severity and team, most vulnerable repositories and components requiring attention, time-series trends showing whether security posture improves or degrades. The dashboard links directly to specific code locations where vulnerabilities exist, enabling rapid remediation without context switching. Copilot generates custom dashboard queries surfacing high-priority vulnerabilities for your security review workflows: critical findings older than 7 days requiring escalation, repositories with declining security scores needing intervention, components with repeated vulnerability patterns indicating systemic issues requiring architectural changes.</a:t>
            </a:r>
          </a:p>
          <a:p>
            <a:endParaRPr/>
          </a:p>
          <a:p>
            <a:r>
              <a:t>• Custom security scanning rules: Extend CodeQL with organization-specific security patterns - CodeQL's 2000+ built-in queries detect common vulnerabilities across all applications, but every organization has unique security requirements based on internal frameworks, proprietary authentication systems, compliance standards, and past incident patterns. Custom CodeQL queries let you codify organization-specific security knowledge into automated detection. Copilot generates CodeQL queries targeting your specific patterns using QL query language. Example: "Generate CodeQL query detecting use of deprecated crypto_old cryptographic library and suggesting migration to FIPS-compliant crypto_new library, covering encryption, hashing, and signing operations." Copilot writes complete CodeQL query with proper dataflow analysis, control flow reasoning, and actionable remediation guidance. Adventure Works maintains 50 custom CodeQL queries detecting: misuse of their internal authentication library (common vulnerability in legacy code), violation of their data classification policies (PII data in logging statements), non-compliance with their secure coding standards (missing input validation on public APIs), patterns from past security incidents (specific SQL injection patterns they've seen exploited).</a:t>
            </a:r>
          </a:p>
          <a:p>
            <a:endParaRPr/>
          </a:p>
          <a:p>
            <a:r>
              <a:t>PRO TIP: Configure SAST/DAST scanning frequencies based on cost/benefit tradeoffs and development velocity requirements. Run CodeQL SAST on every pull request for immediate developer feedback - developers fix vulnerabilities before code review when findings surface in their branch. Run OWASP ZAP DAST on nightly schedules balancing scan depth with CI/CD speed - DAST scans are slower than SAST requiring running application deployment and automated testing. Run dependency scanning weekly since new CVEs are published continuously but not instantaneously requiring daily checks. This staged approach maximizes security coverage while minimizing CI/CD pipeline delays that frustrate developers. Over 15 years of security consulting, I've seen organizations that run all scanning on every commit create 30-minute pipeline times causing developers to batch commits and bypass security gates entirely.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This demonstration generates a production-grade security scanning workflow that runs CodeQL static analysis and Dependabot dependency scanning on every pull request, with results aggregated in GHAS Security Overview for centralized vulnerability management and tracking.</a:t>
            </a:r>
          </a:p>
          <a:p>
            <a:endParaRPr/>
          </a:p>
          <a:p>
            <a:r>
              <a:t>DEMO WORKFLOW:</a:t>
            </a:r>
          </a:p>
          <a:p>
            <a:endParaRPr/>
          </a:p>
          <a:p>
            <a:r>
              <a:t>I'm in our web application repository - a React frontend with Node.js/Express backend handling customer data including payment information and personally identifiable information. Security is critical because this application processes financial transactions and stores sensitive customer data. We need automated scanning to prevent SQL injection, cross-site scripting, authentication bypasses, and vulnerable dependencies from reaching production. Currently the team relies on manual security reviews that take 5-7 days per release creating deployment backlogs.</a:t>
            </a:r>
          </a:p>
          <a:p>
            <a:endParaRPr/>
          </a:p>
          <a:p>
            <a:r>
              <a:t>Step 1 - Generate comprehensive security scanning workflow. Prompt to Copilot Chat: "Generate GitHub Actions workflow that runs CodeQL SAST for JavaScript and TypeScript analyzing both frontend React code and backend Node.js code, runs npm dependency scanning checking package.json and package-lock.json for known CVEs, includes Gitleaks secret scanning checking for exposed credentials and API keys, configures workflow to trigger on all pull requests to main branch and weekly scheduled runs on Sunday 2 AM for continuous monitoring, and fails builds if critical or high severity vulnerabilities detected while allowing medium/low severity with tracking."</a:t>
            </a:r>
          </a:p>
          <a:p>
            <a:endParaRPr/>
          </a:p>
          <a:p>
            <a:r>
              <a:t>Copilot generates complete .github/workflows/security-scan.yml containing multiple orchestrated jobs: security_scan_sast job running CodeQL initialization, database build, and analysis with security-extended query pack for 30% more vulnerability detection, security_scan_dependencies job executing npm audit with JSON output parsing and threshold checking, security_scan_secrets job running Gitleaks with historical commit scanning, policy enforcement logic checking vulnerability counts and failing workflow appropriately, SARIF results upload to Security Overview for centralized visibility. The workflow uses official GitHub Actions (github/codeql-action) that are maintained, optimized, and integrated directly with GHAS platform.</a:t>
            </a:r>
          </a:p>
          <a:p>
            <a:endParaRPr/>
          </a:p>
          <a:p>
            <a:r>
              <a:t>Step 2 - Review generated workflow configuration and scanning policies. The workflow defines parallel job execution for speed - CodeQL, dependency scanning, and secret scanning run simultaneously reducing total pipeline time. Policy enforcement implements pragmatic thresholds: critical severity vulnerabilities fail build immediately (block deployment), high severity vulnerabilities fail build with exception process available (require security review), medium/low severity vulnerabilities warn but don't block (track for eventual remediation). The security-extended CodeQL query pack includes advanced queries for: framework-specific issues in Express and React, complex dataflow vulnerabilities requiring multi-step analysis, emerging attack patterns added by GitHub Security Lab researchers.</a:t>
            </a:r>
          </a:p>
          <a:p>
            <a:endParaRPr/>
          </a:p>
          <a:p>
            <a:r>
              <a:t>Step 3 - Commit workflow and trigger initial security scan. I commit the generated workflow file triggering GitHub Actions on this pull request. The workflow executes showing real-time progress: CodeQL analyzes 50,000 lines of JavaScript/TypeScript code completing in 5 minutes, dependency scanner checks package.json finding known vulnerabilities in dependencies, secret scanner examines all committed files and historical commits for credentials. Results appear directly in pull request checks with red X for failures and detailed findings.</a:t>
            </a:r>
          </a:p>
          <a:p>
            <a:endParaRPr/>
          </a:p>
          <a:p>
            <a:r>
              <a:t>Step 4 - Review detected vulnerabilities in pull request and Security Overview. The scan results show 5 security findings requiring attention: CodeQL detected 3 high severity vulnerabilities (SQL injection in user search API from unsanitized input in query construction, XSS vulnerability in profile rendering from unescaped user content, authentication bypass in admin routes from missing role validation). Dependency scanning found 2 critical CVEs in outdated libraries (Express version has prototype pollution vulnerability CVE-2022-24999, Axios version has SSRF vulnerability CVE-2023-45857). Secret scanning found 0 exposed credentials which is good news. The workflow fails due to critical/high findings blocking this pull request from merging.</a:t>
            </a:r>
          </a:p>
          <a:p>
            <a:endParaRPr/>
          </a:p>
          <a:p>
            <a:r>
              <a:t>Step 5 - Navigate to Security Overview dashboard for centralized vulnerability management. In repository Security tab, Security Overview shows comprehensive view: 5 open security alerts (3 from CodeQL, 2 from Dependabot), alert severity distribution with drill-down capabilities, code locations with vulnerabilities mapped to specific files and lines, recommended remediations for each finding with example secure code. For the SQL injection finding, CodeQL provides exceptional detail: exact code location (api/search.js line 47), complete dataflow analysis showing untrusted user input from req.query flowing through string concatenation to SQL execution, recommended fix using parameterized queries, example code demonstrating secure prepared statement implementation. This level of actionable guidance enables rapid remediation even for developers without deep security expertise.</a:t>
            </a:r>
          </a:p>
          <a:p>
            <a:endParaRPr/>
          </a:p>
          <a:p>
            <a:r>
              <a:t>Step 6 - Remediate vulnerabilities using Copilot assistance. For each vulnerability, I use Copilot to generate fixes. For SQL injection, I prompt in the vulnerable code: "Fix this SQL injection vulnerability using parameterized queries with proper input validation." Copilot rewrites the query using prepared statements with parameter binding. For dependency vulnerabilities, Copilot suggests: "Update package.json to latest secure versions: express 4.18.2 and axios 1.6.0 addressing all CVEs." I run npm update, commit changes, and push. GitHub Actions reruns security workflow automatically.</a:t>
            </a:r>
          </a:p>
          <a:p>
            <a:endParaRPr/>
          </a:p>
          <a:p>
            <a:r>
              <a:t>Step 7 - Verify fixes through automated rescan. The security workflow completes showing all green checks: CodeQL finds 0 high/critical vulnerabilities (all three issues fixed with secure implementations), Dependabot finds 0 critical CVEs (libraries updated to patched versions), workflow passes allowing pull request merge. The Security Overview dashboard updates showing 0 open alerts. The entire remediation cycle from vulnerability detection to validated fix took 45 minutes including testing - compared to 5-7 days for manual security review process we replaced.</a:t>
            </a:r>
          </a:p>
          <a:p>
            <a:endParaRPr/>
          </a:p>
          <a:p>
            <a:r>
              <a:t>TECHNICAL NOTES:</a:t>
            </a:r>
          </a:p>
          <a:p>
            <a:endParaRPr/>
          </a:p>
          <a:p>
            <a:r>
              <a:t>CodeQL's dataflow analysis is what makes it dramatically more effective than regex-based scanners. Instead of simple pattern matching for dangerous functions, CodeQL traces how untrusted data flows through your application from sources (user input, file reads, network data) through transformations (string operations, parsing, validation) to dangerous sinks (SQL execution, command execution, file operations). This eliminates false positives from safe usage patterns while catching complex multi-step vulnerabilities that simple scanners miss entirely.</a:t>
            </a:r>
          </a:p>
          <a:p>
            <a:endParaRPr/>
          </a:p>
          <a:p>
            <a:r>
              <a:t>The workflow uses SARIF (Static Analysis Results Interchange Format) - industry standard format allowing different scanning tools to produce consistent output. GHAS aggregates SARIF results from CodeQL, dependency scanning, secret scanning, and third-party scanners into unified Security Overview dashboard eliminating tool sprawl and alert fatigue from using disparate scanning platforms.</a:t>
            </a:r>
          </a:p>
          <a:p>
            <a:endParaRPr/>
          </a:p>
          <a:p>
            <a:r>
              <a:t>PRO TIP: Enable CodeQL's security-extended query pack for 30% more vulnerability detection compared to default queries. Default pack catches common OWASP Top 10 vulnerabilities, extended pack includes framework-specific issues (React, Express, Django), complex dataflow vulnerabilities requiring sophisticated analysis, emerging attack patterns from recent security research. Add this configuration to CodeQL initialization: queries: security-extended. This increases scan time by approximately 2 minutes but discovers significantly more vulnerabilities before attackers exploit them in production.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Security gates in CI/CD pipelines prevent vulnerable code from reaching production by enforcing security policies as mandatory deployment criteria. Unlike advisory security findings that developers can ignore, security gates block deployment entirely when conditions aren't met. Copilot generates complete pipeline configurations that balance strict security enforcement with practical developer velocity.</a:t>
            </a:r>
          </a:p>
          <a:p>
            <a:endParaRPr/>
          </a:p>
          <a:p>
            <a:r>
              <a:t>BULLETS:</a:t>
            </a:r>
          </a:p>
          <a:p>
            <a:endParaRPr/>
          </a:p>
          <a:p>
            <a:r>
              <a:t>• Generate CI/CD pipeline configurations with mandatory security gates using GitHub Actions - Security gates are explicit pipeline stages that must pass before code can deploy to production environments. Unlike informational security findings that appear in dashboards but don't stop deployments, security gates halt the deployment pipeline completely when security criteria aren't satisfied. Typical mandatory security gates include: security unit tests must achieve 100% pass rate for critical security functions (authentication, authorization, cryptography), vulnerability scanning must find zero critical severity issues and fewer than 3 high severity issues, all dependencies must be patched within 30 days of CVE publication with no critical dependency vulnerabilities allowed, no secrets exposed in code or configuration files, compliance requirements met for STIG benchmarks and CIS controls. Copilot generates GitHub Actions workflows implementing these gates with proper failure handling, clear error messages, automated notifications to responsible teams, audit logging for compliance, and emergency bypass procedures for business-critical deployments.</a:t>
            </a:r>
          </a:p>
          <a:p>
            <a:endParaRPr/>
          </a:p>
          <a:p>
            <a:r>
              <a:t>• Policy enforcement: Block deployments if security tests fail, vulnerability thresholds exceeded, or compliance checks fail - Effective policy enforcement requires defining acceptable risk thresholds based on vulnerability severity, code location, and business context. Zero vulnerabilities is unrealistic even for security-focused organizations maintaining dozens of low-severity findings awaiting remediation. Pragmatic graduated policies: Block critical severity vulnerabilities immediately (remote code execution, authentication bypass, data exposure affecting customers) requiring immediate remediation before any deployment. Block high severity vulnerabilities in production code paths while allowing high severity in deprecated features or internal tools with mitigating controls. Allow medium severity vulnerabilities to deploy but require remediation within 30-day SLA tracked in GHAS Security Overview. Allow low severity and informational findings with visibility for eventual remediation during refactoring. Copilot generates policy configuration implementing this nuanced approach with override mechanisms. Northwind Traders implements this graduated policy across 150 microservices. In Q2, they blocked 23 critical vulnerabilities from production (0 security incidents), tracked 180 medium severity findings to 30-day remediation (98% SLA compliance), maintained deployment velocity of 50+ daily deployments (no developer bottlenecks).</a:t>
            </a:r>
          </a:p>
          <a:p>
            <a:endParaRPr/>
          </a:p>
          <a:p>
            <a:r>
              <a:t>• Security approval workflows: Automated routing of security exceptions to security team for review - Even with pragmatic policies, legitimate business scenarios require deploying despite policy violations. Example: Critical customer-impacting bug requires hotfix deployment despite medium-severity vulnerability that can't be immediately fixed without architectural changes. Instead of bypassing security entirely or blocking business-critical deployments indefinitely, implement security approval workflows. When policy violations occur, Copilot-generated workflows automatically: detect the specific policy violation with detailed context, create approval request in GitHub Issues with complete security assessment, notify security team via configured channels (Slack, email, PagerDuty), block deployment until manual approval or rejection decision, maintain audit trail of all security exceptions for compliance, require explanation and remediation plan for approval. This balances security enforcement with business pragmatism. The security team reviews the risk, business justification, and compensating controls, then approves or rejects the deployment with full accountability. Over 25 years in IT consulting, I've seen security teams that block all exceptions lose organizational support, and teams that rubber-stamp all exceptions fail audits - manual approval with accountability is the sustainable middle ground.</a:t>
            </a:r>
          </a:p>
          <a:p>
            <a:endParaRPr/>
          </a:p>
          <a:p>
            <a:r>
              <a:t>• Metrics and reporting: Track security test coverage, vulnerability remediation velocity, policy violations - Measuring security program effectiveness requires quantitative metrics tracking progress over time and demonstrating ROI to leadership. Key metrics Copilot generates dashboards for: Security test coverage measuring percentage of security-critical code exercised by security tests (target 85%+), vulnerability detection rate tracking vulnerabilities found per 1000 lines of code showing scanning effectiveness, mean time to detect (MTTD) vulnerabilities measuring lag from code commit to security finding (target under 24 hours), mean time to remediate (MTTR) vulnerabilities tracking lag from detection to fix deployed by severity (critical under 7 days, high under 14 days, medium under 30 days), security gate pass rate showing percentage of deployments passing all gates on first attempt (target 80-90%), policy exception rate tracking deployments requiring manual security approval (target under 10%). These metrics surface in executive dashboards demonstrating security program maturity, guide resource allocation to high-risk areas, justify security tooling investments with quantified benefits.</a:t>
            </a:r>
          </a:p>
          <a:p>
            <a:endParaRPr/>
          </a:p>
          <a:p>
            <a:r>
              <a:t>PRO TIP: Implement security gates gradually through phased adoption to prevent organizational resistance and developer backlash. Month 1-2: Deploy gates in report-only mode providing visibility into what would be blocked without actually blocking deployments - build organizational understanding. Month 3-4: Enable gates blocking only critical vulnerabilities while allowing high/medium severity - demonstrate value catching serious issues while maintaining velocity. Month 5-6: Enforce full policy including high and medium severity thresholds - teams now trust automation quality. This gradual approach prevents immediate rejection while building confidence in security automation. In consulting with Fortune 500 clients, I've seen forced immediate gate adoption cause developers to find workarounds bypassing security entirely, while gradual adoption with transparency achieves 90%+ compliance within 6 months.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This final demonstration generates a production-ready end-to-end CI/CD pipeline with comprehensive security gates, showing the complete workflow from code commit to production deployment with all security validations enforced automatically.</a:t>
            </a:r>
          </a:p>
          <a:p>
            <a:endParaRPr/>
          </a:p>
          <a:p>
            <a:r>
              <a:t>DEMO WORKFLOW:</a:t>
            </a:r>
          </a:p>
          <a:p>
            <a:endParaRPr/>
          </a:p>
          <a:p>
            <a:r>
              <a:t>I'm building a deployment pipeline for our customer-facing web application that must deploy quickly (under 15 minutes) while enforcing strict security policies. We're generating a GitHub Actions workflow orchestrating: security unit test execution, fuzz testing validation, CodeQL SAST scanning, dependency vulnerability scanning, STIG compliance checking, and security approval workflows for exceptions. This represents production pipeline patterns used by regulated industries like financial services and healthcare maintaining both velocity and security.</a:t>
            </a:r>
          </a:p>
          <a:p>
            <a:endParaRPr/>
          </a:p>
          <a:p>
            <a:r>
              <a:t>Step 1 - Generate comprehensive deployment pipeline. Prompt: "Generate GitHub Actions deployment pipeline for Node.js web application deploying to Azure App Service with these mandatory security gates: security test suite must pass with 100% pass rate and 85% code coverage of security functions, CodeQL SAST must find zero critical/high vulnerabilities using security-extended queries, dependency scanning must find zero critical CVEs in npm packages, STIG compliance validation must pass for CIS benchmarks and security headers, manual security team approval required for any gate failures before deployment proceeds, automated deployment to Azure staging slot followed by smoke tests and production swap on success with automatic rollback on failures."</a:t>
            </a:r>
          </a:p>
          <a:p>
            <a:endParaRPr/>
          </a:p>
          <a:p>
            <a:r>
              <a:t>Copilot generates complete multi-stage pipeline (.github/workflows/deploy.yml) with explicit job dependencies ensuring stages run sequentially: security-tests job running pytest suite with coverage reporting, sast-scan job executing CodeQL analysis with vulnerability threshold enforcement, dependency-scan job running npm audit with CVE detection, compliance-check job validating STIG requirements and security headers, security-gate-summary job aggregating results and creating approval issues on failures, deploy-production job executing only when all gates pass using GitHub Environments for approval workflow, deployment to Azure with staging slot testing and production swap.</a:t>
            </a:r>
          </a:p>
          <a:p>
            <a:endParaRPr/>
          </a:p>
          <a:p>
            <a:r>
              <a:t>Step 2 - Test pipeline with intentional vulnerability to demonstrate gate enforcement. I introduce a SQL injection vulnerability in search API by using string concatenation instead of parameterized queries. Commit and push triggers the pipeline. Watch execution: security tests pass (we haven't written test for this specific vulnerability yet showing gap in test coverage), CodeQL SAST detects high severity SQL injection with dataflow analysis, gate fails blocking deployment, automated GitHub Issue created for security team with complete vulnerability context, deployment stage skipped due to failed dependency. The security gate successfully prevented vulnerable code from reaching production.</a:t>
            </a:r>
          </a:p>
          <a:p>
            <a:endParaRPr/>
          </a:p>
          <a:p>
            <a:r>
              <a:t>Step 3 - Security approval workflow handling. Because high severity finding blocked deployment, the approval workflow triggers automatically: GitHub Issue titled "Security gate failure: High severity SQL injection detected" created with vulnerability details, exact code location with line number, dataflow analysis from user input to SQL sink, recommended fix using parameterized queries, automated assessment of exploitability from public internet, approval request routed to @security-team for review. Security team reviews the finding, recognizes SQL injection must be fixed before deployment, rejects the deployment request, provides remediation guidance.</a:t>
            </a:r>
          </a:p>
          <a:p>
            <a:endParaRPr/>
          </a:p>
          <a:p>
            <a:r>
              <a:t>Step 4 - Fix vulnerability and successful deployment. I use Copilot to fix SQL injection vulnerability: prompt "fix this SQL injection using parameterized queries with input validation" generates secure implementation. Commit fix triggers pipeline rerun: security tests pass, CodeQL SAST passes with zero high/critical findings, dependency scan passes, compliance checks pass, all gates green allowing automatic deployment. Application deploys to Azure staging slot, smoke tests execute validating functionality, swap to production slot completes, production health checks pass, deployment succeeds in 12 minutes total from commit to production.</a:t>
            </a:r>
          </a:p>
          <a:p>
            <a:endParaRPr/>
          </a:p>
          <a:p>
            <a:r>
              <a:t>Step 5 - Review security metrics and program effectiveness. The pipeline generates actionable metrics: security gate pass rate 66% over last 3 deployments (2 of 3 passed gates on first attempt), mean time to remediate gate failures 4 hours (from detection to fix deployed), security test coverage 87% of critical functions, vulnerability remediation by severity (critical 0 open, high 0 open, medium 3 tracked for 30-day SLA). These metrics demonstrate security program maturity to leadership, identify gaps in test coverage requiring attention, track improvement trends over quarters.</a:t>
            </a:r>
          </a:p>
          <a:p>
            <a:endParaRPr/>
          </a:p>
          <a:p>
            <a:r>
              <a:t>REAL-WORLD IMPACT AND LESSONS LEARNED:</a:t>
            </a:r>
          </a:p>
          <a:p>
            <a:endParaRPr/>
          </a:p>
          <a:p>
            <a:r>
              <a:t>Contoso manufacturing deployed this exact pipeline pattern across 50 application repositories transforming their security posture. Before automation: Security review process required 5-7 business days per deployment creating massive backlogs of deployments awaiting approval, security team manually reviewed every code change but still missed 2-3 critical vulnerabilities per month reaching production, deployment velocity limited to 2-3 releases per week across entire portfolio, mean time to remediate critical vulnerabilities was 45 days due to deployment friction. After implementing automated security gates with this pattern: 85% of deployments pass all security gates and deploy without manual security review completing in 15 minutes commit-to-production, 15% of deployments require security review for gate failures but get same-day response rather than week-long wait, 0 critical security vulnerabilities reached production in first 6 months of operation (previous rate 2-3 per month), deployment velocity increased to 50+ deployments daily across portfolio, mean time to remediate critical vulnerabilities dropped to 3 days because automated scanning finds issues in pull requests before code review.</a:t>
            </a:r>
          </a:p>
          <a:p>
            <a:endParaRPr/>
          </a:p>
          <a:p>
            <a:r>
              <a:t>Developer satisfaction improved significantly because security feedback is immediate in pull requests before human code review starts, rather than discovering security issues weeks later after deployment when context is lost and fixes are expensive. Security team satisfaction improved because they focus high-value activities (reviewing gate failures, improving detection rules, threat modeling) rather than repetitive manual scanning of every deployment.</a:t>
            </a:r>
          </a:p>
          <a:p>
            <a:endParaRPr/>
          </a:p>
          <a:p>
            <a:r>
              <a:t>NEXT STEPS AND IMPLEMENTATION GUIDANCE:</a:t>
            </a:r>
          </a:p>
          <a:p>
            <a:endParaRPr/>
          </a:p>
          <a:p>
            <a:r>
              <a:t>Implement these security automation patterns in your organization with proven adoption approach: Start with single repository as pilot learning best practices and tuning policies before organization-wide rollout. Use Copilot to generate security test suites for critical authentication and authorization functions establishing baseline security validation. Implement CodeQL SAST scanning on pull requests providing fast developer feedback. Add dependency scanning weekly catching vulnerable libraries. After validating automation quality over 2-3 months, expand to all repositories. Customize security policies based on your organization's risk tolerance, compliance requirements, and development velocity needs. Measure effectiveness through metrics dashboards demonstrating ROI and guiding improvements.</a:t>
            </a:r>
          </a:p>
          <a:p>
            <a:endParaRPr/>
          </a:p>
          <a:p>
            <a:r>
              <a:t>All demonstration code, security test suites, fuzz harnesses, SAST/DAST workflow definitions, CI/CD pipeline examples, and Copilot prompts from today's lesson are available in the course repository at timw.info/copilot-security. These aren't toy examples or proof-of-concept demonstrations - they're production patterns used by enterprises achieving automated security testing at scale. Clone the repository, adapt the patterns to your technology stack, deploy in your CI/CD pipelines, and customize for your security requirements.</a:t>
            </a:r>
          </a:p>
          <a:p>
            <a:endParaRPr/>
          </a:p>
          <a:p>
            <a:r>
              <a:t>PRO TIP: The biggest barrier to automated security testing adoption isn't technical capability - it's organizational change management. Developers resist security gates that block their pull requests and slow their velocity. Security teams resist automation that might miss vulnerabilities their manual reviews would catch. The solution is demonstrating value through gradual adoption. Start with informational-only security gates that report results without blocking deployments for first 2-3 months. Build organizational confidence in automation quality through transparency - show gates catching real issues, validate low false positive rates, demonstrate faster feedback than manual processes. Then make gates mandatory once teams trust the automation. This gradual approach prevents resistance backlash while building organizational capability. Over 15 years of security consulting, I've watched teams successfully deploy mandatory security gates using this phased approach in organizations where forced immediate adoption would have caused developer revolt and systematic bypass of security controls.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9" Type="http://schemas.openxmlformats.org/officeDocument/2006/relationships/image" Target="../media/image43.png"/><Relationship Id="rId21" Type="http://schemas.openxmlformats.org/officeDocument/2006/relationships/image" Target="../media/image25.png"/><Relationship Id="rId34" Type="http://schemas.openxmlformats.org/officeDocument/2006/relationships/image" Target="../media/image38.png"/><Relationship Id="rId42" Type="http://schemas.openxmlformats.org/officeDocument/2006/relationships/image" Target="../media/image46.png"/><Relationship Id="rId47" Type="http://schemas.openxmlformats.org/officeDocument/2006/relationships/image" Target="../media/image51.png"/><Relationship Id="rId50" Type="http://schemas.openxmlformats.org/officeDocument/2006/relationships/image" Target="../media/image54.png"/><Relationship Id="rId7" Type="http://schemas.openxmlformats.org/officeDocument/2006/relationships/image" Target="../media/image11.png"/><Relationship Id="rId2" Type="http://schemas.openxmlformats.org/officeDocument/2006/relationships/image" Target="../media/image6.png"/><Relationship Id="rId16" Type="http://schemas.openxmlformats.org/officeDocument/2006/relationships/image" Target="../media/image20.png"/><Relationship Id="rId29" Type="http://schemas.openxmlformats.org/officeDocument/2006/relationships/image" Target="../media/image33.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37" Type="http://schemas.openxmlformats.org/officeDocument/2006/relationships/image" Target="../media/image41.png"/><Relationship Id="rId40" Type="http://schemas.openxmlformats.org/officeDocument/2006/relationships/image" Target="../media/image44.png"/><Relationship Id="rId45" Type="http://schemas.openxmlformats.org/officeDocument/2006/relationships/image" Target="../media/image49.png"/><Relationship Id="rId53" Type="http://schemas.openxmlformats.org/officeDocument/2006/relationships/image" Target="../media/image3.svg"/><Relationship Id="rId5" Type="http://schemas.openxmlformats.org/officeDocument/2006/relationships/image" Target="../media/image9.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4" Type="http://schemas.openxmlformats.org/officeDocument/2006/relationships/image" Target="../media/image48.png"/><Relationship Id="rId52" Type="http://schemas.openxmlformats.org/officeDocument/2006/relationships/image" Target="../media/image1.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 Id="rId35" Type="http://schemas.openxmlformats.org/officeDocument/2006/relationships/image" Target="../media/image39.png"/><Relationship Id="rId43" Type="http://schemas.openxmlformats.org/officeDocument/2006/relationships/image" Target="../media/image47.png"/><Relationship Id="rId48" Type="http://schemas.openxmlformats.org/officeDocument/2006/relationships/image" Target="../media/image52.png"/><Relationship Id="rId8" Type="http://schemas.openxmlformats.org/officeDocument/2006/relationships/image" Target="../media/image12.png"/><Relationship Id="rId51" Type="http://schemas.openxmlformats.org/officeDocument/2006/relationships/image" Target="../media/image55.png"/><Relationship Id="rId3" Type="http://schemas.openxmlformats.org/officeDocument/2006/relationships/image" Target="../media/image7.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33" Type="http://schemas.openxmlformats.org/officeDocument/2006/relationships/image" Target="../media/image37.png"/><Relationship Id="rId38" Type="http://schemas.openxmlformats.org/officeDocument/2006/relationships/image" Target="../media/image42.png"/><Relationship Id="rId46" Type="http://schemas.openxmlformats.org/officeDocument/2006/relationships/image" Target="../media/image50.png"/><Relationship Id="rId20" Type="http://schemas.openxmlformats.org/officeDocument/2006/relationships/image" Target="../media/image24.png"/><Relationship Id="rId41" Type="http://schemas.openxmlformats.org/officeDocument/2006/relationships/image" Target="../media/image45.png"/><Relationship Id="rId1" Type="http://schemas.openxmlformats.org/officeDocument/2006/relationships/slideMaster" Target="../slideMasters/slideMaster1.xml"/><Relationship Id="rId6" Type="http://schemas.openxmlformats.org/officeDocument/2006/relationships/image" Target="../media/image10.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36" Type="http://schemas.openxmlformats.org/officeDocument/2006/relationships/image" Target="../media/image40.png"/><Relationship Id="rId49" Type="http://schemas.openxmlformats.org/officeDocument/2006/relationships/image" Target="../media/image53.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svg"/><Relationship Id="rId18" Type="http://schemas.openxmlformats.org/officeDocument/2006/relationships/image" Target="../media/image72.png"/><Relationship Id="rId26" Type="http://schemas.openxmlformats.org/officeDocument/2006/relationships/image" Target="../media/image79.svg"/><Relationship Id="rId3" Type="http://schemas.openxmlformats.org/officeDocument/2006/relationships/image" Target="../media/image57.png"/><Relationship Id="rId21" Type="http://schemas.openxmlformats.org/officeDocument/2006/relationships/image" Target="../media/image75.sv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1.svg"/><Relationship Id="rId25" Type="http://schemas.openxmlformats.org/officeDocument/2006/relationships/image" Target="../media/image4.png"/><Relationship Id="rId2" Type="http://schemas.openxmlformats.org/officeDocument/2006/relationships/image" Target="../media/image56.jpeg"/><Relationship Id="rId16" Type="http://schemas.openxmlformats.org/officeDocument/2006/relationships/image" Target="../media/image70.png"/><Relationship Id="rId20" Type="http://schemas.openxmlformats.org/officeDocument/2006/relationships/image" Target="../media/image74.png"/><Relationship Id="rId1" Type="http://schemas.openxmlformats.org/officeDocument/2006/relationships/slideMaster" Target="../slideMasters/slideMaster1.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jpeg"/><Relationship Id="rId5" Type="http://schemas.openxmlformats.org/officeDocument/2006/relationships/image" Target="../media/image59.png"/><Relationship Id="rId15" Type="http://schemas.openxmlformats.org/officeDocument/2006/relationships/image" Target="../media/image69.svg"/><Relationship Id="rId23" Type="http://schemas.openxmlformats.org/officeDocument/2006/relationships/image" Target="../media/image77.png"/><Relationship Id="rId10" Type="http://schemas.openxmlformats.org/officeDocument/2006/relationships/image" Target="../media/image64.png"/><Relationship Id="rId19" Type="http://schemas.openxmlformats.org/officeDocument/2006/relationships/image" Target="../media/image73.sv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emf"/></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86.jpeg"/><Relationship Id="rId13" Type="http://schemas.openxmlformats.org/officeDocument/2006/relationships/image" Target="../media/image91.png"/><Relationship Id="rId18" Type="http://schemas.openxmlformats.org/officeDocument/2006/relationships/image" Target="../media/image1.png"/><Relationship Id="rId3" Type="http://schemas.openxmlformats.org/officeDocument/2006/relationships/image" Target="../media/image81.jpeg"/><Relationship Id="rId7" Type="http://schemas.openxmlformats.org/officeDocument/2006/relationships/image" Target="../media/image85.png"/><Relationship Id="rId12" Type="http://schemas.openxmlformats.org/officeDocument/2006/relationships/image" Target="../media/image90.jpeg"/><Relationship Id="rId17" Type="http://schemas.openxmlformats.org/officeDocument/2006/relationships/image" Target="../media/image95.png"/><Relationship Id="rId2" Type="http://schemas.openxmlformats.org/officeDocument/2006/relationships/image" Target="../media/image80.png"/><Relationship Id="rId16" Type="http://schemas.openxmlformats.org/officeDocument/2006/relationships/image" Target="../media/image94.png"/><Relationship Id="rId20" Type="http://schemas.openxmlformats.org/officeDocument/2006/relationships/image" Target="../media/image96.png"/><Relationship Id="rId1" Type="http://schemas.openxmlformats.org/officeDocument/2006/relationships/slideMaster" Target="../slideMasters/slideMaster1.xml"/><Relationship Id="rId6" Type="http://schemas.openxmlformats.org/officeDocument/2006/relationships/image" Target="../media/image84.png"/><Relationship Id="rId11" Type="http://schemas.openxmlformats.org/officeDocument/2006/relationships/image" Target="../media/image89.png"/><Relationship Id="rId5" Type="http://schemas.openxmlformats.org/officeDocument/2006/relationships/image" Target="../media/image83.png"/><Relationship Id="rId15" Type="http://schemas.openxmlformats.org/officeDocument/2006/relationships/image" Target="../media/image93.png"/><Relationship Id="rId10" Type="http://schemas.openxmlformats.org/officeDocument/2006/relationships/image" Target="../media/image88.png"/><Relationship Id="rId19" Type="http://schemas.openxmlformats.org/officeDocument/2006/relationships/image" Target="../media/image3.svg"/><Relationship Id="rId4" Type="http://schemas.openxmlformats.org/officeDocument/2006/relationships/image" Target="../media/image82.png"/><Relationship Id="rId9" Type="http://schemas.openxmlformats.org/officeDocument/2006/relationships/image" Target="../media/image87.png"/><Relationship Id="rId14" Type="http://schemas.openxmlformats.org/officeDocument/2006/relationships/image" Target="../media/image9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97.pn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1.png"/><Relationship Id="rId4" Type="http://schemas.openxmlformats.org/officeDocument/2006/relationships/chart" Target="../charts/chart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3" Type="http://schemas.openxmlformats.org/officeDocument/2006/relationships/image" Target="../media/image106.png"/><Relationship Id="rId18" Type="http://schemas.openxmlformats.org/officeDocument/2006/relationships/image" Target="../media/image111.png"/><Relationship Id="rId26" Type="http://schemas.openxmlformats.org/officeDocument/2006/relationships/image" Target="../media/image119.png"/><Relationship Id="rId39" Type="http://schemas.openxmlformats.org/officeDocument/2006/relationships/image" Target="../media/image132.png"/><Relationship Id="rId21" Type="http://schemas.openxmlformats.org/officeDocument/2006/relationships/image" Target="../media/image114.png"/><Relationship Id="rId34" Type="http://schemas.openxmlformats.org/officeDocument/2006/relationships/image" Target="../media/image127.png"/><Relationship Id="rId42" Type="http://schemas.openxmlformats.org/officeDocument/2006/relationships/image" Target="../media/image135.png"/><Relationship Id="rId47" Type="http://schemas.openxmlformats.org/officeDocument/2006/relationships/image" Target="../media/image140.png"/><Relationship Id="rId50" Type="http://schemas.openxmlformats.org/officeDocument/2006/relationships/image" Target="../media/image143.png"/><Relationship Id="rId7" Type="http://schemas.openxmlformats.org/officeDocument/2006/relationships/image" Target="../media/image100.png"/><Relationship Id="rId2" Type="http://schemas.openxmlformats.org/officeDocument/2006/relationships/image" Target="../media/image6.png"/><Relationship Id="rId16" Type="http://schemas.openxmlformats.org/officeDocument/2006/relationships/image" Target="../media/image109.png"/><Relationship Id="rId29" Type="http://schemas.openxmlformats.org/officeDocument/2006/relationships/image" Target="../media/image122.png"/><Relationship Id="rId11" Type="http://schemas.openxmlformats.org/officeDocument/2006/relationships/image" Target="../media/image104.png"/><Relationship Id="rId24" Type="http://schemas.openxmlformats.org/officeDocument/2006/relationships/image" Target="../media/image117.png"/><Relationship Id="rId32" Type="http://schemas.openxmlformats.org/officeDocument/2006/relationships/image" Target="../media/image125.png"/><Relationship Id="rId37" Type="http://schemas.openxmlformats.org/officeDocument/2006/relationships/image" Target="../media/image130.png"/><Relationship Id="rId40" Type="http://schemas.openxmlformats.org/officeDocument/2006/relationships/image" Target="../media/image133.png"/><Relationship Id="rId45" Type="http://schemas.openxmlformats.org/officeDocument/2006/relationships/image" Target="../media/image138.png"/><Relationship Id="rId53" Type="http://schemas.openxmlformats.org/officeDocument/2006/relationships/image" Target="../media/image3.svg"/><Relationship Id="rId5" Type="http://schemas.openxmlformats.org/officeDocument/2006/relationships/image" Target="../media/image98.png"/><Relationship Id="rId10" Type="http://schemas.openxmlformats.org/officeDocument/2006/relationships/image" Target="../media/image103.png"/><Relationship Id="rId19" Type="http://schemas.openxmlformats.org/officeDocument/2006/relationships/image" Target="../media/image112.png"/><Relationship Id="rId31" Type="http://schemas.openxmlformats.org/officeDocument/2006/relationships/image" Target="../media/image124.png"/><Relationship Id="rId44" Type="http://schemas.openxmlformats.org/officeDocument/2006/relationships/image" Target="../media/image137.png"/><Relationship Id="rId52" Type="http://schemas.openxmlformats.org/officeDocument/2006/relationships/image" Target="../media/image1.png"/><Relationship Id="rId4" Type="http://schemas.openxmlformats.org/officeDocument/2006/relationships/image" Target="../media/image8.png"/><Relationship Id="rId9" Type="http://schemas.openxmlformats.org/officeDocument/2006/relationships/image" Target="../media/image102.png"/><Relationship Id="rId14" Type="http://schemas.openxmlformats.org/officeDocument/2006/relationships/image" Target="../media/image107.png"/><Relationship Id="rId22" Type="http://schemas.openxmlformats.org/officeDocument/2006/relationships/image" Target="../media/image115.png"/><Relationship Id="rId27" Type="http://schemas.openxmlformats.org/officeDocument/2006/relationships/image" Target="../media/image120.png"/><Relationship Id="rId30" Type="http://schemas.openxmlformats.org/officeDocument/2006/relationships/image" Target="../media/image123.png"/><Relationship Id="rId35" Type="http://schemas.openxmlformats.org/officeDocument/2006/relationships/image" Target="../media/image128.png"/><Relationship Id="rId43" Type="http://schemas.openxmlformats.org/officeDocument/2006/relationships/image" Target="../media/image136.png"/><Relationship Id="rId48" Type="http://schemas.openxmlformats.org/officeDocument/2006/relationships/image" Target="../media/image141.png"/><Relationship Id="rId8" Type="http://schemas.openxmlformats.org/officeDocument/2006/relationships/image" Target="../media/image101.png"/><Relationship Id="rId51" Type="http://schemas.openxmlformats.org/officeDocument/2006/relationships/image" Target="../media/image144.png"/><Relationship Id="rId3" Type="http://schemas.openxmlformats.org/officeDocument/2006/relationships/image" Target="../media/image7.png"/><Relationship Id="rId12" Type="http://schemas.openxmlformats.org/officeDocument/2006/relationships/image" Target="../media/image105.png"/><Relationship Id="rId17" Type="http://schemas.openxmlformats.org/officeDocument/2006/relationships/image" Target="../media/image110.png"/><Relationship Id="rId25" Type="http://schemas.openxmlformats.org/officeDocument/2006/relationships/image" Target="../media/image118.png"/><Relationship Id="rId33" Type="http://schemas.openxmlformats.org/officeDocument/2006/relationships/image" Target="../media/image126.png"/><Relationship Id="rId38" Type="http://schemas.openxmlformats.org/officeDocument/2006/relationships/image" Target="../media/image131.png"/><Relationship Id="rId46" Type="http://schemas.openxmlformats.org/officeDocument/2006/relationships/image" Target="../media/image139.png"/><Relationship Id="rId20" Type="http://schemas.openxmlformats.org/officeDocument/2006/relationships/image" Target="../media/image113.png"/><Relationship Id="rId41" Type="http://schemas.openxmlformats.org/officeDocument/2006/relationships/image" Target="../media/image134.png"/><Relationship Id="rId1" Type="http://schemas.openxmlformats.org/officeDocument/2006/relationships/slideMaster" Target="../slideMasters/slideMaster1.xml"/><Relationship Id="rId6" Type="http://schemas.openxmlformats.org/officeDocument/2006/relationships/image" Target="../media/image99.png"/><Relationship Id="rId15" Type="http://schemas.openxmlformats.org/officeDocument/2006/relationships/image" Target="../media/image108.png"/><Relationship Id="rId23" Type="http://schemas.openxmlformats.org/officeDocument/2006/relationships/image" Target="../media/image116.png"/><Relationship Id="rId28" Type="http://schemas.openxmlformats.org/officeDocument/2006/relationships/image" Target="../media/image121.png"/><Relationship Id="rId36" Type="http://schemas.openxmlformats.org/officeDocument/2006/relationships/image" Target="../media/image129.png"/><Relationship Id="rId49" Type="http://schemas.openxmlformats.org/officeDocument/2006/relationships/image" Target="../media/image142.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5.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6.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Line Waves">
    <p:bg bwMode="ltGray">
      <p:bgPr>
        <a:solidFill>
          <a:srgbClr val="EDECF6"/>
        </a:solidFill>
        <a:effectLst/>
      </p:bgPr>
    </p:bg>
    <p:spTree>
      <p:nvGrpSpPr>
        <p:cNvPr id="1" name=""/>
        <p:cNvGrpSpPr/>
        <p:nvPr/>
      </p:nvGrpSpPr>
      <p:grpSpPr>
        <a:xfrm>
          <a:off x="0" y="0"/>
          <a:ext cx="0" cy="0"/>
          <a:chOff x="0" y="0"/>
          <a:chExt cx="0" cy="0"/>
        </a:xfrm>
      </p:grpSpPr>
      <p:pic>
        <p:nvPicPr>
          <p:cNvPr id="5" name="Pearson Logo" descr="Pearson Logo">
            <a:extLst>
              <a:ext uri="{FF2B5EF4-FFF2-40B4-BE49-F238E27FC236}">
                <a16:creationId xmlns:a16="http://schemas.microsoft.com/office/drawing/2014/main" id="{CB63E741-46AA-21B9-89A4-C1DB8D7D3A36}"/>
              </a:ext>
              <a:ext uri="{C183D7F6-B498-43B3-948B-1728B52AA6E4}">
                <adec:decorative xmlns:adec="http://schemas.microsoft.com/office/drawing/2017/decorative" val="0"/>
              </a:ext>
            </a:extLst>
          </p:cNvPr>
          <p:cNvPicPr>
            <a:picLocks noGrp="1" noRot="1" noChangeAspect="1" noMove="1" noResize="1" noEditPoints="1" noAdjustHandles="1" noChangeArrowheads="1" noChangeShapeType="1" noCrop="1"/>
          </p:cNvPicPr>
          <p:nvPr userDrawn="1"/>
        </p:nvPicPr>
        <p:blipFill>
          <a:blip r:embed="rId2">
            <a:extLst>
              <a:ext uri="{96DAC541-7B7A-43D3-8B79-37D633B846F1}">
                <asvg:svgBlip xmlns:asvg="http://schemas.microsoft.com/office/drawing/2016/SVG/main" r:embed="rId3"/>
              </a:ext>
            </a:extLst>
          </a:blip>
          <a:stretch>
            <a:fillRect/>
          </a:stretch>
        </p:blipFill>
        <p:spPr>
          <a:xfrm>
            <a:off x="544512" y="552450"/>
            <a:ext cx="2276856" cy="455371"/>
          </a:xfrm>
          <a:prstGeom prst="rect">
            <a:avLst/>
          </a:prstGeom>
        </p:spPr>
      </p:pic>
      <p:sp>
        <p:nvSpPr>
          <p:cNvPr id="2" name="Title">
            <a:extLst>
              <a:ext uri="{FF2B5EF4-FFF2-40B4-BE49-F238E27FC236}">
                <a16:creationId xmlns:a16="http://schemas.microsoft.com/office/drawing/2014/main" id="{2F08166A-83F0-2554-8E7D-B4BAD344F028}"/>
              </a:ext>
            </a:extLst>
          </p:cNvPr>
          <p:cNvSpPr>
            <a:spLocks noGrp="1"/>
          </p:cNvSpPr>
          <p:nvPr>
            <p:ph type="ctrTitle" hasCustomPrompt="1"/>
          </p:nvPr>
        </p:nvSpPr>
        <p:spPr>
          <a:xfrm>
            <a:off x="542924" y="1646237"/>
            <a:ext cx="6419088" cy="3187020"/>
          </a:xfrm>
        </p:spPr>
        <p:txBody>
          <a:bodyPr anchor="b"/>
          <a:lstStyle>
            <a:lvl1pPr algn="l">
              <a:defRPr sz="6000" b="1">
                <a:solidFill>
                  <a:schemeClr val="tx2"/>
                </a:solidFill>
                <a:latin typeface="+mj-lt"/>
                <a:cs typeface="Segoe UI" panose="020B0502040204020203" pitchFamily="34" charset="0"/>
              </a:defRPr>
            </a:lvl1pPr>
          </a:lstStyle>
          <a:p>
            <a:r>
              <a:rPr lang="en-US" noProof="0" dirty="0"/>
              <a:t>Place title here, maximum three lines lorem</a:t>
            </a:r>
          </a:p>
        </p:txBody>
      </p:sp>
      <p:sp>
        <p:nvSpPr>
          <p:cNvPr id="3" name="Subtitle">
            <a:extLst>
              <a:ext uri="{FF2B5EF4-FFF2-40B4-BE49-F238E27FC236}">
                <a16:creationId xmlns:a16="http://schemas.microsoft.com/office/drawing/2014/main" id="{8879E363-BBA4-E8FB-32B0-B30CAED83B60}"/>
              </a:ext>
            </a:extLst>
          </p:cNvPr>
          <p:cNvSpPr>
            <a:spLocks noGrp="1"/>
          </p:cNvSpPr>
          <p:nvPr>
            <p:ph type="subTitle" idx="1" hasCustomPrompt="1"/>
          </p:nvPr>
        </p:nvSpPr>
        <p:spPr>
          <a:xfrm>
            <a:off x="542926" y="5212670"/>
            <a:ext cx="5484812" cy="1097643"/>
          </a:xfrm>
        </p:spPr>
        <p:txBody>
          <a:bodyPr anchor="b">
            <a:normAutofit/>
          </a:bodyPr>
          <a:lstStyle>
            <a:lvl1pPr marL="0" indent="0" algn="l">
              <a:spcBef>
                <a:spcPts val="0"/>
              </a:spcBef>
              <a:buNone/>
              <a:defRPr sz="160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Place subtitle here</a:t>
            </a:r>
          </a:p>
        </p:txBody>
      </p:sp>
      <p:sp>
        <p:nvSpPr>
          <p:cNvPr id="12" name="Line Waves">
            <a:extLst>
              <a:ext uri="{FF2B5EF4-FFF2-40B4-BE49-F238E27FC236}">
                <a16:creationId xmlns:a16="http://schemas.microsoft.com/office/drawing/2014/main" id="{746E730C-477F-32ED-1626-4955ADB4B11C}"/>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7480300" y="0"/>
            <a:ext cx="4711700" cy="6858000"/>
          </a:xfrm>
          <a:custGeom>
            <a:avLst/>
            <a:gdLst>
              <a:gd name="connsiteX0" fmla="*/ 4711700 w 4711700"/>
              <a:gd name="connsiteY0" fmla="*/ 5325905 h 6858000"/>
              <a:gd name="connsiteX1" fmla="*/ 4711700 w 4711700"/>
              <a:gd name="connsiteY1" fmla="*/ 5391006 h 6858000"/>
              <a:gd name="connsiteX2" fmla="*/ 4704808 w 4711700"/>
              <a:gd name="connsiteY2" fmla="*/ 5399555 h 6858000"/>
              <a:gd name="connsiteX3" fmla="*/ 3764472 w 4711700"/>
              <a:gd name="connsiteY3" fmla="*/ 6295965 h 6858000"/>
              <a:gd name="connsiteX4" fmla="*/ 3603154 w 4711700"/>
              <a:gd name="connsiteY4" fmla="*/ 6417638 h 6858000"/>
              <a:gd name="connsiteX5" fmla="*/ 3600368 w 4711700"/>
              <a:gd name="connsiteY5" fmla="*/ 6419017 h 6858000"/>
              <a:gd name="connsiteX6" fmla="*/ 3600368 w 4711700"/>
              <a:gd name="connsiteY6" fmla="*/ 6419739 h 6858000"/>
              <a:gd name="connsiteX7" fmla="*/ 3603154 w 4711700"/>
              <a:gd name="connsiteY7" fmla="*/ 6417638 h 6858000"/>
              <a:gd name="connsiteX8" fmla="*/ 3668908 w 4711700"/>
              <a:gd name="connsiteY8" fmla="*/ 6385071 h 6858000"/>
              <a:gd name="connsiteX9" fmla="*/ 4340008 w 4711700"/>
              <a:gd name="connsiteY9" fmla="*/ 6010591 h 6858000"/>
              <a:gd name="connsiteX10" fmla="*/ 4647319 w 4711700"/>
              <a:gd name="connsiteY10" fmla="*/ 5803944 h 6858000"/>
              <a:gd name="connsiteX11" fmla="*/ 4711700 w 4711700"/>
              <a:gd name="connsiteY11" fmla="*/ 5756906 h 6858000"/>
              <a:gd name="connsiteX12" fmla="*/ 4711700 w 4711700"/>
              <a:gd name="connsiteY12" fmla="*/ 5800336 h 6858000"/>
              <a:gd name="connsiteX13" fmla="*/ 4528344 w 4711700"/>
              <a:gd name="connsiteY13" fmla="*/ 5929051 h 6858000"/>
              <a:gd name="connsiteX14" fmla="*/ 4528344 w 4711700"/>
              <a:gd name="connsiteY14" fmla="*/ 5929773 h 6858000"/>
              <a:gd name="connsiteX15" fmla="*/ 4694552 w 4711700"/>
              <a:gd name="connsiteY15" fmla="*/ 5852144 h 6858000"/>
              <a:gd name="connsiteX16" fmla="*/ 4711700 w 4711700"/>
              <a:gd name="connsiteY16" fmla="*/ 5843682 h 6858000"/>
              <a:gd name="connsiteX17" fmla="*/ 4711700 w 4711700"/>
              <a:gd name="connsiteY17" fmla="*/ 5882657 h 6858000"/>
              <a:gd name="connsiteX18" fmla="*/ 4619018 w 4711700"/>
              <a:gd name="connsiteY18" fmla="*/ 5927033 h 6858000"/>
              <a:gd name="connsiteX19" fmla="*/ 4354438 w 4711700"/>
              <a:gd name="connsiteY19" fmla="*/ 6043063 h 6858000"/>
              <a:gd name="connsiteX20" fmla="*/ 3476974 w 4711700"/>
              <a:gd name="connsiteY20" fmla="*/ 6507053 h 6858000"/>
              <a:gd name="connsiteX21" fmla="*/ 2969779 w 4711700"/>
              <a:gd name="connsiteY21" fmla="*/ 6818062 h 6858000"/>
              <a:gd name="connsiteX22" fmla="*/ 2888238 w 4711700"/>
              <a:gd name="connsiteY22" fmla="*/ 6858000 h 6858000"/>
              <a:gd name="connsiteX23" fmla="*/ 2794044 w 4711700"/>
              <a:gd name="connsiteY23" fmla="*/ 6858000 h 6858000"/>
              <a:gd name="connsiteX24" fmla="*/ 2799890 w 4711700"/>
              <a:gd name="connsiteY24" fmla="*/ 6855274 h 6858000"/>
              <a:gd name="connsiteX25" fmla="*/ 3448830 w 4711700"/>
              <a:gd name="connsiteY25" fmla="*/ 6478909 h 6858000"/>
              <a:gd name="connsiteX26" fmla="*/ 4214448 w 4711700"/>
              <a:gd name="connsiteY26" fmla="*/ 5856891 h 6858000"/>
              <a:gd name="connsiteX27" fmla="*/ 4677851 w 4711700"/>
              <a:gd name="connsiteY27" fmla="*/ 5369022 h 6858000"/>
              <a:gd name="connsiteX28" fmla="*/ 4711700 w 4711700"/>
              <a:gd name="connsiteY28" fmla="*/ 3484095 h 6858000"/>
              <a:gd name="connsiteX29" fmla="*/ 4711700 w 4711700"/>
              <a:gd name="connsiteY29" fmla="*/ 3816054 h 6858000"/>
              <a:gd name="connsiteX30" fmla="*/ 4704243 w 4711700"/>
              <a:gd name="connsiteY30" fmla="*/ 3873577 h 6858000"/>
              <a:gd name="connsiteX31" fmla="*/ 2895380 w 4711700"/>
              <a:gd name="connsiteY31" fmla="*/ 6750399 h 6858000"/>
              <a:gd name="connsiteX32" fmla="*/ 2764462 w 4711700"/>
              <a:gd name="connsiteY32" fmla="*/ 6858000 h 6858000"/>
              <a:gd name="connsiteX33" fmla="*/ 2706432 w 4711700"/>
              <a:gd name="connsiteY33" fmla="*/ 6858000 h 6858000"/>
              <a:gd name="connsiteX34" fmla="*/ 2799171 w 4711700"/>
              <a:gd name="connsiteY34" fmla="*/ 6785323 h 6858000"/>
              <a:gd name="connsiteX35" fmla="*/ 3463984 w 4711700"/>
              <a:gd name="connsiteY35" fmla="*/ 6149860 h 6858000"/>
              <a:gd name="connsiteX36" fmla="*/ 4703886 w 4711700"/>
              <a:gd name="connsiteY36" fmla="*/ 3605161 h 6858000"/>
              <a:gd name="connsiteX37" fmla="*/ 3143957 w 4711700"/>
              <a:gd name="connsiteY37" fmla="*/ 0 h 6858000"/>
              <a:gd name="connsiteX38" fmla="*/ 3216472 w 4711700"/>
              <a:gd name="connsiteY38" fmla="*/ 0 h 6858000"/>
              <a:gd name="connsiteX39" fmla="*/ 3302324 w 4711700"/>
              <a:gd name="connsiteY39" fmla="*/ 53380 h 6858000"/>
              <a:gd name="connsiteX40" fmla="*/ 3440172 w 4711700"/>
              <a:gd name="connsiteY40" fmla="*/ 144706 h 6858000"/>
              <a:gd name="connsiteX41" fmla="*/ 4297432 w 4711700"/>
              <a:gd name="connsiteY41" fmla="*/ 584160 h 6858000"/>
              <a:gd name="connsiteX42" fmla="*/ 4557817 w 4711700"/>
              <a:gd name="connsiteY42" fmla="*/ 694858 h 6858000"/>
              <a:gd name="connsiteX43" fmla="*/ 4711700 w 4711700"/>
              <a:gd name="connsiteY43" fmla="*/ 767035 h 6858000"/>
              <a:gd name="connsiteX44" fmla="*/ 4711700 w 4711700"/>
              <a:gd name="connsiteY44" fmla="*/ 809707 h 6858000"/>
              <a:gd name="connsiteX45" fmla="*/ 4632122 w 4711700"/>
              <a:gd name="connsiteY45" fmla="*/ 770846 h 6858000"/>
              <a:gd name="connsiteX46" fmla="*/ 4470617 w 4711700"/>
              <a:gd name="connsiteY46" fmla="*/ 696730 h 6858000"/>
              <a:gd name="connsiteX47" fmla="*/ 4711700 w 4711700"/>
              <a:gd name="connsiteY47" fmla="*/ 863065 h 6858000"/>
              <a:gd name="connsiteX48" fmla="*/ 4711700 w 4711700"/>
              <a:gd name="connsiteY48" fmla="*/ 914720 h 6858000"/>
              <a:gd name="connsiteX49" fmla="*/ 4603048 w 4711700"/>
              <a:gd name="connsiteY49" fmla="*/ 839922 h 6858000"/>
              <a:gd name="connsiteX50" fmla="*/ 4142288 w 4711700"/>
              <a:gd name="connsiteY50" fmla="*/ 535814 h 6858000"/>
              <a:gd name="connsiteX51" fmla="*/ 4152390 w 4711700"/>
              <a:gd name="connsiteY51" fmla="*/ 537257 h 6858000"/>
              <a:gd name="connsiteX52" fmla="*/ 3551298 w 4711700"/>
              <a:gd name="connsiteY52" fmla="*/ 223360 h 6858000"/>
              <a:gd name="connsiteX53" fmla="*/ 4574496 w 4711700"/>
              <a:gd name="connsiteY53" fmla="*/ 1136433 h 6858000"/>
              <a:gd name="connsiteX54" fmla="*/ 4711700 w 4711700"/>
              <a:gd name="connsiteY54" fmla="*/ 1295940 h 6858000"/>
              <a:gd name="connsiteX55" fmla="*/ 4711700 w 4711700"/>
              <a:gd name="connsiteY55" fmla="*/ 1350804 h 6858000"/>
              <a:gd name="connsiteX56" fmla="*/ 4677851 w 4711700"/>
              <a:gd name="connsiteY56" fmla="*/ 1307689 h 6858000"/>
              <a:gd name="connsiteX57" fmla="*/ 4214448 w 4711700"/>
              <a:gd name="connsiteY57" fmla="*/ 820124 h 6858000"/>
              <a:gd name="connsiteX58" fmla="*/ 3417081 w 4711700"/>
              <a:gd name="connsiteY58" fmla="*/ 176457 h 6858000"/>
              <a:gd name="connsiteX59" fmla="*/ 3400484 w 4711700"/>
              <a:gd name="connsiteY59" fmla="*/ 173571 h 6858000"/>
              <a:gd name="connsiteX60" fmla="*/ 3400484 w 4711700"/>
              <a:gd name="connsiteY60" fmla="*/ 164911 h 6858000"/>
              <a:gd name="connsiteX61" fmla="*/ 3176517 w 4711700"/>
              <a:gd name="connsiteY61" fmla="*/ 19441 h 6858000"/>
              <a:gd name="connsiteX62" fmla="*/ 2910585 w 4711700"/>
              <a:gd name="connsiteY62" fmla="*/ 0 h 6858000"/>
              <a:gd name="connsiteX63" fmla="*/ 2962842 w 4711700"/>
              <a:gd name="connsiteY63" fmla="*/ 0 h 6858000"/>
              <a:gd name="connsiteX64" fmla="*/ 3038063 w 4711700"/>
              <a:gd name="connsiteY64" fmla="*/ 65828 h 6858000"/>
              <a:gd name="connsiteX65" fmla="*/ 4709840 w 4711700"/>
              <a:gd name="connsiteY65" fmla="*/ 2847195 h 6858000"/>
              <a:gd name="connsiteX66" fmla="*/ 4711700 w 4711700"/>
              <a:gd name="connsiteY66" fmla="*/ 2862365 h 6858000"/>
              <a:gd name="connsiteX67" fmla="*/ 4711700 w 4711700"/>
              <a:gd name="connsiteY67" fmla="*/ 3205908 h 6858000"/>
              <a:gd name="connsiteX68" fmla="*/ 4703886 w 4711700"/>
              <a:gd name="connsiteY68" fmla="*/ 3084842 h 6858000"/>
              <a:gd name="connsiteX69" fmla="*/ 3463984 w 4711700"/>
              <a:gd name="connsiteY69" fmla="*/ 540143 h 6858000"/>
              <a:gd name="connsiteX70" fmla="*/ 2967201 w 4711700"/>
              <a:gd name="connsiteY70" fmla="*/ 48497 h 6858000"/>
              <a:gd name="connsiteX71" fmla="*/ 2496042 w 4711700"/>
              <a:gd name="connsiteY71" fmla="*/ 0 h 6858000"/>
              <a:gd name="connsiteX72" fmla="*/ 2544370 w 4711700"/>
              <a:gd name="connsiteY72" fmla="*/ 0 h 6858000"/>
              <a:gd name="connsiteX73" fmla="*/ 2573903 w 4711700"/>
              <a:gd name="connsiteY73" fmla="*/ 33389 h 6858000"/>
              <a:gd name="connsiteX74" fmla="*/ 2740220 w 4711700"/>
              <a:gd name="connsiteY74" fmla="*/ 237793 h 6858000"/>
              <a:gd name="connsiteX75" fmla="*/ 3920758 w 4711700"/>
              <a:gd name="connsiteY75" fmla="*/ 3351496 h 6858000"/>
              <a:gd name="connsiteX76" fmla="*/ 2740220 w 4711700"/>
              <a:gd name="connsiteY76" fmla="*/ 6465199 h 6858000"/>
              <a:gd name="connsiteX77" fmla="*/ 2739498 w 4711700"/>
              <a:gd name="connsiteY77" fmla="*/ 6464478 h 6858000"/>
              <a:gd name="connsiteX78" fmla="*/ 2542084 w 4711700"/>
              <a:gd name="connsiteY78" fmla="*/ 6705267 h 6858000"/>
              <a:gd name="connsiteX79" fmla="*/ 2403944 w 4711700"/>
              <a:gd name="connsiteY79" fmla="*/ 6858000 h 6858000"/>
              <a:gd name="connsiteX80" fmla="*/ 2355645 w 4711700"/>
              <a:gd name="connsiteY80" fmla="*/ 6858000 h 6858000"/>
              <a:gd name="connsiteX81" fmla="*/ 2501021 w 4711700"/>
              <a:gd name="connsiteY81" fmla="*/ 6698569 h 6858000"/>
              <a:gd name="connsiteX82" fmla="*/ 2711356 w 4711700"/>
              <a:gd name="connsiteY82" fmla="*/ 6442829 h 6858000"/>
              <a:gd name="connsiteX83" fmla="*/ 3883956 w 4711700"/>
              <a:gd name="connsiteY83" fmla="*/ 3351496 h 6858000"/>
              <a:gd name="connsiteX84" fmla="*/ 2711356 w 4711700"/>
              <a:gd name="connsiteY84" fmla="*/ 260163 h 6858000"/>
              <a:gd name="connsiteX85" fmla="*/ 2534598 w 4711700"/>
              <a:gd name="connsiteY85" fmla="*/ 43333 h 6858000"/>
              <a:gd name="connsiteX86" fmla="*/ 1972022 w 4711700"/>
              <a:gd name="connsiteY86" fmla="*/ 0 h 6858000"/>
              <a:gd name="connsiteX87" fmla="*/ 2015655 w 4711700"/>
              <a:gd name="connsiteY87" fmla="*/ 0 h 6858000"/>
              <a:gd name="connsiteX88" fmla="*/ 2069898 w 4711700"/>
              <a:gd name="connsiteY88" fmla="*/ 82322 h 6858000"/>
              <a:gd name="connsiteX89" fmla="*/ 3090198 w 4711700"/>
              <a:gd name="connsiteY89" fmla="*/ 3358712 h 6858000"/>
              <a:gd name="connsiteX90" fmla="*/ 3088754 w 4711700"/>
              <a:gd name="connsiteY90" fmla="*/ 3358712 h 6858000"/>
              <a:gd name="connsiteX91" fmla="*/ 1988314 w 4711700"/>
              <a:gd name="connsiteY91" fmla="*/ 6756726 h 6858000"/>
              <a:gd name="connsiteX92" fmla="*/ 1915649 w 4711700"/>
              <a:gd name="connsiteY92" fmla="*/ 6858000 h 6858000"/>
              <a:gd name="connsiteX93" fmla="*/ 1874011 w 4711700"/>
              <a:gd name="connsiteY93" fmla="*/ 6858000 h 6858000"/>
              <a:gd name="connsiteX94" fmla="*/ 1958728 w 4711700"/>
              <a:gd name="connsiteY94" fmla="*/ 6736521 h 6858000"/>
              <a:gd name="connsiteX95" fmla="*/ 3053395 w 4711700"/>
              <a:gd name="connsiteY95" fmla="*/ 3358712 h 6858000"/>
              <a:gd name="connsiteX96" fmla="*/ 2039042 w 4711700"/>
              <a:gd name="connsiteY96" fmla="*/ 101809 h 6858000"/>
              <a:gd name="connsiteX97" fmla="*/ 1372759 w 4711700"/>
              <a:gd name="connsiteY97" fmla="*/ 0 h 6858000"/>
              <a:gd name="connsiteX98" fmla="*/ 1411030 w 4711700"/>
              <a:gd name="connsiteY98" fmla="*/ 0 h 6858000"/>
              <a:gd name="connsiteX99" fmla="*/ 1457169 w 4711700"/>
              <a:gd name="connsiteY99" fmla="*/ 87274 h 6858000"/>
              <a:gd name="connsiteX100" fmla="*/ 2260356 w 4711700"/>
              <a:gd name="connsiteY100" fmla="*/ 3365206 h 6858000"/>
              <a:gd name="connsiteX101" fmla="*/ 1417780 w 4711700"/>
              <a:gd name="connsiteY101" fmla="*/ 6715695 h 6858000"/>
              <a:gd name="connsiteX102" fmla="*/ 1341078 w 4711700"/>
              <a:gd name="connsiteY102" fmla="*/ 6858000 h 6858000"/>
              <a:gd name="connsiteX103" fmla="*/ 1303671 w 4711700"/>
              <a:gd name="connsiteY103" fmla="*/ 6858000 h 6858000"/>
              <a:gd name="connsiteX104" fmla="*/ 1380509 w 4711700"/>
              <a:gd name="connsiteY104" fmla="*/ 6714438 h 6858000"/>
              <a:gd name="connsiteX105" fmla="*/ 2224276 w 4711700"/>
              <a:gd name="connsiteY105" fmla="*/ 3365206 h 6858000"/>
              <a:gd name="connsiteX106" fmla="*/ 1419243 w 4711700"/>
              <a:gd name="connsiteY106" fmla="*/ 88531 h 6858000"/>
              <a:gd name="connsiteX107" fmla="*/ 723024 w 4711700"/>
              <a:gd name="connsiteY107" fmla="*/ 0 h 6858000"/>
              <a:gd name="connsiteX108" fmla="*/ 764516 w 4711700"/>
              <a:gd name="connsiteY108" fmla="*/ 0 h 6858000"/>
              <a:gd name="connsiteX109" fmla="*/ 830191 w 4711700"/>
              <a:gd name="connsiteY109" fmla="*/ 161235 h 6858000"/>
              <a:gd name="connsiteX110" fmla="*/ 1430516 w 4711700"/>
              <a:gd name="connsiteY110" fmla="*/ 3371700 h 6858000"/>
              <a:gd name="connsiteX111" fmla="*/ 724063 w 4711700"/>
              <a:gd name="connsiteY111" fmla="*/ 6835164 h 6858000"/>
              <a:gd name="connsiteX112" fmla="*/ 714043 w 4711700"/>
              <a:gd name="connsiteY112" fmla="*/ 6858000 h 6858000"/>
              <a:gd name="connsiteX113" fmla="*/ 672804 w 4711700"/>
              <a:gd name="connsiteY113" fmla="*/ 6858000 h 6858000"/>
              <a:gd name="connsiteX114" fmla="*/ 683248 w 4711700"/>
              <a:gd name="connsiteY114" fmla="*/ 6833990 h 6858000"/>
              <a:gd name="connsiteX115" fmla="*/ 1394436 w 4711700"/>
              <a:gd name="connsiteY115" fmla="*/ 3371700 h 6858000"/>
              <a:gd name="connsiteX116" fmla="*/ 789545 w 4711700"/>
              <a:gd name="connsiteY116" fmla="*/ 165091 h 6858000"/>
              <a:gd name="connsiteX117" fmla="*/ 34470 w 4711700"/>
              <a:gd name="connsiteY117" fmla="*/ 0 h 6858000"/>
              <a:gd name="connsiteX118" fmla="*/ 73778 w 4711700"/>
              <a:gd name="connsiteY118" fmla="*/ 0 h 6858000"/>
              <a:gd name="connsiteX119" fmla="*/ 79531 w 4711700"/>
              <a:gd name="connsiteY119" fmla="*/ 17015 h 6858000"/>
              <a:gd name="connsiteX120" fmla="*/ 600678 w 4711700"/>
              <a:gd name="connsiteY120" fmla="*/ 3378918 h 6858000"/>
              <a:gd name="connsiteX121" fmla="*/ 61608 w 4711700"/>
              <a:gd name="connsiteY121" fmla="*/ 6791700 h 6858000"/>
              <a:gd name="connsiteX122" fmla="*/ 38985 w 4711700"/>
              <a:gd name="connsiteY122" fmla="*/ 6858000 h 6858000"/>
              <a:gd name="connsiteX123" fmla="*/ 0 w 4711700"/>
              <a:gd name="connsiteY123" fmla="*/ 6858000 h 6858000"/>
              <a:gd name="connsiteX124" fmla="*/ 22908 w 4711700"/>
              <a:gd name="connsiteY124" fmla="*/ 6790607 h 6858000"/>
              <a:gd name="connsiteX125" fmla="*/ 564598 w 4711700"/>
              <a:gd name="connsiteY125" fmla="*/ 3378918 h 6858000"/>
              <a:gd name="connsiteX126" fmla="*/ 40563 w 4711700"/>
              <a:gd name="connsiteY126" fmla="*/ 1810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4711700" h="6858000">
                <a:moveTo>
                  <a:pt x="4711700" y="5325905"/>
                </a:moveTo>
                <a:lnTo>
                  <a:pt x="4711700" y="5391006"/>
                </a:lnTo>
                <a:lnTo>
                  <a:pt x="4704808" y="5399555"/>
                </a:lnTo>
                <a:cubicBezTo>
                  <a:pt x="4409979" y="5749140"/>
                  <a:pt x="4076582" y="6052929"/>
                  <a:pt x="3764472" y="6295965"/>
                </a:cubicBezTo>
                <a:lnTo>
                  <a:pt x="3603154" y="6417638"/>
                </a:lnTo>
                <a:lnTo>
                  <a:pt x="3600368" y="6419017"/>
                </a:lnTo>
                <a:lnTo>
                  <a:pt x="3600368" y="6419739"/>
                </a:lnTo>
                <a:lnTo>
                  <a:pt x="3603154" y="6417638"/>
                </a:lnTo>
                <a:lnTo>
                  <a:pt x="3668908" y="6385071"/>
                </a:lnTo>
                <a:cubicBezTo>
                  <a:pt x="3859827" y="6284463"/>
                  <a:pt x="4244666" y="6049739"/>
                  <a:pt x="4340008" y="6010591"/>
                </a:cubicBezTo>
                <a:cubicBezTo>
                  <a:pt x="4439228" y="5947452"/>
                  <a:pt x="4542236" y="5878539"/>
                  <a:pt x="4647319" y="5803944"/>
                </a:cubicBezTo>
                <a:lnTo>
                  <a:pt x="4711700" y="5756906"/>
                </a:lnTo>
                <a:lnTo>
                  <a:pt x="4711700" y="5800336"/>
                </a:lnTo>
                <a:lnTo>
                  <a:pt x="4528344" y="5929051"/>
                </a:lnTo>
                <a:lnTo>
                  <a:pt x="4528344" y="5929773"/>
                </a:lnTo>
                <a:cubicBezTo>
                  <a:pt x="4579984" y="5906321"/>
                  <a:pt x="4635620" y="5880411"/>
                  <a:pt x="4694552" y="5852144"/>
                </a:cubicBezTo>
                <a:lnTo>
                  <a:pt x="4711700" y="5843682"/>
                </a:lnTo>
                <a:lnTo>
                  <a:pt x="4711700" y="5882657"/>
                </a:lnTo>
                <a:lnTo>
                  <a:pt x="4619018" y="5927033"/>
                </a:lnTo>
                <a:cubicBezTo>
                  <a:pt x="4517610" y="5974196"/>
                  <a:pt x="4428042" y="6013117"/>
                  <a:pt x="4354438" y="6043063"/>
                </a:cubicBezTo>
                <a:cubicBezTo>
                  <a:pt x="3968384" y="6288408"/>
                  <a:pt x="3632117" y="6455097"/>
                  <a:pt x="3476974" y="6507053"/>
                </a:cubicBezTo>
                <a:cubicBezTo>
                  <a:pt x="3284668" y="6640549"/>
                  <a:pt x="3110040" y="6745542"/>
                  <a:pt x="2969779" y="6818062"/>
                </a:cubicBezTo>
                <a:lnTo>
                  <a:pt x="2888238" y="6858000"/>
                </a:lnTo>
                <a:lnTo>
                  <a:pt x="2794044" y="6858000"/>
                </a:lnTo>
                <a:lnTo>
                  <a:pt x="2799890" y="6855274"/>
                </a:lnTo>
                <a:cubicBezTo>
                  <a:pt x="2996039" y="6758778"/>
                  <a:pt x="3429889" y="6484592"/>
                  <a:pt x="3448830" y="6478909"/>
                </a:cubicBezTo>
                <a:cubicBezTo>
                  <a:pt x="3688402" y="6312221"/>
                  <a:pt x="3954672" y="6101513"/>
                  <a:pt x="4214448" y="5856891"/>
                </a:cubicBezTo>
                <a:cubicBezTo>
                  <a:pt x="4365984" y="5713834"/>
                  <a:pt x="4524826" y="5550256"/>
                  <a:pt x="4677851" y="5369022"/>
                </a:cubicBezTo>
                <a:close/>
                <a:moveTo>
                  <a:pt x="4711700" y="3484095"/>
                </a:moveTo>
                <a:lnTo>
                  <a:pt x="4711700" y="3816054"/>
                </a:lnTo>
                <a:lnTo>
                  <a:pt x="4704243" y="3873577"/>
                </a:lnTo>
                <a:cubicBezTo>
                  <a:pt x="4496842" y="5083742"/>
                  <a:pt x="3621834" y="6130845"/>
                  <a:pt x="2895380" y="6750399"/>
                </a:cubicBezTo>
                <a:lnTo>
                  <a:pt x="2764462" y="6858000"/>
                </a:lnTo>
                <a:lnTo>
                  <a:pt x="2706432" y="6858000"/>
                </a:lnTo>
                <a:lnTo>
                  <a:pt x="2799171" y="6785323"/>
                </a:lnTo>
                <a:cubicBezTo>
                  <a:pt x="3012455" y="6609779"/>
                  <a:pt x="3241822" y="6395295"/>
                  <a:pt x="3463984" y="6149860"/>
                </a:cubicBezTo>
                <a:cubicBezTo>
                  <a:pt x="4368781" y="5150986"/>
                  <a:pt x="4648175" y="4249899"/>
                  <a:pt x="4703886" y="3605161"/>
                </a:cubicBezTo>
                <a:close/>
                <a:moveTo>
                  <a:pt x="3143957" y="0"/>
                </a:moveTo>
                <a:lnTo>
                  <a:pt x="3216472" y="0"/>
                </a:lnTo>
                <a:lnTo>
                  <a:pt x="3302324" y="53380"/>
                </a:lnTo>
                <a:cubicBezTo>
                  <a:pt x="3346962" y="82040"/>
                  <a:pt x="3392997" y="112505"/>
                  <a:pt x="3440172" y="144706"/>
                </a:cubicBezTo>
                <a:cubicBezTo>
                  <a:pt x="3567174" y="177900"/>
                  <a:pt x="3901996" y="336652"/>
                  <a:pt x="4297432" y="584160"/>
                </a:cubicBezTo>
                <a:cubicBezTo>
                  <a:pt x="4366345" y="610859"/>
                  <a:pt x="4454831" y="648067"/>
                  <a:pt x="4557817" y="694858"/>
                </a:cubicBezTo>
                <a:lnTo>
                  <a:pt x="4711700" y="767035"/>
                </a:lnTo>
                <a:lnTo>
                  <a:pt x="4711700" y="809707"/>
                </a:lnTo>
                <a:lnTo>
                  <a:pt x="4632122" y="770846"/>
                </a:lnTo>
                <a:cubicBezTo>
                  <a:pt x="4574313" y="743488"/>
                  <a:pt x="4520227" y="718739"/>
                  <a:pt x="4470617" y="696730"/>
                </a:cubicBezTo>
                <a:lnTo>
                  <a:pt x="4711700" y="863065"/>
                </a:lnTo>
                <a:lnTo>
                  <a:pt x="4711700" y="914720"/>
                </a:lnTo>
                <a:lnTo>
                  <a:pt x="4603048" y="839922"/>
                </a:lnTo>
                <a:cubicBezTo>
                  <a:pt x="4372862" y="683516"/>
                  <a:pt x="4142288" y="535814"/>
                  <a:pt x="4142288" y="535814"/>
                </a:cubicBezTo>
                <a:cubicBezTo>
                  <a:pt x="4144454" y="535814"/>
                  <a:pt x="4148783" y="537257"/>
                  <a:pt x="4152390" y="537257"/>
                </a:cubicBezTo>
                <a:cubicBezTo>
                  <a:pt x="3900553" y="386442"/>
                  <a:pt x="3687681" y="280367"/>
                  <a:pt x="3551298" y="223360"/>
                </a:cubicBezTo>
                <a:cubicBezTo>
                  <a:pt x="3876560" y="456076"/>
                  <a:pt x="4243223" y="768146"/>
                  <a:pt x="4574496" y="1136433"/>
                </a:cubicBezTo>
                <a:lnTo>
                  <a:pt x="4711700" y="1295940"/>
                </a:lnTo>
                <a:lnTo>
                  <a:pt x="4711700" y="1350804"/>
                </a:lnTo>
                <a:lnTo>
                  <a:pt x="4677851" y="1307689"/>
                </a:lnTo>
                <a:cubicBezTo>
                  <a:pt x="4524826" y="1126488"/>
                  <a:pt x="4365984" y="963001"/>
                  <a:pt x="4214448" y="820124"/>
                </a:cubicBezTo>
                <a:cubicBezTo>
                  <a:pt x="3943128" y="564677"/>
                  <a:pt x="3664590" y="346754"/>
                  <a:pt x="3417081" y="176457"/>
                </a:cubicBezTo>
                <a:cubicBezTo>
                  <a:pt x="3411308" y="175014"/>
                  <a:pt x="3404814" y="173571"/>
                  <a:pt x="3400484" y="173571"/>
                </a:cubicBezTo>
                <a:lnTo>
                  <a:pt x="3400484" y="164911"/>
                </a:lnTo>
                <a:cubicBezTo>
                  <a:pt x="3322010" y="111333"/>
                  <a:pt x="3246919" y="62715"/>
                  <a:pt x="3176517" y="19441"/>
                </a:cubicBezTo>
                <a:close/>
                <a:moveTo>
                  <a:pt x="2910585" y="0"/>
                </a:moveTo>
                <a:lnTo>
                  <a:pt x="2962842" y="0"/>
                </a:lnTo>
                <a:lnTo>
                  <a:pt x="3038063" y="65828"/>
                </a:lnTo>
                <a:cubicBezTo>
                  <a:pt x="3738411" y="701597"/>
                  <a:pt x="4524309" y="1702882"/>
                  <a:pt x="4709840" y="2847195"/>
                </a:cubicBezTo>
                <a:lnTo>
                  <a:pt x="4711700" y="2862365"/>
                </a:lnTo>
                <a:lnTo>
                  <a:pt x="4711700" y="3205908"/>
                </a:lnTo>
                <a:lnTo>
                  <a:pt x="4703886" y="3084842"/>
                </a:lnTo>
                <a:cubicBezTo>
                  <a:pt x="4648175" y="2440105"/>
                  <a:pt x="4368781" y="1539018"/>
                  <a:pt x="3463984" y="540143"/>
                </a:cubicBezTo>
                <a:cubicBezTo>
                  <a:pt x="3299189" y="358300"/>
                  <a:pt x="3130436" y="193302"/>
                  <a:pt x="2967201" y="48497"/>
                </a:cubicBezTo>
                <a:close/>
                <a:moveTo>
                  <a:pt x="2496042" y="0"/>
                </a:moveTo>
                <a:lnTo>
                  <a:pt x="2544370" y="0"/>
                </a:lnTo>
                <a:lnTo>
                  <a:pt x="2573903" y="33389"/>
                </a:lnTo>
                <a:cubicBezTo>
                  <a:pt x="2629815" y="99246"/>
                  <a:pt x="2685378" y="167437"/>
                  <a:pt x="2740220" y="237793"/>
                </a:cubicBezTo>
                <a:cubicBezTo>
                  <a:pt x="3181118" y="803527"/>
                  <a:pt x="3920758" y="1958809"/>
                  <a:pt x="3920758" y="3351496"/>
                </a:cubicBezTo>
                <a:cubicBezTo>
                  <a:pt x="3920758" y="4744184"/>
                  <a:pt x="3181118" y="5900187"/>
                  <a:pt x="2740220" y="6465199"/>
                </a:cubicBezTo>
                <a:lnTo>
                  <a:pt x="2739498" y="6464478"/>
                </a:lnTo>
                <a:cubicBezTo>
                  <a:pt x="2674554" y="6547823"/>
                  <a:pt x="2608528" y="6628191"/>
                  <a:pt x="2542084" y="6705267"/>
                </a:cubicBezTo>
                <a:lnTo>
                  <a:pt x="2403944" y="6858000"/>
                </a:lnTo>
                <a:lnTo>
                  <a:pt x="2355645" y="6858000"/>
                </a:lnTo>
                <a:lnTo>
                  <a:pt x="2501021" y="6698569"/>
                </a:lnTo>
                <a:cubicBezTo>
                  <a:pt x="2571050" y="6617772"/>
                  <a:pt x="2641361" y="6532488"/>
                  <a:pt x="2711356" y="6442829"/>
                </a:cubicBezTo>
                <a:cubicBezTo>
                  <a:pt x="3149368" y="5881426"/>
                  <a:pt x="3883956" y="4733359"/>
                  <a:pt x="3883956" y="3351496"/>
                </a:cubicBezTo>
                <a:cubicBezTo>
                  <a:pt x="3883956" y="1969633"/>
                  <a:pt x="3149368" y="821567"/>
                  <a:pt x="2711356" y="260163"/>
                </a:cubicBezTo>
                <a:cubicBezTo>
                  <a:pt x="2652546" y="184756"/>
                  <a:pt x="2593510" y="112460"/>
                  <a:pt x="2534598" y="43333"/>
                </a:cubicBezTo>
                <a:close/>
                <a:moveTo>
                  <a:pt x="1972022" y="0"/>
                </a:moveTo>
                <a:lnTo>
                  <a:pt x="2015655" y="0"/>
                </a:lnTo>
                <a:lnTo>
                  <a:pt x="2069898" y="82322"/>
                </a:lnTo>
                <a:cubicBezTo>
                  <a:pt x="2484518" y="727171"/>
                  <a:pt x="3090198" y="1916415"/>
                  <a:pt x="3090198" y="3358712"/>
                </a:cubicBezTo>
                <a:lnTo>
                  <a:pt x="3088754" y="3358712"/>
                </a:lnTo>
                <a:cubicBezTo>
                  <a:pt x="3088754" y="4897885"/>
                  <a:pt x="2399626" y="6148417"/>
                  <a:pt x="1988314" y="6756726"/>
                </a:cubicBezTo>
                <a:lnTo>
                  <a:pt x="1915649" y="6858000"/>
                </a:lnTo>
                <a:lnTo>
                  <a:pt x="1874011" y="6858000"/>
                </a:lnTo>
                <a:lnTo>
                  <a:pt x="1958728" y="6736521"/>
                </a:lnTo>
                <a:cubicBezTo>
                  <a:pt x="2367875" y="6131099"/>
                  <a:pt x="3053395" y="4887782"/>
                  <a:pt x="3053395" y="3358712"/>
                </a:cubicBezTo>
                <a:cubicBezTo>
                  <a:pt x="3053395" y="1925209"/>
                  <a:pt x="2450887" y="742857"/>
                  <a:pt x="2039042" y="101809"/>
                </a:cubicBezTo>
                <a:close/>
                <a:moveTo>
                  <a:pt x="1372759" y="0"/>
                </a:moveTo>
                <a:lnTo>
                  <a:pt x="1411030" y="0"/>
                </a:lnTo>
                <a:lnTo>
                  <a:pt x="1457169" y="87274"/>
                </a:lnTo>
                <a:cubicBezTo>
                  <a:pt x="1910702" y="977243"/>
                  <a:pt x="2260356" y="2097626"/>
                  <a:pt x="2260356" y="3365206"/>
                </a:cubicBezTo>
                <a:cubicBezTo>
                  <a:pt x="2260356" y="4632787"/>
                  <a:pt x="1890218" y="5805093"/>
                  <a:pt x="1417780" y="6715695"/>
                </a:cubicBezTo>
                <a:lnTo>
                  <a:pt x="1341078" y="6858000"/>
                </a:lnTo>
                <a:lnTo>
                  <a:pt x="1303671" y="6858000"/>
                </a:lnTo>
                <a:lnTo>
                  <a:pt x="1380509" y="6714438"/>
                </a:lnTo>
                <a:cubicBezTo>
                  <a:pt x="1852709" y="5796813"/>
                  <a:pt x="2224276" y="4600541"/>
                  <a:pt x="2224276" y="3365206"/>
                </a:cubicBezTo>
                <a:cubicBezTo>
                  <a:pt x="2224276" y="2129873"/>
                  <a:pt x="1872717" y="985525"/>
                  <a:pt x="1419243" y="88531"/>
                </a:cubicBezTo>
                <a:close/>
                <a:moveTo>
                  <a:pt x="723024" y="0"/>
                </a:moveTo>
                <a:lnTo>
                  <a:pt x="764516" y="0"/>
                </a:lnTo>
                <a:lnTo>
                  <a:pt x="830191" y="161235"/>
                </a:lnTo>
                <a:cubicBezTo>
                  <a:pt x="1130151" y="922906"/>
                  <a:pt x="1430516" y="2007876"/>
                  <a:pt x="1430516" y="3371700"/>
                </a:cubicBezTo>
                <a:cubicBezTo>
                  <a:pt x="1430516" y="4849176"/>
                  <a:pt x="1054662" y="6057981"/>
                  <a:pt x="724063" y="6835164"/>
                </a:cubicBezTo>
                <a:lnTo>
                  <a:pt x="714043" y="6858000"/>
                </a:lnTo>
                <a:lnTo>
                  <a:pt x="672804" y="6858000"/>
                </a:lnTo>
                <a:lnTo>
                  <a:pt x="683248" y="6833990"/>
                </a:lnTo>
                <a:cubicBezTo>
                  <a:pt x="1014294" y="6048087"/>
                  <a:pt x="1394436" y="4807549"/>
                  <a:pt x="1394436" y="3371700"/>
                </a:cubicBezTo>
                <a:cubicBezTo>
                  <a:pt x="1394436" y="2046302"/>
                  <a:pt x="1090418" y="937654"/>
                  <a:pt x="789545" y="165091"/>
                </a:cubicBezTo>
                <a:close/>
                <a:moveTo>
                  <a:pt x="34470" y="0"/>
                </a:moveTo>
                <a:lnTo>
                  <a:pt x="73778" y="0"/>
                </a:lnTo>
                <a:lnTo>
                  <a:pt x="79531" y="17015"/>
                </a:lnTo>
                <a:cubicBezTo>
                  <a:pt x="344392" y="825727"/>
                  <a:pt x="600678" y="1956554"/>
                  <a:pt x="600678" y="3378918"/>
                </a:cubicBezTo>
                <a:cubicBezTo>
                  <a:pt x="600678" y="4801281"/>
                  <a:pt x="332483" y="5971645"/>
                  <a:pt x="61608" y="6791700"/>
                </a:cubicBezTo>
                <a:lnTo>
                  <a:pt x="38985" y="6858000"/>
                </a:lnTo>
                <a:lnTo>
                  <a:pt x="0" y="6858000"/>
                </a:lnTo>
                <a:lnTo>
                  <a:pt x="22908" y="6790607"/>
                </a:lnTo>
                <a:cubicBezTo>
                  <a:pt x="294497" y="5964426"/>
                  <a:pt x="564598" y="4773139"/>
                  <a:pt x="564598" y="3378918"/>
                </a:cubicBezTo>
                <a:cubicBezTo>
                  <a:pt x="564598" y="1984696"/>
                  <a:pt x="305930" y="832946"/>
                  <a:pt x="40563" y="18108"/>
                </a:cubicBezTo>
                <a:close/>
              </a:path>
            </a:pathLst>
          </a:custGeom>
          <a:gradFill flip="none" rotWithShape="1">
            <a:gsLst>
              <a:gs pos="0">
                <a:srgbClr val="EDECF6"/>
              </a:gs>
              <a:gs pos="82000">
                <a:srgbClr val="C1BFFF"/>
              </a:gs>
            </a:gsLst>
            <a:lin ang="0" scaled="1"/>
            <a:tileRect/>
          </a:gradFill>
          <a:ln w="20455" cap="flat">
            <a:noFill/>
            <a:prstDash val="solid"/>
            <a:miter/>
          </a:ln>
        </p:spPr>
        <p:txBody>
          <a:bodyPr wrap="square" rtlCol="0" anchor="ctr">
            <a:noAutofit/>
          </a:bodyPr>
          <a:lstStyle/>
          <a:p>
            <a:endParaRPr lang="en-US" noProof="0">
              <a:latin typeface="+mj-lt"/>
            </a:endParaRPr>
          </a:p>
        </p:txBody>
      </p:sp>
    </p:spTree>
    <p:extLst>
      <p:ext uri="{BB962C8B-B14F-4D97-AF65-F5344CB8AC3E}">
        <p14:creationId xmlns:p14="http://schemas.microsoft.com/office/powerpoint/2010/main" val="373373596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with Image">
    <p:bg>
      <p:bgPr>
        <a:solidFill>
          <a:srgbClr val="EDECF6"/>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F08166A-83F0-2554-8E7D-B4BAD344F028}"/>
              </a:ext>
            </a:extLst>
          </p:cNvPr>
          <p:cNvSpPr>
            <a:spLocks noGrp="1"/>
          </p:cNvSpPr>
          <p:nvPr>
            <p:ph type="ctrTitle" hasCustomPrompt="1"/>
          </p:nvPr>
        </p:nvSpPr>
        <p:spPr>
          <a:xfrm>
            <a:off x="542924" y="1646237"/>
            <a:ext cx="6419088" cy="3187020"/>
          </a:xfrm>
        </p:spPr>
        <p:txBody>
          <a:bodyPr anchor="b"/>
          <a:lstStyle>
            <a:lvl1pPr algn="l">
              <a:defRPr sz="6000" b="1">
                <a:solidFill>
                  <a:srgbClr val="0D004D"/>
                </a:solidFill>
                <a:latin typeface="+mj-lt"/>
                <a:cs typeface="Segoe UI" panose="020B0502040204020203" pitchFamily="34" charset="0"/>
              </a:defRPr>
            </a:lvl1pPr>
          </a:lstStyle>
          <a:p>
            <a:r>
              <a:rPr lang="en-US" noProof="0" dirty="0"/>
              <a:t>Place title here, maximum three lines lorem</a:t>
            </a:r>
          </a:p>
        </p:txBody>
      </p:sp>
      <p:sp>
        <p:nvSpPr>
          <p:cNvPr id="3" name="Subtitle">
            <a:extLst>
              <a:ext uri="{FF2B5EF4-FFF2-40B4-BE49-F238E27FC236}">
                <a16:creationId xmlns:a16="http://schemas.microsoft.com/office/drawing/2014/main" id="{8879E363-BBA4-E8FB-32B0-B30CAED83B60}"/>
              </a:ext>
            </a:extLst>
          </p:cNvPr>
          <p:cNvSpPr>
            <a:spLocks noGrp="1"/>
          </p:cNvSpPr>
          <p:nvPr>
            <p:ph type="subTitle" idx="1" hasCustomPrompt="1"/>
          </p:nvPr>
        </p:nvSpPr>
        <p:spPr>
          <a:xfrm>
            <a:off x="542926" y="5212670"/>
            <a:ext cx="5484812" cy="1097643"/>
          </a:xfrm>
        </p:spPr>
        <p:txBody>
          <a:bodyPr anchor="b">
            <a:normAutofit/>
          </a:bodyPr>
          <a:lstStyle>
            <a:lvl1pPr marL="0" indent="0" algn="l">
              <a:spcBef>
                <a:spcPts val="0"/>
              </a:spcBef>
              <a:buNone/>
              <a:defRPr sz="1600">
                <a:solidFill>
                  <a:srgbClr val="0D004D"/>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dirty="0"/>
              <a:t>Place subtitle here</a:t>
            </a:r>
          </a:p>
        </p:txBody>
      </p:sp>
      <p:pic>
        <p:nvPicPr>
          <p:cNvPr id="5" name="Pearson Logo" descr="Pearson Logo">
            <a:extLst>
              <a:ext uri="{FF2B5EF4-FFF2-40B4-BE49-F238E27FC236}">
                <a16:creationId xmlns:a16="http://schemas.microsoft.com/office/drawing/2014/main" id="{2A1A85FA-3939-44BE-B494-7453E32E7B06}"/>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02379701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Key Statement Left with Line Waves">
    <p:bg bwMode="ltGray">
      <p:bgPr>
        <a:solidFill>
          <a:srgbClr val="EDECF6"/>
        </a:solidFill>
        <a:effectLst/>
      </p:bgPr>
    </p:bg>
    <p:spTree>
      <p:nvGrpSpPr>
        <p:cNvPr id="1" name=""/>
        <p:cNvGrpSpPr/>
        <p:nvPr/>
      </p:nvGrpSpPr>
      <p:grpSpPr>
        <a:xfrm>
          <a:off x="0" y="0"/>
          <a:ext cx="0" cy="0"/>
          <a:chOff x="0" y="0"/>
          <a:chExt cx="0" cy="0"/>
        </a:xfrm>
      </p:grpSpPr>
      <p:sp>
        <p:nvSpPr>
          <p:cNvPr id="7" name="Line Waves">
            <a:extLst>
              <a:ext uri="{FF2B5EF4-FFF2-40B4-BE49-F238E27FC236}">
                <a16:creationId xmlns:a16="http://schemas.microsoft.com/office/drawing/2014/main" id="{911A2453-AC41-EE81-E953-43830E68389E}"/>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6155506" y="-5633"/>
            <a:ext cx="5473808" cy="6881122"/>
          </a:xfrm>
          <a:custGeom>
            <a:avLst/>
            <a:gdLst>
              <a:gd name="connsiteX0" fmla="*/ 3028051 w 5473808"/>
              <a:gd name="connsiteY0" fmla="*/ 1049274 h 6881122"/>
              <a:gd name="connsiteX1" fmla="*/ 3486113 w 5473808"/>
              <a:gd name="connsiteY1" fmla="*/ 1381194 h 6881122"/>
              <a:gd name="connsiteX2" fmla="*/ 4740527 w 5473808"/>
              <a:gd name="connsiteY2" fmla="*/ 3375897 h 6881122"/>
              <a:gd name="connsiteX3" fmla="*/ 3486113 w 5473808"/>
              <a:gd name="connsiteY3" fmla="*/ 5370601 h 6881122"/>
              <a:gd name="connsiteX4" fmla="*/ 3079017 w 5473808"/>
              <a:gd name="connsiteY4" fmla="*/ 5668755 h 6881122"/>
              <a:gd name="connsiteX5" fmla="*/ 3079017 w 5473808"/>
              <a:gd name="connsiteY5" fmla="*/ 5669393 h 6881122"/>
              <a:gd name="connsiteX6" fmla="*/ 5441317 w 5473808"/>
              <a:gd name="connsiteY6" fmla="*/ 3370800 h 6881122"/>
              <a:gd name="connsiteX7" fmla="*/ 3028051 w 5473808"/>
              <a:gd name="connsiteY7" fmla="*/ 1049274 h 6881122"/>
              <a:gd name="connsiteX8" fmla="*/ 2216408 w 5473808"/>
              <a:gd name="connsiteY8" fmla="*/ 631348 h 6881122"/>
              <a:gd name="connsiteX9" fmla="*/ 4007883 w 5473808"/>
              <a:gd name="connsiteY9" fmla="*/ 3382269 h 6881122"/>
              <a:gd name="connsiteX10" fmla="*/ 2404613 w 5473808"/>
              <a:gd name="connsiteY10" fmla="*/ 5992694 h 6881122"/>
              <a:gd name="connsiteX11" fmla="*/ 2262190 w 5473808"/>
              <a:gd name="connsiteY11" fmla="*/ 6100116 h 6881122"/>
              <a:gd name="connsiteX12" fmla="*/ 2259730 w 5473808"/>
              <a:gd name="connsiteY12" fmla="*/ 6101334 h 6881122"/>
              <a:gd name="connsiteX13" fmla="*/ 2259730 w 5473808"/>
              <a:gd name="connsiteY13" fmla="*/ 6101971 h 6881122"/>
              <a:gd name="connsiteX14" fmla="*/ 2262190 w 5473808"/>
              <a:gd name="connsiteY14" fmla="*/ 6100116 h 6881122"/>
              <a:gd name="connsiteX15" fmla="*/ 2320243 w 5473808"/>
              <a:gd name="connsiteY15" fmla="*/ 6071364 h 6881122"/>
              <a:gd name="connsiteX16" fmla="*/ 2912739 w 5473808"/>
              <a:gd name="connsiteY16" fmla="*/ 5740745 h 6881122"/>
              <a:gd name="connsiteX17" fmla="*/ 3466363 w 5473808"/>
              <a:gd name="connsiteY17" fmla="*/ 5345755 h 6881122"/>
              <a:gd name="connsiteX18" fmla="*/ 4708673 w 5473808"/>
              <a:gd name="connsiteY18" fmla="*/ 3375897 h 6881122"/>
              <a:gd name="connsiteX19" fmla="*/ 3466363 w 5473808"/>
              <a:gd name="connsiteY19" fmla="*/ 1406040 h 6881122"/>
              <a:gd name="connsiteX20" fmla="*/ 2738178 w 5473808"/>
              <a:gd name="connsiteY20" fmla="*/ 907205 h 6881122"/>
              <a:gd name="connsiteX21" fmla="*/ 2747097 w 5473808"/>
              <a:gd name="connsiteY21" fmla="*/ 908479 h 6881122"/>
              <a:gd name="connsiteX22" fmla="*/ 2216408 w 5473808"/>
              <a:gd name="connsiteY22" fmla="*/ 631348 h 6881122"/>
              <a:gd name="connsiteX23" fmla="*/ 1469111 w 5473808"/>
              <a:gd name="connsiteY23" fmla="*/ 244002 h 6881122"/>
              <a:gd name="connsiteX24" fmla="*/ 3275238 w 5473808"/>
              <a:gd name="connsiteY24" fmla="*/ 3388001 h 6881122"/>
              <a:gd name="connsiteX25" fmla="*/ 3274602 w 5473808"/>
              <a:gd name="connsiteY25" fmla="*/ 3388001 h 6881122"/>
              <a:gd name="connsiteX26" fmla="*/ 1493320 w 5473808"/>
              <a:gd name="connsiteY26" fmla="*/ 6512252 h 6881122"/>
              <a:gd name="connsiteX27" fmla="*/ 2125942 w 5473808"/>
              <a:gd name="connsiteY27" fmla="*/ 6154211 h 6881122"/>
              <a:gd name="connsiteX28" fmla="*/ 2801886 w 5473808"/>
              <a:gd name="connsiteY28" fmla="*/ 5605047 h 6881122"/>
              <a:gd name="connsiteX29" fmla="*/ 3975392 w 5473808"/>
              <a:gd name="connsiteY29" fmla="*/ 3381631 h 6881122"/>
              <a:gd name="connsiteX30" fmla="*/ 2801886 w 5473808"/>
              <a:gd name="connsiteY30" fmla="*/ 1158215 h 6881122"/>
              <a:gd name="connsiteX31" fmla="*/ 2097911 w 5473808"/>
              <a:gd name="connsiteY31" fmla="*/ 589938 h 6881122"/>
              <a:gd name="connsiteX32" fmla="*/ 2083258 w 5473808"/>
              <a:gd name="connsiteY32" fmla="*/ 587390 h 6881122"/>
              <a:gd name="connsiteX33" fmla="*/ 2083258 w 5473808"/>
              <a:gd name="connsiteY33" fmla="*/ 579745 h 6881122"/>
              <a:gd name="connsiteX34" fmla="*/ 1469111 w 5473808"/>
              <a:gd name="connsiteY34" fmla="*/ 244002 h 6881122"/>
              <a:gd name="connsiteX35" fmla="*/ 501384 w 5473808"/>
              <a:gd name="connsiteY35" fmla="*/ 636 h 6881122"/>
              <a:gd name="connsiteX36" fmla="*/ 542157 w 5473808"/>
              <a:gd name="connsiteY36" fmla="*/ 636 h 6881122"/>
              <a:gd name="connsiteX37" fmla="*/ 837763 w 5473808"/>
              <a:gd name="connsiteY37" fmla="*/ 399449 h 6881122"/>
              <a:gd name="connsiteX38" fmla="*/ 1809314 w 5473808"/>
              <a:gd name="connsiteY38" fmla="*/ 3399469 h 6881122"/>
              <a:gd name="connsiteX39" fmla="*/ 1808039 w 5473808"/>
              <a:gd name="connsiteY39" fmla="*/ 3399469 h 6881122"/>
              <a:gd name="connsiteX40" fmla="*/ 836489 w 5473808"/>
              <a:gd name="connsiteY40" fmla="*/ 6399488 h 6881122"/>
              <a:gd name="connsiteX41" fmla="*/ 471441 w 5473808"/>
              <a:gd name="connsiteY41" fmla="*/ 6881122 h 6881122"/>
              <a:gd name="connsiteX42" fmla="*/ 430668 w 5473808"/>
              <a:gd name="connsiteY42" fmla="*/ 6881122 h 6881122"/>
              <a:gd name="connsiteX43" fmla="*/ 810369 w 5473808"/>
              <a:gd name="connsiteY43" fmla="*/ 6381650 h 6881122"/>
              <a:gd name="connsiteX44" fmla="*/ 1776822 w 5473808"/>
              <a:gd name="connsiteY44" fmla="*/ 3399469 h 6881122"/>
              <a:gd name="connsiteX45" fmla="*/ 811006 w 5473808"/>
              <a:gd name="connsiteY45" fmla="*/ 417288 h 6881122"/>
              <a:gd name="connsiteX46" fmla="*/ 501384 w 5473808"/>
              <a:gd name="connsiteY46" fmla="*/ 636 h 6881122"/>
              <a:gd name="connsiteX47" fmla="*/ 45233 w 5473808"/>
              <a:gd name="connsiteY47" fmla="*/ 636 h 6881122"/>
              <a:gd name="connsiteX48" fmla="*/ 78361 w 5473808"/>
              <a:gd name="connsiteY48" fmla="*/ 636 h 6881122"/>
              <a:gd name="connsiteX49" fmla="*/ 1076668 w 5473808"/>
              <a:gd name="connsiteY49" fmla="*/ 3405202 h 6881122"/>
              <a:gd name="connsiteX50" fmla="*/ 32491 w 5473808"/>
              <a:gd name="connsiteY50" fmla="*/ 6881122 h 6881122"/>
              <a:gd name="connsiteX51" fmla="*/ 0 w 5473808"/>
              <a:gd name="connsiteY51" fmla="*/ 6881122 h 6881122"/>
              <a:gd name="connsiteX52" fmla="*/ 1044814 w 5473808"/>
              <a:gd name="connsiteY52" fmla="*/ 3405202 h 6881122"/>
              <a:gd name="connsiteX53" fmla="*/ 45233 w 5473808"/>
              <a:gd name="connsiteY53" fmla="*/ 636 h 6881122"/>
              <a:gd name="connsiteX54" fmla="*/ 1059467 w 5473808"/>
              <a:gd name="connsiteY54" fmla="*/ 0 h 6881122"/>
              <a:gd name="connsiteX55" fmla="*/ 1120627 w 5473808"/>
              <a:gd name="connsiteY55" fmla="*/ 0 h 6881122"/>
              <a:gd name="connsiteX56" fmla="*/ 1428975 w 5473808"/>
              <a:gd name="connsiteY56" fmla="*/ 212148 h 6881122"/>
              <a:gd name="connsiteX57" fmla="*/ 1428975 w 5473808"/>
              <a:gd name="connsiteY57" fmla="*/ 205140 h 6881122"/>
              <a:gd name="connsiteX58" fmla="*/ 2118298 w 5473808"/>
              <a:gd name="connsiteY58" fmla="*/ 561906 h 6881122"/>
              <a:gd name="connsiteX59" fmla="*/ 2875151 w 5473808"/>
              <a:gd name="connsiteY59" fmla="*/ 949889 h 6881122"/>
              <a:gd name="connsiteX60" fmla="*/ 4148041 w 5473808"/>
              <a:gd name="connsiteY60" fmla="*/ 1625833 h 6881122"/>
              <a:gd name="connsiteX61" fmla="*/ 4148678 w 5473808"/>
              <a:gd name="connsiteY61" fmla="*/ 1625833 h 6881122"/>
              <a:gd name="connsiteX62" fmla="*/ 5473808 w 5473808"/>
              <a:gd name="connsiteY62" fmla="*/ 3369527 h 6881122"/>
              <a:gd name="connsiteX63" fmla="*/ 4148678 w 5473808"/>
              <a:gd name="connsiteY63" fmla="*/ 5113220 h 6881122"/>
              <a:gd name="connsiteX64" fmla="*/ 2925480 w 5473808"/>
              <a:gd name="connsiteY64" fmla="*/ 5769414 h 6881122"/>
              <a:gd name="connsiteX65" fmla="*/ 2150789 w 5473808"/>
              <a:gd name="connsiteY65" fmla="*/ 6179058 h 6881122"/>
              <a:gd name="connsiteX66" fmla="*/ 1437257 w 5473808"/>
              <a:gd name="connsiteY66" fmla="*/ 6556211 h 6881122"/>
              <a:gd name="connsiteX67" fmla="*/ 919946 w 5473808"/>
              <a:gd name="connsiteY67" fmla="*/ 6880485 h 6881122"/>
              <a:gd name="connsiteX68" fmla="*/ 824384 w 5473808"/>
              <a:gd name="connsiteY68" fmla="*/ 6880485 h 6881122"/>
              <a:gd name="connsiteX69" fmla="*/ 2139321 w 5473808"/>
              <a:gd name="connsiteY69" fmla="*/ 5863702 h 6881122"/>
              <a:gd name="connsiteX70" fmla="*/ 3244021 w 5473808"/>
              <a:gd name="connsiteY70" fmla="*/ 3387364 h 6881122"/>
              <a:gd name="connsiteX71" fmla="*/ 2139321 w 5473808"/>
              <a:gd name="connsiteY71" fmla="*/ 911027 h 6881122"/>
              <a:gd name="connsiteX72" fmla="*/ 1059467 w 5473808"/>
              <a:gd name="connsiteY72" fmla="*/ 0 h 6881122"/>
              <a:gd name="connsiteX73" fmla="*/ 861972 w 5473808"/>
              <a:gd name="connsiteY73" fmla="*/ 0 h 6881122"/>
              <a:gd name="connsiteX74" fmla="*/ 909753 w 5473808"/>
              <a:gd name="connsiteY74" fmla="*/ 0 h 6881122"/>
              <a:gd name="connsiteX75" fmla="*/ 1500328 w 5473808"/>
              <a:gd name="connsiteY75" fmla="*/ 644090 h 6881122"/>
              <a:gd name="connsiteX76" fmla="*/ 2542594 w 5473808"/>
              <a:gd name="connsiteY76" fmla="*/ 3393098 h 6881122"/>
              <a:gd name="connsiteX77" fmla="*/ 1500328 w 5473808"/>
              <a:gd name="connsiteY77" fmla="*/ 6142107 h 6881122"/>
              <a:gd name="connsiteX78" fmla="*/ 1499691 w 5473808"/>
              <a:gd name="connsiteY78" fmla="*/ 6141470 h 6881122"/>
              <a:gd name="connsiteX79" fmla="*/ 803361 w 5473808"/>
              <a:gd name="connsiteY79" fmla="*/ 6880485 h 6881122"/>
              <a:gd name="connsiteX80" fmla="*/ 753668 w 5473808"/>
              <a:gd name="connsiteY80" fmla="*/ 6880485 h 6881122"/>
              <a:gd name="connsiteX81" fmla="*/ 1474845 w 5473808"/>
              <a:gd name="connsiteY81" fmla="*/ 6122357 h 6881122"/>
              <a:gd name="connsiteX82" fmla="*/ 2510103 w 5473808"/>
              <a:gd name="connsiteY82" fmla="*/ 3393098 h 6881122"/>
              <a:gd name="connsiteX83" fmla="*/ 1474845 w 5473808"/>
              <a:gd name="connsiteY83" fmla="*/ 663840 h 6881122"/>
              <a:gd name="connsiteX84" fmla="*/ 861972 w 5473808"/>
              <a:gd name="connsiteY84" fmla="*/ 0 h 688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473808" h="6881122">
                <a:moveTo>
                  <a:pt x="3028051" y="1049274"/>
                </a:moveTo>
                <a:cubicBezTo>
                  <a:pt x="3177765" y="1148022"/>
                  <a:pt x="3333850" y="1259511"/>
                  <a:pt x="3486113" y="1381194"/>
                </a:cubicBezTo>
                <a:cubicBezTo>
                  <a:pt x="4058212" y="1837345"/>
                  <a:pt x="4740527" y="2554062"/>
                  <a:pt x="4740527" y="3375897"/>
                </a:cubicBezTo>
                <a:cubicBezTo>
                  <a:pt x="4740527" y="4197733"/>
                  <a:pt x="4058212" y="4914450"/>
                  <a:pt x="3486113" y="5370601"/>
                </a:cubicBezTo>
                <a:cubicBezTo>
                  <a:pt x="3350414" y="5478905"/>
                  <a:pt x="3212805" y="5578290"/>
                  <a:pt x="3079017" y="5668755"/>
                </a:cubicBezTo>
                <a:lnTo>
                  <a:pt x="3079017" y="5669393"/>
                </a:lnTo>
                <a:cubicBezTo>
                  <a:pt x="3808476" y="5338110"/>
                  <a:pt x="5441317" y="4451291"/>
                  <a:pt x="5441317" y="3370800"/>
                </a:cubicBezTo>
                <a:cubicBezTo>
                  <a:pt x="5441317" y="2290309"/>
                  <a:pt x="3728841" y="1360170"/>
                  <a:pt x="3028051" y="1049274"/>
                </a:cubicBezTo>
                <a:close/>
                <a:moveTo>
                  <a:pt x="2216408" y="631348"/>
                </a:moveTo>
                <a:cubicBezTo>
                  <a:pt x="2982181" y="1179239"/>
                  <a:pt x="4007883" y="2225328"/>
                  <a:pt x="4007883" y="3382269"/>
                </a:cubicBezTo>
                <a:cubicBezTo>
                  <a:pt x="4007883" y="4466900"/>
                  <a:pt x="3139423" y="5420507"/>
                  <a:pt x="2404613" y="5992694"/>
                </a:cubicBezTo>
                <a:lnTo>
                  <a:pt x="2262190" y="6100116"/>
                </a:lnTo>
                <a:lnTo>
                  <a:pt x="2259730" y="6101334"/>
                </a:lnTo>
                <a:lnTo>
                  <a:pt x="2259730" y="6101971"/>
                </a:lnTo>
                <a:lnTo>
                  <a:pt x="2262190" y="6100116"/>
                </a:lnTo>
                <a:lnTo>
                  <a:pt x="2320243" y="6071364"/>
                </a:lnTo>
                <a:cubicBezTo>
                  <a:pt x="2488800" y="5982539"/>
                  <a:pt x="2828564" y="5775308"/>
                  <a:pt x="2912739" y="5740745"/>
                </a:cubicBezTo>
                <a:cubicBezTo>
                  <a:pt x="3087937" y="5629256"/>
                  <a:pt x="3276513" y="5497380"/>
                  <a:pt x="3466363" y="5345755"/>
                </a:cubicBezTo>
                <a:cubicBezTo>
                  <a:pt x="4033366" y="4894063"/>
                  <a:pt x="4708673" y="4184991"/>
                  <a:pt x="4708673" y="3375897"/>
                </a:cubicBezTo>
                <a:cubicBezTo>
                  <a:pt x="4708673" y="2566804"/>
                  <a:pt x="4033366" y="1857731"/>
                  <a:pt x="3466363" y="1406040"/>
                </a:cubicBezTo>
                <a:cubicBezTo>
                  <a:pt x="3259311" y="1241036"/>
                  <a:pt x="2738178" y="907205"/>
                  <a:pt x="2738178" y="907205"/>
                </a:cubicBezTo>
                <a:cubicBezTo>
                  <a:pt x="2740090" y="907205"/>
                  <a:pt x="2743912" y="908479"/>
                  <a:pt x="2747097" y="908479"/>
                </a:cubicBezTo>
                <a:cubicBezTo>
                  <a:pt x="2524756" y="775329"/>
                  <a:pt x="2336817" y="681678"/>
                  <a:pt x="2216408" y="631348"/>
                </a:cubicBezTo>
                <a:close/>
                <a:moveTo>
                  <a:pt x="1469111" y="244002"/>
                </a:moveTo>
                <a:cubicBezTo>
                  <a:pt x="2223416" y="832666"/>
                  <a:pt x="3275238" y="2026558"/>
                  <a:pt x="3275238" y="3388001"/>
                </a:cubicBezTo>
                <a:lnTo>
                  <a:pt x="3274602" y="3388001"/>
                </a:lnTo>
                <a:cubicBezTo>
                  <a:pt x="3274602" y="4734793"/>
                  <a:pt x="2245714" y="5917217"/>
                  <a:pt x="1493320" y="6512252"/>
                </a:cubicBezTo>
                <a:cubicBezTo>
                  <a:pt x="1609269" y="6475301"/>
                  <a:pt x="2106830" y="6159945"/>
                  <a:pt x="2125942" y="6154211"/>
                </a:cubicBezTo>
                <a:cubicBezTo>
                  <a:pt x="2337454" y="6007046"/>
                  <a:pt x="2572537" y="5821018"/>
                  <a:pt x="2801886" y="5605047"/>
                </a:cubicBezTo>
                <a:cubicBezTo>
                  <a:pt x="3337035" y="5099841"/>
                  <a:pt x="3975392" y="4304762"/>
                  <a:pt x="3975392" y="3381631"/>
                </a:cubicBezTo>
                <a:cubicBezTo>
                  <a:pt x="3975392" y="2458500"/>
                  <a:pt x="3337035" y="1662784"/>
                  <a:pt x="2801886" y="1158215"/>
                </a:cubicBezTo>
                <a:cubicBezTo>
                  <a:pt x="2562344" y="932688"/>
                  <a:pt x="2316430" y="740289"/>
                  <a:pt x="2097911" y="589938"/>
                </a:cubicBezTo>
                <a:cubicBezTo>
                  <a:pt x="2092814" y="588664"/>
                  <a:pt x="2087081" y="587390"/>
                  <a:pt x="2083258" y="587390"/>
                </a:cubicBezTo>
                <a:lnTo>
                  <a:pt x="2083258" y="579745"/>
                </a:lnTo>
                <a:cubicBezTo>
                  <a:pt x="1806127" y="390531"/>
                  <a:pt x="1576778" y="271397"/>
                  <a:pt x="1469111" y="244002"/>
                </a:cubicBezTo>
                <a:close/>
                <a:moveTo>
                  <a:pt x="501384" y="636"/>
                </a:moveTo>
                <a:lnTo>
                  <a:pt x="542157" y="636"/>
                </a:lnTo>
                <a:cubicBezTo>
                  <a:pt x="640905" y="122319"/>
                  <a:pt x="740290" y="255469"/>
                  <a:pt x="837763" y="399449"/>
                </a:cubicBezTo>
                <a:cubicBezTo>
                  <a:pt x="1200900" y="937148"/>
                  <a:pt x="1809314" y="2041211"/>
                  <a:pt x="1809314" y="3399469"/>
                </a:cubicBezTo>
                <a:lnTo>
                  <a:pt x="1808039" y="3399469"/>
                </a:lnTo>
                <a:cubicBezTo>
                  <a:pt x="1808039" y="4758365"/>
                  <a:pt x="1199626" y="5862428"/>
                  <a:pt x="836489" y="6399488"/>
                </a:cubicBezTo>
                <a:cubicBezTo>
                  <a:pt x="716081" y="6577234"/>
                  <a:pt x="593124" y="6737779"/>
                  <a:pt x="471441" y="6881122"/>
                </a:cubicBezTo>
                <a:lnTo>
                  <a:pt x="430668" y="6881122"/>
                </a:lnTo>
                <a:cubicBezTo>
                  <a:pt x="556810" y="6733956"/>
                  <a:pt x="684864" y="6567041"/>
                  <a:pt x="810369" y="6381650"/>
                </a:cubicBezTo>
                <a:cubicBezTo>
                  <a:pt x="1171594" y="5847138"/>
                  <a:pt x="1776822" y="4749446"/>
                  <a:pt x="1776822" y="3399469"/>
                </a:cubicBezTo>
                <a:cubicBezTo>
                  <a:pt x="1776822" y="2049493"/>
                  <a:pt x="1171594" y="951801"/>
                  <a:pt x="811006" y="417288"/>
                </a:cubicBezTo>
                <a:cubicBezTo>
                  <a:pt x="709073" y="265663"/>
                  <a:pt x="604591" y="126778"/>
                  <a:pt x="501384" y="636"/>
                </a:cubicBezTo>
                <a:close/>
                <a:moveTo>
                  <a:pt x="45233" y="636"/>
                </a:moveTo>
                <a:lnTo>
                  <a:pt x="78361" y="636"/>
                </a:lnTo>
                <a:cubicBezTo>
                  <a:pt x="609050" y="847318"/>
                  <a:pt x="1076668" y="2027831"/>
                  <a:pt x="1076668" y="3405202"/>
                </a:cubicBezTo>
                <a:cubicBezTo>
                  <a:pt x="1076668" y="4782574"/>
                  <a:pt x="581656" y="6032529"/>
                  <a:pt x="32491" y="6881122"/>
                </a:cubicBezTo>
                <a:lnTo>
                  <a:pt x="0" y="6881122"/>
                </a:lnTo>
                <a:cubicBezTo>
                  <a:pt x="547890" y="6037626"/>
                  <a:pt x="1044814" y="4747535"/>
                  <a:pt x="1044814" y="3405202"/>
                </a:cubicBezTo>
                <a:cubicBezTo>
                  <a:pt x="1044814" y="2062872"/>
                  <a:pt x="574648" y="842221"/>
                  <a:pt x="45233" y="636"/>
                </a:cubicBezTo>
                <a:close/>
                <a:moveTo>
                  <a:pt x="1059467" y="0"/>
                </a:moveTo>
                <a:lnTo>
                  <a:pt x="1120627" y="0"/>
                </a:lnTo>
                <a:cubicBezTo>
                  <a:pt x="1213004" y="56063"/>
                  <a:pt x="1316848" y="126779"/>
                  <a:pt x="1428975" y="212148"/>
                </a:cubicBezTo>
                <a:lnTo>
                  <a:pt x="1428975" y="205140"/>
                </a:lnTo>
                <a:cubicBezTo>
                  <a:pt x="1516255" y="205140"/>
                  <a:pt x="1785104" y="334468"/>
                  <a:pt x="2118298" y="561906"/>
                </a:cubicBezTo>
                <a:cubicBezTo>
                  <a:pt x="2230424" y="591212"/>
                  <a:pt x="2526030" y="731370"/>
                  <a:pt x="2875151" y="949889"/>
                </a:cubicBezTo>
                <a:cubicBezTo>
                  <a:pt x="3118516" y="1044177"/>
                  <a:pt x="3638375" y="1286906"/>
                  <a:pt x="4148041" y="1625833"/>
                </a:cubicBezTo>
                <a:lnTo>
                  <a:pt x="4148678" y="1625833"/>
                </a:lnTo>
                <a:cubicBezTo>
                  <a:pt x="4753269" y="2027832"/>
                  <a:pt x="5473808" y="2656632"/>
                  <a:pt x="5473808" y="3369527"/>
                </a:cubicBezTo>
                <a:cubicBezTo>
                  <a:pt x="5473808" y="4082421"/>
                  <a:pt x="4753269" y="4711221"/>
                  <a:pt x="4148678" y="5113220"/>
                </a:cubicBezTo>
                <a:cubicBezTo>
                  <a:pt x="3670866" y="5431123"/>
                  <a:pt x="3185410" y="5663659"/>
                  <a:pt x="2925480" y="5769414"/>
                </a:cubicBezTo>
                <a:cubicBezTo>
                  <a:pt x="2584642" y="5986022"/>
                  <a:pt x="2287761" y="6133188"/>
                  <a:pt x="2150789" y="6179058"/>
                </a:cubicBezTo>
                <a:cubicBezTo>
                  <a:pt x="1811224" y="6414778"/>
                  <a:pt x="1534093" y="6549840"/>
                  <a:pt x="1437257" y="6556211"/>
                </a:cubicBezTo>
                <a:cubicBezTo>
                  <a:pt x="1230842" y="6714207"/>
                  <a:pt x="1049274" y="6825696"/>
                  <a:pt x="919946" y="6880485"/>
                </a:cubicBezTo>
                <a:lnTo>
                  <a:pt x="824384" y="6880485"/>
                </a:lnTo>
                <a:cubicBezTo>
                  <a:pt x="1048000" y="6825059"/>
                  <a:pt x="1616277" y="6441536"/>
                  <a:pt x="2139321" y="5863702"/>
                </a:cubicBezTo>
                <a:cubicBezTo>
                  <a:pt x="3052260" y="4855838"/>
                  <a:pt x="3244021" y="3960738"/>
                  <a:pt x="3244021" y="3387364"/>
                </a:cubicBezTo>
                <a:cubicBezTo>
                  <a:pt x="3244021" y="2813991"/>
                  <a:pt x="3052260" y="1918891"/>
                  <a:pt x="2139321" y="911027"/>
                </a:cubicBezTo>
                <a:cubicBezTo>
                  <a:pt x="1751338" y="482908"/>
                  <a:pt x="1338509" y="160545"/>
                  <a:pt x="1059467" y="0"/>
                </a:cubicBezTo>
                <a:close/>
                <a:moveTo>
                  <a:pt x="861972" y="0"/>
                </a:moveTo>
                <a:lnTo>
                  <a:pt x="909753" y="0"/>
                </a:lnTo>
                <a:cubicBezTo>
                  <a:pt x="1102789" y="177746"/>
                  <a:pt x="1306655" y="395628"/>
                  <a:pt x="1500328" y="644090"/>
                </a:cubicBezTo>
                <a:cubicBezTo>
                  <a:pt x="1889585" y="1143562"/>
                  <a:pt x="2542594" y="2163531"/>
                  <a:pt x="2542594" y="3393098"/>
                </a:cubicBezTo>
                <a:cubicBezTo>
                  <a:pt x="2542594" y="4622667"/>
                  <a:pt x="1889585" y="5643272"/>
                  <a:pt x="1500328" y="6142107"/>
                </a:cubicBezTo>
                <a:lnTo>
                  <a:pt x="1499691" y="6141470"/>
                </a:lnTo>
                <a:cubicBezTo>
                  <a:pt x="1270342" y="6435802"/>
                  <a:pt x="1025702" y="6688087"/>
                  <a:pt x="803361" y="6880485"/>
                </a:cubicBezTo>
                <a:lnTo>
                  <a:pt x="753668" y="6880485"/>
                </a:lnTo>
                <a:cubicBezTo>
                  <a:pt x="976010" y="6693820"/>
                  <a:pt x="1227657" y="6438987"/>
                  <a:pt x="1474845" y="6122357"/>
                </a:cubicBezTo>
                <a:cubicBezTo>
                  <a:pt x="1861554" y="5626708"/>
                  <a:pt x="2510103" y="4613110"/>
                  <a:pt x="2510103" y="3393098"/>
                </a:cubicBezTo>
                <a:cubicBezTo>
                  <a:pt x="2510103" y="2173087"/>
                  <a:pt x="1861554" y="1159489"/>
                  <a:pt x="1474845" y="663840"/>
                </a:cubicBezTo>
                <a:cubicBezTo>
                  <a:pt x="1267156" y="397539"/>
                  <a:pt x="1056282" y="175198"/>
                  <a:pt x="861972" y="0"/>
                </a:cubicBezTo>
                <a:close/>
              </a:path>
            </a:pathLst>
          </a:custGeom>
          <a:gradFill flip="none" rotWithShape="1">
            <a:gsLst>
              <a:gs pos="0">
                <a:srgbClr val="EDECF6"/>
              </a:gs>
              <a:gs pos="55000">
                <a:srgbClr val="C1BFFF"/>
              </a:gs>
            </a:gsLst>
            <a:lin ang="0" scaled="1"/>
            <a:tileRect/>
          </a:gradFill>
          <a:ln w="20455" cap="flat">
            <a:noFill/>
            <a:prstDash val="solid"/>
            <a:miter/>
          </a:ln>
        </p:spPr>
        <p:txBody>
          <a:bodyPr wrap="square" rtlCol="0" anchor="ctr">
            <a:noAutofit/>
          </a:bodyPr>
          <a:lstStyle/>
          <a:p>
            <a:endParaRPr lang="en-US" noProof="0">
              <a:latin typeface="+mj-lt"/>
            </a:endParaRPr>
          </a:p>
        </p:txBody>
      </p:sp>
      <p:sp>
        <p:nvSpPr>
          <p:cNvPr id="3" name="Key Statement">
            <a:extLst>
              <a:ext uri="{FF2B5EF4-FFF2-40B4-BE49-F238E27FC236}">
                <a16:creationId xmlns:a16="http://schemas.microsoft.com/office/drawing/2014/main" id="{2A559805-1316-9942-C597-186EB6A2AE19}"/>
              </a:ext>
            </a:extLst>
          </p:cNvPr>
          <p:cNvSpPr>
            <a:spLocks noGrp="1"/>
          </p:cNvSpPr>
          <p:nvPr>
            <p:ph type="body" sz="quarter" idx="28" hasCustomPrompt="1"/>
          </p:nvPr>
        </p:nvSpPr>
        <p:spPr>
          <a:xfrm>
            <a:off x="557186" y="1094819"/>
            <a:ext cx="6412611" cy="4668361"/>
          </a:xfrm>
        </p:spPr>
        <p:txBody>
          <a:bodyPr anchor="ctr"/>
          <a:lstStyle>
            <a:lvl1pPr marL="0" indent="0" algn="l">
              <a:lnSpc>
                <a:spcPct val="90000"/>
              </a:lnSpc>
              <a:spcAft>
                <a:spcPts val="0"/>
              </a:spcAft>
              <a:buNone/>
              <a:defRPr sz="6000" b="1">
                <a:latin typeface="+mj-lt"/>
              </a:defRPr>
            </a:lvl1pPr>
            <a:lvl2pPr marL="232200" indent="0">
              <a:buNone/>
              <a:defRPr/>
            </a:lvl2pPr>
            <a:lvl3pPr marL="462600" indent="0">
              <a:buNone/>
              <a:defRPr/>
            </a:lvl3pPr>
            <a:lvl4pPr marL="693000" indent="0">
              <a:buNone/>
              <a:defRPr/>
            </a:lvl4pPr>
            <a:lvl5pPr marL="923400" indent="0">
              <a:buNone/>
              <a:defRPr/>
            </a:lvl5pPr>
          </a:lstStyle>
          <a:p>
            <a:pPr lvl="0"/>
            <a:r>
              <a:rPr lang="en-US" dirty="0"/>
              <a:t>Place key statement here, lorem ipsum dolor sit </a:t>
            </a:r>
            <a:r>
              <a:rPr lang="en-US" dirty="0" err="1"/>
              <a:t>amet</a:t>
            </a:r>
            <a:r>
              <a:rPr lang="en-US" dirty="0"/>
              <a:t>.</a:t>
            </a:r>
          </a:p>
        </p:txBody>
      </p:sp>
      <p:pic>
        <p:nvPicPr>
          <p:cNvPr id="4" name="Pearson Logo" descr="Pearson Logo">
            <a:extLst>
              <a:ext uri="{FF2B5EF4-FFF2-40B4-BE49-F238E27FC236}">
                <a16:creationId xmlns:a16="http://schemas.microsoft.com/office/drawing/2014/main" id="{75FD581C-C2BD-F715-7DE4-664022D04D1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87400011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with Image Placeholder B">
    <p:bg bwMode="ltGray">
      <p:bgPr>
        <a:solidFill>
          <a:srgbClr val="EDECF6"/>
        </a:solidFill>
        <a:effectLst/>
      </p:bgPr>
    </p:bg>
    <p:spTree>
      <p:nvGrpSpPr>
        <p:cNvPr id="1" name=""/>
        <p:cNvGrpSpPr/>
        <p:nvPr/>
      </p:nvGrpSpPr>
      <p:grpSpPr>
        <a:xfrm>
          <a:off x="0" y="0"/>
          <a:ext cx="0" cy="0"/>
          <a:chOff x="0" y="0"/>
          <a:chExt cx="0" cy="0"/>
        </a:xfrm>
      </p:grpSpPr>
      <p:sp>
        <p:nvSpPr>
          <p:cNvPr id="8" name="Quotation">
            <a:extLst>
              <a:ext uri="{FF2B5EF4-FFF2-40B4-BE49-F238E27FC236}">
                <a16:creationId xmlns:a16="http://schemas.microsoft.com/office/drawing/2014/main" id="{BBEF9890-75BC-5C24-5AA0-A82B0C4C3E37}"/>
              </a:ext>
            </a:extLst>
          </p:cNvPr>
          <p:cNvSpPr>
            <a:spLocks noGrp="1"/>
          </p:cNvSpPr>
          <p:nvPr>
            <p:ph type="body" sz="quarter" idx="30" hasCustomPrompt="1"/>
          </p:nvPr>
        </p:nvSpPr>
        <p:spPr>
          <a:xfrm>
            <a:off x="312738" y="1962150"/>
            <a:ext cx="5711825" cy="2932113"/>
          </a:xfrm>
        </p:spPr>
        <p:txBody>
          <a:bodyPr/>
          <a:lstStyle>
            <a:lvl1pPr marL="228600" indent="-228600">
              <a:lnSpc>
                <a:spcPct val="90000"/>
              </a:lnSpc>
              <a:buNone/>
              <a:defRPr sz="3200" b="1">
                <a:latin typeface="+mj-lt"/>
              </a:defRPr>
            </a:lvl1pPr>
          </a:lstStyle>
          <a:p>
            <a:pPr lvl="0"/>
            <a:r>
              <a:rPr lang="en-US" dirty="0"/>
              <a:t>“Place long quote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sp>
        <p:nvSpPr>
          <p:cNvPr id="11" name="Attribution">
            <a:extLst>
              <a:ext uri="{FF2B5EF4-FFF2-40B4-BE49-F238E27FC236}">
                <a16:creationId xmlns:a16="http://schemas.microsoft.com/office/drawing/2014/main" id="{79113399-D790-C8DB-ED59-5A5DFCEA1024}"/>
              </a:ext>
            </a:extLst>
          </p:cNvPr>
          <p:cNvSpPr>
            <a:spLocks noGrp="1"/>
          </p:cNvSpPr>
          <p:nvPr>
            <p:ph type="body" sz="quarter" idx="13" hasCustomPrompt="1"/>
          </p:nvPr>
        </p:nvSpPr>
        <p:spPr>
          <a:xfrm>
            <a:off x="550164" y="4952625"/>
            <a:ext cx="5474399" cy="810000"/>
          </a:xfrm>
        </p:spPr>
        <p:txBody>
          <a:bodyPr anchor="ctr" anchorCtr="0"/>
          <a:lstStyle>
            <a:lvl1pPr marL="0" indent="0" algn="l">
              <a:spcAft>
                <a:spcPts val="0"/>
              </a:spcAft>
              <a:buNone/>
              <a:defRPr>
                <a:latin typeface="+mj-lt"/>
              </a:defRPr>
            </a:lvl1pPr>
          </a:lstStyle>
          <a:p>
            <a:pPr lvl="0"/>
            <a:r>
              <a:rPr lang="en-US" noProof="0" dirty="0" err="1"/>
              <a:t>Firstname</a:t>
            </a:r>
            <a:r>
              <a:rPr lang="en-US" noProof="0" dirty="0"/>
              <a:t> Lastname</a:t>
            </a:r>
            <a:br>
              <a:rPr lang="en-US" noProof="0" dirty="0"/>
            </a:br>
            <a:r>
              <a:rPr lang="en-US" noProof="0" dirty="0"/>
              <a:t>Role, Company</a:t>
            </a:r>
          </a:p>
        </p:txBody>
      </p:sp>
      <p:sp>
        <p:nvSpPr>
          <p:cNvPr id="4" name="Picture">
            <a:extLst>
              <a:ext uri="{FF2B5EF4-FFF2-40B4-BE49-F238E27FC236}">
                <a16:creationId xmlns:a16="http://schemas.microsoft.com/office/drawing/2014/main" id="{B69B57BA-F7E0-AF21-28BE-CC52D57EA390}"/>
              </a:ext>
              <a:ext uri="{C183D7F6-B498-43B3-948B-1728B52AA6E4}">
                <adec:decorative xmlns:adec="http://schemas.microsoft.com/office/drawing/2017/decorative" val="1"/>
              </a:ext>
            </a:extLst>
          </p:cNvPr>
          <p:cNvSpPr>
            <a:spLocks noGrp="1"/>
          </p:cNvSpPr>
          <p:nvPr>
            <p:ph type="pic" sz="quarter" idx="28" hasCustomPrompt="1"/>
          </p:nvPr>
        </p:nvSpPr>
        <p:spPr>
          <a:xfrm>
            <a:off x="6959822" y="546099"/>
            <a:ext cx="4684969" cy="5775960"/>
          </a:xfrm>
          <a:custGeom>
            <a:avLst/>
            <a:gdLst>
              <a:gd name="connsiteX0" fmla="*/ 155419 w 4684969"/>
              <a:gd name="connsiteY0" fmla="*/ 0 h 5775960"/>
              <a:gd name="connsiteX1" fmla="*/ 4532504 w 4684969"/>
              <a:gd name="connsiteY1" fmla="*/ 0 h 5775960"/>
              <a:gd name="connsiteX2" fmla="*/ 4684969 w 4684969"/>
              <a:gd name="connsiteY2" fmla="*/ 152465 h 5775960"/>
              <a:gd name="connsiteX3" fmla="*/ 4684969 w 4684969"/>
              <a:gd name="connsiteY3" fmla="*/ 1255551 h 5775960"/>
              <a:gd name="connsiteX4" fmla="*/ 4684969 w 4684969"/>
              <a:gd name="connsiteY4" fmla="*/ 2625686 h 5775960"/>
              <a:gd name="connsiteX5" fmla="*/ 4684969 w 4684969"/>
              <a:gd name="connsiteY5" fmla="*/ 3728772 h 5775960"/>
              <a:gd name="connsiteX6" fmla="*/ 4682015 w 4684969"/>
              <a:gd name="connsiteY6" fmla="*/ 3743404 h 5775960"/>
              <a:gd name="connsiteX7" fmla="*/ 4682015 w 4684969"/>
              <a:gd name="connsiteY7" fmla="*/ 5623495 h 5775960"/>
              <a:gd name="connsiteX8" fmla="*/ 4529550 w 4684969"/>
              <a:gd name="connsiteY8" fmla="*/ 5775960 h 5775960"/>
              <a:gd name="connsiteX9" fmla="*/ 152465 w 4684969"/>
              <a:gd name="connsiteY9" fmla="*/ 5775960 h 5775960"/>
              <a:gd name="connsiteX10" fmla="*/ 0 w 4684969"/>
              <a:gd name="connsiteY10" fmla="*/ 5623495 h 5775960"/>
              <a:gd name="connsiteX11" fmla="*/ 0 w 4684969"/>
              <a:gd name="connsiteY11" fmla="*/ 3150274 h 5775960"/>
              <a:gd name="connsiteX12" fmla="*/ 2954 w 4684969"/>
              <a:gd name="connsiteY12" fmla="*/ 3135643 h 5775960"/>
              <a:gd name="connsiteX13" fmla="*/ 2954 w 4684969"/>
              <a:gd name="connsiteY13" fmla="*/ 2625686 h 5775960"/>
              <a:gd name="connsiteX14" fmla="*/ 2954 w 4684969"/>
              <a:gd name="connsiteY14" fmla="*/ 1255551 h 5775960"/>
              <a:gd name="connsiteX15" fmla="*/ 2954 w 4684969"/>
              <a:gd name="connsiteY15" fmla="*/ 152465 h 5775960"/>
              <a:gd name="connsiteX16" fmla="*/ 155419 w 4684969"/>
              <a:gd name="connsiteY16" fmla="*/ 0 h 5775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84969" h="5775960">
                <a:moveTo>
                  <a:pt x="155419" y="0"/>
                </a:moveTo>
                <a:lnTo>
                  <a:pt x="4532504" y="0"/>
                </a:lnTo>
                <a:cubicBezTo>
                  <a:pt x="4616708" y="0"/>
                  <a:pt x="4684969" y="68261"/>
                  <a:pt x="4684969" y="152465"/>
                </a:cubicBezTo>
                <a:lnTo>
                  <a:pt x="4684969" y="1255551"/>
                </a:lnTo>
                <a:lnTo>
                  <a:pt x="4684969" y="2625686"/>
                </a:lnTo>
                <a:lnTo>
                  <a:pt x="4684969" y="3728772"/>
                </a:lnTo>
                <a:lnTo>
                  <a:pt x="4682015" y="3743404"/>
                </a:lnTo>
                <a:lnTo>
                  <a:pt x="4682015" y="5623495"/>
                </a:lnTo>
                <a:cubicBezTo>
                  <a:pt x="4682015" y="5707699"/>
                  <a:pt x="4613754" y="5775960"/>
                  <a:pt x="4529550" y="5775960"/>
                </a:cubicBezTo>
                <a:lnTo>
                  <a:pt x="152465" y="5775960"/>
                </a:lnTo>
                <a:cubicBezTo>
                  <a:pt x="68261" y="5775960"/>
                  <a:pt x="0" y="5707699"/>
                  <a:pt x="0" y="5623495"/>
                </a:cubicBezTo>
                <a:lnTo>
                  <a:pt x="0" y="3150274"/>
                </a:lnTo>
                <a:lnTo>
                  <a:pt x="2954" y="3135643"/>
                </a:lnTo>
                <a:lnTo>
                  <a:pt x="2954" y="2625686"/>
                </a:lnTo>
                <a:lnTo>
                  <a:pt x="2954" y="1255551"/>
                </a:lnTo>
                <a:lnTo>
                  <a:pt x="2954" y="152465"/>
                </a:lnTo>
                <a:cubicBezTo>
                  <a:pt x="2954" y="68261"/>
                  <a:pt x="71215" y="0"/>
                  <a:pt x="155419" y="0"/>
                </a:cubicBezTo>
                <a:close/>
              </a:path>
            </a:pathLst>
          </a:custGeom>
        </p:spPr>
        <p:txBody>
          <a:bodyPr wrap="square" tIns="91440" anchor="t" anchorCtr="0">
            <a:noAutofit/>
          </a:bodyPr>
          <a:lstStyle>
            <a:lvl1pPr marL="0" indent="0" algn="ctr">
              <a:spcAft>
                <a:spcPts val="0"/>
              </a:spcAft>
              <a:buNone/>
              <a:defRPr sz="1400">
                <a:latin typeface="+mj-lt"/>
              </a:defRPr>
            </a:lvl1pPr>
          </a:lstStyle>
          <a:p>
            <a:r>
              <a:rPr lang="en-US" noProof="0" dirty="0"/>
              <a:t>Add picture here</a:t>
            </a:r>
          </a:p>
        </p:txBody>
      </p:sp>
      <p:pic>
        <p:nvPicPr>
          <p:cNvPr id="2" name="Pearson Logo" descr="Pearson Logo">
            <a:extLst>
              <a:ext uri="{FF2B5EF4-FFF2-40B4-BE49-F238E27FC236}">
                <a16:creationId xmlns:a16="http://schemas.microsoft.com/office/drawing/2014/main" id="{BCE36E47-9B14-54DA-B29A-8A52C6890A6A}"/>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808945956"/>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bg bwMode="ltGray">
      <p:bgPr>
        <a:solidFill>
          <a:srgbClr val="EDECF6"/>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552450"/>
            <a:ext cx="11091672" cy="819150"/>
          </a:xfrm>
        </p:spPr>
        <p:txBody>
          <a:bodyPr/>
          <a:lstStyle>
            <a:lvl1pPr>
              <a:defRPr>
                <a:latin typeface="+mj-lt"/>
              </a:defRPr>
            </a:lvl1pPr>
          </a:lstStyle>
          <a:p>
            <a:r>
              <a:rPr lang="en-US" noProof="0" dirty="0"/>
              <a:t>Place headline here</a:t>
            </a:r>
          </a:p>
        </p:txBody>
      </p:sp>
      <p:pic>
        <p:nvPicPr>
          <p:cNvPr id="3" name="Pearson Logo" descr="Pearson Logo">
            <a:extLst>
              <a:ext uri="{FF2B5EF4-FFF2-40B4-BE49-F238E27FC236}">
                <a16:creationId xmlns:a16="http://schemas.microsoft.com/office/drawing/2014/main" id="{8CA230E9-E917-0A12-5EE6-E349C17C5607}"/>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366922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tion Only">
    <p:bg bwMode="ltGray">
      <p:bgPr>
        <a:solidFill>
          <a:srgbClr val="EDECF6"/>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1060704"/>
            <a:ext cx="3611880" cy="1700784"/>
          </a:xfrm>
        </p:spPr>
        <p:txBody>
          <a:bodyPr/>
          <a:lstStyle>
            <a:lvl1pPr>
              <a:defRPr>
                <a:latin typeface="+mj-lt"/>
              </a:defRPr>
            </a:lvl1pPr>
          </a:lstStyle>
          <a:p>
            <a:r>
              <a:rPr lang="en-US" noProof="0" dirty="0"/>
              <a:t>Place headline here</a:t>
            </a:r>
          </a:p>
        </p:txBody>
      </p:sp>
      <p:pic>
        <p:nvPicPr>
          <p:cNvPr id="3" name="Pearson Logo" descr="Pearson Logo">
            <a:extLst>
              <a:ext uri="{FF2B5EF4-FFF2-40B4-BE49-F238E27FC236}">
                <a16:creationId xmlns:a16="http://schemas.microsoft.com/office/drawing/2014/main" id="{216BD5ED-FFE4-1A1F-FEC1-34FDBEE5FC3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241249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ption Only Dark B">
    <p:bg bwMode="gray">
      <p:bgRef idx="1001">
        <a:schemeClr val="bg2"/>
      </p:bgRef>
    </p:bg>
    <p:spTree>
      <p:nvGrpSpPr>
        <p:cNvPr id="1" name=""/>
        <p:cNvGrpSpPr/>
        <p:nvPr/>
      </p:nvGrpSpPr>
      <p:grpSpPr>
        <a:xfrm>
          <a:off x="0" y="0"/>
          <a:ext cx="0" cy="0"/>
          <a:chOff x="0" y="0"/>
          <a:chExt cx="0" cy="0"/>
        </a:xfrm>
      </p:grpSpPr>
      <p:sp>
        <p:nvSpPr>
          <p:cNvPr id="6" name="Section">
            <a:extLst>
              <a:ext uri="{FF2B5EF4-FFF2-40B4-BE49-F238E27FC236}">
                <a16:creationId xmlns:a16="http://schemas.microsoft.com/office/drawing/2014/main" id="{C3F5BB9A-EE45-B960-B743-E16FDB97B4E6}"/>
              </a:ext>
            </a:extLst>
          </p:cNvPr>
          <p:cNvSpPr>
            <a:spLocks noGrp="1"/>
          </p:cNvSpPr>
          <p:nvPr>
            <p:ph type="body" sz="quarter" idx="27" hasCustomPrompt="1"/>
          </p:nvPr>
        </p:nvSpPr>
        <p:spPr bwMode="white">
          <a:xfrm>
            <a:off x="550164" y="0"/>
            <a:ext cx="3607200" cy="547200"/>
          </a:xfrm>
        </p:spPr>
        <p:txBody>
          <a:bodyPr anchor="ctr" anchorCtr="0"/>
          <a:lstStyle>
            <a:lvl1pPr marL="0" indent="0">
              <a:spcAft>
                <a:spcPts val="0"/>
              </a:spcAft>
              <a:buNone/>
              <a:defRPr sz="1000" cap="all" baseline="0">
                <a:solidFill>
                  <a:srgbClr val="C1BFFF"/>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bwMode="white">
          <a:xfrm>
            <a:off x="550164" y="1060704"/>
            <a:ext cx="3611880" cy="1700784"/>
          </a:xfrm>
        </p:spPr>
        <p:txBody>
          <a:bodyPr/>
          <a:lstStyle>
            <a:lvl1pPr>
              <a:defRPr sz="4000">
                <a:solidFill>
                  <a:schemeClr val="tx2"/>
                </a:solidFill>
                <a:latin typeface="+mj-lt"/>
              </a:defRPr>
            </a:lvl1pPr>
          </a:lstStyle>
          <a:p>
            <a:r>
              <a:rPr lang="en-US" noProof="0" dirty="0"/>
              <a:t>Place headline here</a:t>
            </a:r>
          </a:p>
        </p:txBody>
      </p:sp>
      <p:pic>
        <p:nvPicPr>
          <p:cNvPr id="3" name="Pearson Logo" descr="Pearson Logo">
            <a:extLst>
              <a:ext uri="{FF2B5EF4-FFF2-40B4-BE49-F238E27FC236}">
                <a16:creationId xmlns:a16="http://schemas.microsoft.com/office/drawing/2014/main" id="{B5342FDA-46C7-617E-DB0D-1E566276679F}"/>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941583095"/>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1198415D-8549-B0A2-B49C-4DD0F7B93F3F}"/>
              </a:ext>
            </a:extLst>
          </p:cNvPr>
          <p:cNvSpPr>
            <a:spLocks noGrp="1"/>
          </p:cNvSpPr>
          <p:nvPr>
            <p:ph type="body" sz="quarter" idx="27" hasCustomPrompt="1"/>
          </p:nvPr>
        </p:nvSpPr>
        <p:spPr bwMode="black">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58E6F1EA-6CF7-3128-DEA7-11609358DF4C}"/>
              </a:ext>
            </a:extLst>
          </p:cNvPr>
          <p:cNvSpPr>
            <a:spLocks noGrp="1"/>
          </p:cNvSpPr>
          <p:nvPr>
            <p:ph type="title" hasCustomPrompt="1"/>
          </p:nvPr>
        </p:nvSpPr>
        <p:spPr bwMode="black"/>
        <p:txBody>
          <a:bodyPr/>
          <a:lstStyle>
            <a:lvl1pPr>
              <a:defRPr>
                <a:latin typeface="+mj-lt"/>
              </a:defRPr>
            </a:lvl1pPr>
          </a:lstStyle>
          <a:p>
            <a:r>
              <a:rPr lang="en-US" noProof="0" dirty="0"/>
              <a:t>Place headline here</a:t>
            </a:r>
          </a:p>
        </p:txBody>
      </p:sp>
      <p:sp>
        <p:nvSpPr>
          <p:cNvPr id="3" name="Content">
            <a:extLst>
              <a:ext uri="{FF2B5EF4-FFF2-40B4-BE49-F238E27FC236}">
                <a16:creationId xmlns:a16="http://schemas.microsoft.com/office/drawing/2014/main" id="{6D28ED81-2168-60B7-3C56-6C4C72659C6F}"/>
              </a:ext>
            </a:extLst>
          </p:cNvPr>
          <p:cNvSpPr>
            <a:spLocks noGrp="1"/>
          </p:cNvSpPr>
          <p:nvPr>
            <p:ph idx="1"/>
          </p:nvPr>
        </p:nvSpPr>
        <p:spPr bwMode="black">
          <a:xfrm>
            <a:off x="550164" y="1918336"/>
            <a:ext cx="11091672" cy="3844800"/>
          </a:xfrm>
        </p:spPr>
        <p:txBody>
          <a:bodyPr/>
          <a:lstStyle>
            <a:lvl1pPr marL="0" indent="0">
              <a:buNone/>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ource">
            <a:extLst>
              <a:ext uri="{FF2B5EF4-FFF2-40B4-BE49-F238E27FC236}">
                <a16:creationId xmlns:a16="http://schemas.microsoft.com/office/drawing/2014/main" id="{CAE04B0A-33E1-1409-5B92-0FF8FB4CFAFF}"/>
              </a:ext>
            </a:extLst>
          </p:cNvPr>
          <p:cNvSpPr>
            <a:spLocks noGrp="1"/>
          </p:cNvSpPr>
          <p:nvPr>
            <p:ph type="body" sz="quarter" idx="14" hasCustomPrompt="1"/>
          </p:nvPr>
        </p:nvSpPr>
        <p:spPr bwMode="black">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4" name="Pearson Logo" descr="Pearson Logo">
            <a:extLst>
              <a:ext uri="{FF2B5EF4-FFF2-40B4-BE49-F238E27FC236}">
                <a16:creationId xmlns:a16="http://schemas.microsoft.com/office/drawing/2014/main" id="{200557E4-F984-BD89-3BEA-34FE0C6B5D6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055344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bwMode="ltGray">
      <p:bgRef idx="1001">
        <a:schemeClr val="bg1"/>
      </p:bgRef>
    </p:bg>
    <p:spTree>
      <p:nvGrpSpPr>
        <p:cNvPr id="1" name=""/>
        <p:cNvGrpSpPr/>
        <p:nvPr/>
      </p:nvGrpSpPr>
      <p:grpSpPr>
        <a:xfrm>
          <a:off x="0" y="0"/>
          <a:ext cx="0" cy="0"/>
          <a:chOff x="0" y="0"/>
          <a:chExt cx="0" cy="0"/>
        </a:xfrm>
      </p:grpSpPr>
      <p:sp>
        <p:nvSpPr>
          <p:cNvPr id="8" name="Section">
            <a:extLst>
              <a:ext uri="{FF2B5EF4-FFF2-40B4-BE49-F238E27FC236}">
                <a16:creationId xmlns:a16="http://schemas.microsoft.com/office/drawing/2014/main" id="{1198415D-8549-B0A2-B49C-4DD0F7B93F3F}"/>
              </a:ext>
            </a:extLst>
          </p:cNvPr>
          <p:cNvSpPr>
            <a:spLocks noGrp="1"/>
          </p:cNvSpPr>
          <p:nvPr>
            <p:ph type="body" sz="quarter" idx="27" hasCustomPrompt="1"/>
          </p:nvPr>
        </p:nvSpPr>
        <p:spPr bwMode="black">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58E6F1EA-6CF7-3128-DEA7-11609358DF4C}"/>
              </a:ext>
            </a:extLst>
          </p:cNvPr>
          <p:cNvSpPr>
            <a:spLocks noGrp="1"/>
          </p:cNvSpPr>
          <p:nvPr>
            <p:ph type="title" hasCustomPrompt="1"/>
          </p:nvPr>
        </p:nvSpPr>
        <p:spPr bwMode="black">
          <a:xfrm>
            <a:off x="550164" y="552450"/>
            <a:ext cx="11091672" cy="819150"/>
          </a:xfrm>
        </p:spPr>
        <p:txBody>
          <a:bodyPr/>
          <a:lstStyle>
            <a:lvl1pPr>
              <a:defRPr>
                <a:latin typeface="+mj-lt"/>
              </a:defRPr>
            </a:lvl1pPr>
          </a:lstStyle>
          <a:p>
            <a:r>
              <a:rPr lang="en-US" noProof="0" dirty="0"/>
              <a:t>Place headline here</a:t>
            </a:r>
          </a:p>
        </p:txBody>
      </p:sp>
      <p:sp>
        <p:nvSpPr>
          <p:cNvPr id="9" name="Subhead 1">
            <a:extLst>
              <a:ext uri="{FF2B5EF4-FFF2-40B4-BE49-F238E27FC236}">
                <a16:creationId xmlns:a16="http://schemas.microsoft.com/office/drawing/2014/main" id="{07EAE08C-E86C-DE1B-AA27-8CE1AC9C3F1B}"/>
              </a:ext>
            </a:extLst>
          </p:cNvPr>
          <p:cNvSpPr>
            <a:spLocks noGrp="1"/>
          </p:cNvSpPr>
          <p:nvPr>
            <p:ph type="body" idx="29" hasCustomPrompt="1"/>
          </p:nvPr>
        </p:nvSpPr>
        <p:spPr bwMode="gray">
          <a:xfrm>
            <a:off x="550164" y="1918336"/>
            <a:ext cx="5148072" cy="402336"/>
          </a:xfrm>
        </p:spPr>
        <p:txBody>
          <a:bodyPr anchor="t" anchorCtr="0"/>
          <a:lstStyle>
            <a:lvl1pPr marL="0" indent="0">
              <a:spcAft>
                <a:spcPts val="0"/>
              </a:spcAft>
              <a:buNone/>
              <a:defRPr sz="1600" b="0">
                <a:solidFill>
                  <a:srgbClr val="0D004D"/>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3" name="Content 1">
            <a:extLst>
              <a:ext uri="{FF2B5EF4-FFF2-40B4-BE49-F238E27FC236}">
                <a16:creationId xmlns:a16="http://schemas.microsoft.com/office/drawing/2014/main" id="{6D28ED81-2168-60B7-3C56-6C4C72659C6F}"/>
              </a:ext>
            </a:extLst>
          </p:cNvPr>
          <p:cNvSpPr>
            <a:spLocks noGrp="1"/>
          </p:cNvSpPr>
          <p:nvPr>
            <p:ph idx="1"/>
          </p:nvPr>
        </p:nvSpPr>
        <p:spPr bwMode="black">
          <a:xfrm>
            <a:off x="550164" y="2324991"/>
            <a:ext cx="5148072" cy="3438144"/>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Subhead 2">
            <a:extLst>
              <a:ext uri="{FF2B5EF4-FFF2-40B4-BE49-F238E27FC236}">
                <a16:creationId xmlns:a16="http://schemas.microsoft.com/office/drawing/2014/main" id="{A727872E-DF2F-7764-CD07-F1FB20D810BF}"/>
              </a:ext>
            </a:extLst>
          </p:cNvPr>
          <p:cNvSpPr>
            <a:spLocks noGrp="1"/>
          </p:cNvSpPr>
          <p:nvPr>
            <p:ph type="body" idx="30" hasCustomPrompt="1"/>
          </p:nvPr>
        </p:nvSpPr>
        <p:spPr bwMode="gray">
          <a:xfrm>
            <a:off x="6493764" y="1918336"/>
            <a:ext cx="5148072" cy="402336"/>
          </a:xfrm>
        </p:spPr>
        <p:txBody>
          <a:bodyPr anchor="t" anchorCtr="0"/>
          <a:lstStyle>
            <a:lvl1pPr marL="0" indent="0">
              <a:spcAft>
                <a:spcPts val="0"/>
              </a:spcAft>
              <a:buNone/>
              <a:defRPr sz="1600" b="0">
                <a:solidFill>
                  <a:srgbClr val="0D004D"/>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4" name="Content 2">
            <a:extLst>
              <a:ext uri="{FF2B5EF4-FFF2-40B4-BE49-F238E27FC236}">
                <a16:creationId xmlns:a16="http://schemas.microsoft.com/office/drawing/2014/main" id="{BA46652D-59D0-2597-E788-FF03D2F1B8AE}"/>
              </a:ext>
            </a:extLst>
          </p:cNvPr>
          <p:cNvSpPr>
            <a:spLocks noGrp="1"/>
          </p:cNvSpPr>
          <p:nvPr>
            <p:ph idx="28"/>
          </p:nvPr>
        </p:nvSpPr>
        <p:spPr bwMode="black">
          <a:xfrm>
            <a:off x="6493764" y="2324991"/>
            <a:ext cx="5148072" cy="3438144"/>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ource">
            <a:extLst>
              <a:ext uri="{FF2B5EF4-FFF2-40B4-BE49-F238E27FC236}">
                <a16:creationId xmlns:a16="http://schemas.microsoft.com/office/drawing/2014/main" id="{CAE04B0A-33E1-1409-5B92-0FF8FB4CFAFF}"/>
              </a:ext>
            </a:extLst>
          </p:cNvPr>
          <p:cNvSpPr>
            <a:spLocks noGrp="1"/>
          </p:cNvSpPr>
          <p:nvPr>
            <p:ph type="body" sz="quarter" idx="14" hasCustomPrompt="1"/>
          </p:nvPr>
        </p:nvSpPr>
        <p:spPr bwMode="black">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a:t>Place source here</a:t>
            </a:r>
          </a:p>
        </p:txBody>
      </p:sp>
      <p:pic>
        <p:nvPicPr>
          <p:cNvPr id="11" name="Pearson Logo" descr="Pearson Logo">
            <a:extLst>
              <a:ext uri="{FF2B5EF4-FFF2-40B4-BE49-F238E27FC236}">
                <a16:creationId xmlns:a16="http://schemas.microsoft.com/office/drawing/2014/main" id="{3D6BD849-3711-5FF7-467F-EED67ACAE3EE}"/>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935787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Col">
    <p:bg bwMode="ltGray">
      <p:bgPr>
        <a:solidFill>
          <a:srgbClr val="EDECF6"/>
        </a:solidFill>
        <a:effectLst/>
      </p:bgPr>
    </p:bg>
    <p:spTree>
      <p:nvGrpSpPr>
        <p:cNvPr id="1" name=""/>
        <p:cNvGrpSpPr/>
        <p:nvPr/>
      </p:nvGrpSpPr>
      <p:grpSpPr>
        <a:xfrm>
          <a:off x="0" y="0"/>
          <a:ext cx="0" cy="0"/>
          <a:chOff x="0" y="0"/>
          <a:chExt cx="0" cy="0"/>
        </a:xfrm>
      </p:grpSpPr>
      <p:sp>
        <p:nvSpPr>
          <p:cNvPr id="12" name="Section">
            <a:extLst>
              <a:ext uri="{FF2B5EF4-FFF2-40B4-BE49-F238E27FC236}">
                <a16:creationId xmlns:a16="http://schemas.microsoft.com/office/drawing/2014/main" id="{A34E4C6B-5D79-B45A-E43E-64E148A689AA}"/>
              </a:ext>
            </a:extLst>
          </p:cNvPr>
          <p:cNvSpPr>
            <a:spLocks noGrp="1"/>
          </p:cNvSpPr>
          <p:nvPr>
            <p:ph type="body" sz="quarter" idx="27" hasCustomPrompt="1"/>
          </p:nvPr>
        </p:nvSpPr>
        <p:spPr bwMode="auto">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10" name="Title">
            <a:extLst>
              <a:ext uri="{FF2B5EF4-FFF2-40B4-BE49-F238E27FC236}">
                <a16:creationId xmlns:a16="http://schemas.microsoft.com/office/drawing/2014/main" id="{6D097E3A-836D-C88E-C5FF-DA199AB3273F}"/>
              </a:ext>
            </a:extLst>
          </p:cNvPr>
          <p:cNvSpPr>
            <a:spLocks noGrp="1"/>
          </p:cNvSpPr>
          <p:nvPr>
            <p:ph type="title" hasCustomPrompt="1"/>
          </p:nvPr>
        </p:nvSpPr>
        <p:spPr bwMode="auto">
          <a:xfrm>
            <a:off x="550164" y="1370209"/>
            <a:ext cx="3605276" cy="2046885"/>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3" name="Subhead 1">
            <a:extLst>
              <a:ext uri="{FF2B5EF4-FFF2-40B4-BE49-F238E27FC236}">
                <a16:creationId xmlns:a16="http://schemas.microsoft.com/office/drawing/2014/main" id="{1D8D160B-6BB7-235F-B8C9-392F2A862DC3}"/>
              </a:ext>
            </a:extLst>
          </p:cNvPr>
          <p:cNvSpPr>
            <a:spLocks noGrp="1"/>
          </p:cNvSpPr>
          <p:nvPr>
            <p:ph type="body" idx="1" hasCustomPrompt="1"/>
          </p:nvPr>
        </p:nvSpPr>
        <p:spPr bwMode="auto">
          <a:xfrm>
            <a:off x="5229198" y="1370209"/>
            <a:ext cx="2798790" cy="548285"/>
          </a:xfrm>
        </p:spPr>
        <p:txBody>
          <a:bodyPr anchor="t" anchorCtr="0"/>
          <a:lstStyle>
            <a:lvl1pPr marL="0" indent="0">
              <a:spcAft>
                <a:spcPts val="0"/>
              </a:spcAft>
              <a:buNone/>
              <a:defRPr sz="1600" b="1" i="0">
                <a:solidFill>
                  <a:srgbClr val="512EAB"/>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14" name="Text 1">
            <a:extLst>
              <a:ext uri="{FF2B5EF4-FFF2-40B4-BE49-F238E27FC236}">
                <a16:creationId xmlns:a16="http://schemas.microsoft.com/office/drawing/2014/main" id="{77F77711-B0B4-D754-EE55-C42626C53CE0}"/>
              </a:ext>
            </a:extLst>
          </p:cNvPr>
          <p:cNvSpPr>
            <a:spLocks noGrp="1"/>
          </p:cNvSpPr>
          <p:nvPr>
            <p:ph type="body" sz="quarter" idx="29"/>
          </p:nvPr>
        </p:nvSpPr>
        <p:spPr bwMode="auto">
          <a:xfrm>
            <a:off x="5229924" y="2108200"/>
            <a:ext cx="2798064" cy="3118104"/>
          </a:xfrm>
        </p:spPr>
        <p:txBody>
          <a:bodyPr/>
          <a:lstStyle>
            <a:lvl1pPr marL="0" indent="0">
              <a:buFont typeface="Plus Jakarta Sans" pitchFamily="2" charse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cxnSp>
        <p:nvCxnSpPr>
          <p:cNvPr id="5" name="Straight Connector 1">
            <a:extLst>
              <a:ext uri="{FF2B5EF4-FFF2-40B4-BE49-F238E27FC236}">
                <a16:creationId xmlns:a16="http://schemas.microsoft.com/office/drawing/2014/main" id="{42CCE2CB-C2F1-C23D-5038-0F0F96F10CB4}"/>
              </a:ext>
              <a:ext uri="{C183D7F6-B498-43B3-948B-1728B52AA6E4}">
                <adec:decorative xmlns:adec="http://schemas.microsoft.com/office/drawing/2017/decorative" val="1"/>
              </a:ext>
            </a:extLst>
          </p:cNvPr>
          <p:cNvCxnSpPr>
            <a:cxnSpLocks/>
          </p:cNvCxnSpPr>
          <p:nvPr userDrawn="1"/>
        </p:nvCxnSpPr>
        <p:spPr bwMode="black">
          <a:xfrm>
            <a:off x="5229198" y="5762625"/>
            <a:ext cx="280800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2" name="Subhead 2">
            <a:extLst>
              <a:ext uri="{FF2B5EF4-FFF2-40B4-BE49-F238E27FC236}">
                <a16:creationId xmlns:a16="http://schemas.microsoft.com/office/drawing/2014/main" id="{12DD4D0C-231A-A197-B394-0D844D72DDF7}"/>
              </a:ext>
            </a:extLst>
          </p:cNvPr>
          <p:cNvSpPr>
            <a:spLocks noGrp="1"/>
          </p:cNvSpPr>
          <p:nvPr>
            <p:ph type="body" idx="13" hasCustomPrompt="1"/>
          </p:nvPr>
        </p:nvSpPr>
        <p:spPr bwMode="auto">
          <a:xfrm>
            <a:off x="8836025" y="1370209"/>
            <a:ext cx="2798790" cy="548285"/>
          </a:xfrm>
        </p:spPr>
        <p:txBody>
          <a:bodyPr anchor="t" anchorCtr="0"/>
          <a:lstStyle>
            <a:lvl1pPr marL="0" indent="0">
              <a:spcAft>
                <a:spcPts val="0"/>
              </a:spcAft>
              <a:buNone/>
              <a:defRPr sz="1600" b="1" i="0">
                <a:solidFill>
                  <a:srgbClr val="512EAB"/>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15" name="Text 2">
            <a:extLst>
              <a:ext uri="{FF2B5EF4-FFF2-40B4-BE49-F238E27FC236}">
                <a16:creationId xmlns:a16="http://schemas.microsoft.com/office/drawing/2014/main" id="{301A2659-47C6-F860-230D-57CD888618C9}"/>
              </a:ext>
            </a:extLst>
          </p:cNvPr>
          <p:cNvSpPr>
            <a:spLocks noGrp="1"/>
          </p:cNvSpPr>
          <p:nvPr>
            <p:ph type="body" sz="quarter" idx="30"/>
          </p:nvPr>
        </p:nvSpPr>
        <p:spPr bwMode="auto">
          <a:xfrm>
            <a:off x="8836751" y="2108200"/>
            <a:ext cx="2798064" cy="3118104"/>
          </a:xfrm>
        </p:spPr>
        <p:txBody>
          <a:bodyPr/>
          <a:lstStyle>
            <a:lvl1pPr>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cxnSp>
        <p:nvCxnSpPr>
          <p:cNvPr id="7" name="Straight Connector 2">
            <a:extLst>
              <a:ext uri="{FF2B5EF4-FFF2-40B4-BE49-F238E27FC236}">
                <a16:creationId xmlns:a16="http://schemas.microsoft.com/office/drawing/2014/main" id="{804BE8F5-7759-8837-7CFF-9934B51864A3}"/>
              </a:ext>
              <a:ext uri="{C183D7F6-B498-43B3-948B-1728B52AA6E4}">
                <adec:decorative xmlns:adec="http://schemas.microsoft.com/office/drawing/2017/decorative" val="1"/>
              </a:ext>
            </a:extLst>
          </p:cNvPr>
          <p:cNvCxnSpPr>
            <a:cxnSpLocks/>
          </p:cNvCxnSpPr>
          <p:nvPr userDrawn="1"/>
        </p:nvCxnSpPr>
        <p:spPr bwMode="black">
          <a:xfrm>
            <a:off x="8823298" y="5762625"/>
            <a:ext cx="280800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13" name="Source">
            <a:extLst>
              <a:ext uri="{FF2B5EF4-FFF2-40B4-BE49-F238E27FC236}">
                <a16:creationId xmlns:a16="http://schemas.microsoft.com/office/drawing/2014/main" id="{F282657E-E1F3-2CB7-0B06-06559C9DE77B}"/>
              </a:ext>
            </a:extLst>
          </p:cNvPr>
          <p:cNvSpPr>
            <a:spLocks noGrp="1"/>
          </p:cNvSpPr>
          <p:nvPr>
            <p:ph type="body" sz="quarter" idx="28" hasCustomPrompt="1"/>
          </p:nvPr>
        </p:nvSpPr>
        <p:spPr bwMode="auto">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4" name="Pearson Logo" descr="Pearson Logo">
            <a:extLst>
              <a:ext uri="{FF2B5EF4-FFF2-40B4-BE49-F238E27FC236}">
                <a16:creationId xmlns:a16="http://schemas.microsoft.com/office/drawing/2014/main" id="{856DCC0B-B1CB-72B2-39DB-D4B8E543C823}"/>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91465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Col">
    <p:bg bwMode="ltGray">
      <p:bgPr>
        <a:solidFill>
          <a:srgbClr val="EDECF6"/>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B46011D7-D3D9-E78A-4E0E-EE1A5B247FC2}"/>
              </a:ext>
            </a:extLst>
          </p:cNvPr>
          <p:cNvSpPr>
            <a:spLocks noGrp="1"/>
          </p:cNvSpPr>
          <p:nvPr>
            <p:ph type="body" sz="quarter" idx="27" hasCustomPrompt="1"/>
          </p:nvPr>
        </p:nvSpPr>
        <p:spPr bwMode="gray">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10" name="Title">
            <a:extLst>
              <a:ext uri="{FF2B5EF4-FFF2-40B4-BE49-F238E27FC236}">
                <a16:creationId xmlns:a16="http://schemas.microsoft.com/office/drawing/2014/main" id="{6D097E3A-836D-C88E-C5FF-DA199AB3273F}"/>
              </a:ext>
            </a:extLst>
          </p:cNvPr>
          <p:cNvSpPr>
            <a:spLocks noGrp="1"/>
          </p:cNvSpPr>
          <p:nvPr>
            <p:ph type="title" hasCustomPrompt="1"/>
          </p:nvPr>
        </p:nvSpPr>
        <p:spPr bwMode="gray">
          <a:xfrm>
            <a:off x="550164" y="552450"/>
            <a:ext cx="11091672" cy="819150"/>
          </a:xfrm>
        </p:spPr>
        <p:txBody>
          <a:bodyPr/>
          <a:lstStyle>
            <a:lvl1pPr>
              <a:defRPr>
                <a:latin typeface="+mj-lt"/>
              </a:defRPr>
            </a:lvl1pPr>
          </a:lstStyle>
          <a:p>
            <a:r>
              <a:rPr lang="en-US" noProof="0" dirty="0"/>
              <a:t>Place headline here</a:t>
            </a:r>
          </a:p>
        </p:txBody>
      </p:sp>
      <p:sp>
        <p:nvSpPr>
          <p:cNvPr id="4" name="Rounded Rectangle 1">
            <a:extLst>
              <a:ext uri="{FF2B5EF4-FFF2-40B4-BE49-F238E27FC236}">
                <a16:creationId xmlns:a16="http://schemas.microsoft.com/office/drawing/2014/main" id="{3ADF9686-3955-45BC-803C-08C23156E943}"/>
              </a:ext>
              <a:ext uri="{C183D7F6-B498-43B3-948B-1728B52AA6E4}">
                <adec:decorative xmlns:adec="http://schemas.microsoft.com/office/drawing/2017/decorative" val="1"/>
              </a:ext>
            </a:extLst>
          </p:cNvPr>
          <p:cNvSpPr/>
          <p:nvPr userDrawn="1"/>
        </p:nvSpPr>
        <p:spPr bwMode="gray">
          <a:xfrm>
            <a:off x="550164" y="1644648"/>
            <a:ext cx="3428347" cy="4391757"/>
          </a:xfrm>
          <a:prstGeom prst="roundRect">
            <a:avLst>
              <a:gd name="adj" fmla="val 5109"/>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42" name="Subhead 1">
            <a:extLst>
              <a:ext uri="{FF2B5EF4-FFF2-40B4-BE49-F238E27FC236}">
                <a16:creationId xmlns:a16="http://schemas.microsoft.com/office/drawing/2014/main" id="{5D7DE015-F779-D7DF-38B5-B232433543E3}"/>
              </a:ext>
            </a:extLst>
          </p:cNvPr>
          <p:cNvSpPr>
            <a:spLocks noGrp="1"/>
          </p:cNvSpPr>
          <p:nvPr>
            <p:ph type="body" sz="quarter" idx="16" hasCustomPrompt="1"/>
          </p:nvPr>
        </p:nvSpPr>
        <p:spPr bwMode="gray">
          <a:xfrm>
            <a:off x="823764" y="1917698"/>
            <a:ext cx="2881147" cy="295688"/>
          </a:xfrm>
        </p:spPr>
        <p:txBody>
          <a:bodyPr/>
          <a:lstStyle>
            <a:lvl1pPr marL="0" indent="0">
              <a:buNone/>
              <a:defRPr sz="1200" b="0" cap="all" baseline="0">
                <a:solidFill>
                  <a:srgbClr val="0D004D"/>
                </a:solidFill>
                <a:latin typeface="+mj-lt"/>
                <a:cs typeface="Segoe UI" panose="020B0502040204020203" pitchFamily="34"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dirty="0"/>
              <a:t>SUBHEAD</a:t>
            </a:r>
          </a:p>
        </p:txBody>
      </p:sp>
      <p:sp>
        <p:nvSpPr>
          <p:cNvPr id="40" name="Description 1">
            <a:extLst>
              <a:ext uri="{FF2B5EF4-FFF2-40B4-BE49-F238E27FC236}">
                <a16:creationId xmlns:a16="http://schemas.microsoft.com/office/drawing/2014/main" id="{200DDE1B-BD22-FFF3-B49F-A0CFC2E212C8}"/>
              </a:ext>
            </a:extLst>
          </p:cNvPr>
          <p:cNvSpPr>
            <a:spLocks noGrp="1"/>
          </p:cNvSpPr>
          <p:nvPr>
            <p:ph type="body" idx="1" hasCustomPrompt="1"/>
          </p:nvPr>
        </p:nvSpPr>
        <p:spPr bwMode="gray">
          <a:xfrm>
            <a:off x="824620" y="2213386"/>
            <a:ext cx="2879434" cy="1286599"/>
          </a:xfrm>
        </p:spPr>
        <p:txBody>
          <a:bodyPr anchor="t" anchorCtr="0"/>
          <a:lstStyle>
            <a:lvl1pPr marL="0" indent="0">
              <a:spcAft>
                <a:spcPts val="0"/>
              </a:spcAft>
              <a:buNone/>
              <a:defRPr sz="1600" b="1" i="0">
                <a:solidFill>
                  <a:srgbClr val="0D004D"/>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long subhead here</a:t>
            </a:r>
          </a:p>
        </p:txBody>
      </p:sp>
      <p:sp>
        <p:nvSpPr>
          <p:cNvPr id="41" name="Text 1">
            <a:extLst>
              <a:ext uri="{FF2B5EF4-FFF2-40B4-BE49-F238E27FC236}">
                <a16:creationId xmlns:a16="http://schemas.microsoft.com/office/drawing/2014/main" id="{5076CBFB-6431-4165-78BC-8CD0FD4AE1AC}"/>
              </a:ext>
            </a:extLst>
          </p:cNvPr>
          <p:cNvSpPr>
            <a:spLocks noGrp="1"/>
          </p:cNvSpPr>
          <p:nvPr>
            <p:ph type="body" sz="quarter" idx="15"/>
          </p:nvPr>
        </p:nvSpPr>
        <p:spPr bwMode="gray">
          <a:xfrm>
            <a:off x="823764" y="3499986"/>
            <a:ext cx="2881147" cy="2262640"/>
          </a:xfrm>
        </p:spPr>
        <p:txBody>
          <a:bodyPr/>
          <a:lstStyle>
            <a:lvl1pPr marL="0" indent="0">
              <a:buNone/>
              <a:defRPr sz="1200">
                <a:solidFill>
                  <a:srgbClr val="0D004D"/>
                </a:solidFill>
                <a:latin typeface="+mj-lt"/>
                <a:cs typeface="Segoe UI" panose="020B0502040204020203" pitchFamily="34" charset="0"/>
              </a:defRPr>
            </a:lvl1pPr>
            <a:lvl2pPr>
              <a:defRPr sz="1200">
                <a:solidFill>
                  <a:srgbClr val="0D004D"/>
                </a:solidFill>
                <a:latin typeface="+mj-lt"/>
                <a:cs typeface="Segoe UI" panose="020B0502040204020203" pitchFamily="34" charset="0"/>
              </a:defRPr>
            </a:lvl2pPr>
            <a:lvl3pPr>
              <a:defRPr sz="1200">
                <a:solidFill>
                  <a:srgbClr val="0D004D"/>
                </a:solidFill>
                <a:latin typeface="+mj-lt"/>
                <a:cs typeface="Segoe UI" panose="020B0502040204020203" pitchFamily="34" charset="0"/>
              </a:defRPr>
            </a:lvl3pPr>
            <a:lvl4pPr>
              <a:defRPr sz="1200">
                <a:solidFill>
                  <a:srgbClr val="0D004D"/>
                </a:solidFill>
                <a:latin typeface="+mj-lt"/>
                <a:cs typeface="Segoe UI" panose="020B0502040204020203" pitchFamily="34" charset="0"/>
              </a:defRPr>
            </a:lvl4pPr>
            <a:lvl5pPr>
              <a:defRPr sz="1200">
                <a:solidFill>
                  <a:srgbClr val="0D004D"/>
                </a:solidFill>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Rounded Rectangle 2">
            <a:extLst>
              <a:ext uri="{FF2B5EF4-FFF2-40B4-BE49-F238E27FC236}">
                <a16:creationId xmlns:a16="http://schemas.microsoft.com/office/drawing/2014/main" id="{2BFAB769-0302-A0F4-0B4E-E933B063A704}"/>
              </a:ext>
              <a:ext uri="{C183D7F6-B498-43B3-948B-1728B52AA6E4}">
                <adec:decorative xmlns:adec="http://schemas.microsoft.com/office/drawing/2017/decorative" val="1"/>
              </a:ext>
            </a:extLst>
          </p:cNvPr>
          <p:cNvSpPr/>
          <p:nvPr userDrawn="1"/>
        </p:nvSpPr>
        <p:spPr bwMode="gray">
          <a:xfrm>
            <a:off x="4382271" y="1644648"/>
            <a:ext cx="3428347" cy="4391757"/>
          </a:xfrm>
          <a:prstGeom prst="roundRect">
            <a:avLst>
              <a:gd name="adj" fmla="val 5109"/>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48" name="Subhead 2">
            <a:extLst>
              <a:ext uri="{FF2B5EF4-FFF2-40B4-BE49-F238E27FC236}">
                <a16:creationId xmlns:a16="http://schemas.microsoft.com/office/drawing/2014/main" id="{EBB6A4C3-F20C-97B6-A6E2-7FE2F60C625B}"/>
              </a:ext>
              <a:ext uri="{C183D7F6-B498-43B3-948B-1728B52AA6E4}">
                <adec:decorative xmlns:adec="http://schemas.microsoft.com/office/drawing/2017/decorative" val="0"/>
              </a:ext>
            </a:extLst>
          </p:cNvPr>
          <p:cNvSpPr>
            <a:spLocks noGrp="1"/>
          </p:cNvSpPr>
          <p:nvPr>
            <p:ph type="body" sz="quarter" idx="19" hasCustomPrompt="1"/>
          </p:nvPr>
        </p:nvSpPr>
        <p:spPr bwMode="gray">
          <a:xfrm>
            <a:off x="4655426" y="1917698"/>
            <a:ext cx="2881147" cy="295688"/>
          </a:xfrm>
        </p:spPr>
        <p:txBody>
          <a:bodyPr/>
          <a:lstStyle>
            <a:lvl1pPr marL="0" indent="0">
              <a:buNone/>
              <a:defRPr sz="1200" b="0" cap="all" baseline="0">
                <a:solidFill>
                  <a:srgbClr val="0D004D"/>
                </a:solidFill>
                <a:latin typeface="+mj-lt"/>
                <a:cs typeface="Segoe UI" panose="020B0502040204020203" pitchFamily="34"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SUBHEAD</a:t>
            </a:r>
          </a:p>
        </p:txBody>
      </p:sp>
      <p:sp>
        <p:nvSpPr>
          <p:cNvPr id="46" name="Description 2">
            <a:extLst>
              <a:ext uri="{FF2B5EF4-FFF2-40B4-BE49-F238E27FC236}">
                <a16:creationId xmlns:a16="http://schemas.microsoft.com/office/drawing/2014/main" id="{F47F8685-5701-1F62-373B-06DF4BA775FC}"/>
              </a:ext>
            </a:extLst>
          </p:cNvPr>
          <p:cNvSpPr>
            <a:spLocks noGrp="1"/>
          </p:cNvSpPr>
          <p:nvPr>
            <p:ph type="body" idx="17" hasCustomPrompt="1"/>
          </p:nvPr>
        </p:nvSpPr>
        <p:spPr bwMode="gray">
          <a:xfrm>
            <a:off x="4656282" y="2213386"/>
            <a:ext cx="2879434" cy="1286599"/>
          </a:xfrm>
        </p:spPr>
        <p:txBody>
          <a:bodyPr anchor="t" anchorCtr="0"/>
          <a:lstStyle>
            <a:lvl1pPr marL="0" indent="0">
              <a:spcAft>
                <a:spcPts val="0"/>
              </a:spcAft>
              <a:buNone/>
              <a:defRPr sz="1600" b="1" i="0">
                <a:solidFill>
                  <a:srgbClr val="0D004D"/>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Place long subhead here</a:t>
            </a:r>
          </a:p>
        </p:txBody>
      </p:sp>
      <p:sp>
        <p:nvSpPr>
          <p:cNvPr id="47" name="Text 3">
            <a:extLst>
              <a:ext uri="{FF2B5EF4-FFF2-40B4-BE49-F238E27FC236}">
                <a16:creationId xmlns:a16="http://schemas.microsoft.com/office/drawing/2014/main" id="{BE7C743A-BCC0-336E-7A19-A4EE4A53B95F}"/>
              </a:ext>
            </a:extLst>
          </p:cNvPr>
          <p:cNvSpPr>
            <a:spLocks noGrp="1"/>
          </p:cNvSpPr>
          <p:nvPr>
            <p:ph type="body" sz="quarter" idx="18"/>
          </p:nvPr>
        </p:nvSpPr>
        <p:spPr bwMode="gray">
          <a:xfrm>
            <a:off x="4655426" y="3499986"/>
            <a:ext cx="2881147" cy="2262640"/>
          </a:xfrm>
        </p:spPr>
        <p:txBody>
          <a:bodyPr/>
          <a:lstStyle>
            <a:lvl1pPr marL="0" indent="0">
              <a:buNone/>
              <a:defRPr sz="1200">
                <a:solidFill>
                  <a:srgbClr val="0D004D"/>
                </a:solidFill>
                <a:latin typeface="+mj-lt"/>
                <a:cs typeface="Segoe UI" panose="020B0502040204020203" pitchFamily="34" charset="0"/>
              </a:defRPr>
            </a:lvl1pPr>
            <a:lvl2pPr>
              <a:defRPr sz="1200">
                <a:solidFill>
                  <a:srgbClr val="0D004D"/>
                </a:solidFill>
                <a:latin typeface="+mj-lt"/>
                <a:cs typeface="Segoe UI" panose="020B0502040204020203" pitchFamily="34" charset="0"/>
              </a:defRPr>
            </a:lvl2pPr>
            <a:lvl3pPr>
              <a:defRPr sz="1200">
                <a:solidFill>
                  <a:srgbClr val="0D004D"/>
                </a:solidFill>
                <a:latin typeface="+mj-lt"/>
                <a:cs typeface="Segoe UI" panose="020B0502040204020203" pitchFamily="34" charset="0"/>
              </a:defRPr>
            </a:lvl3pPr>
            <a:lvl4pPr>
              <a:defRPr sz="1200">
                <a:solidFill>
                  <a:srgbClr val="0D004D"/>
                </a:solidFill>
                <a:latin typeface="+mj-lt"/>
                <a:cs typeface="Segoe UI" panose="020B0502040204020203" pitchFamily="34" charset="0"/>
              </a:defRPr>
            </a:lvl4pPr>
            <a:lvl5pPr>
              <a:defRPr sz="1200">
                <a:solidFill>
                  <a:srgbClr val="0D004D"/>
                </a:solidFill>
                <a:latin typeface="+mj-lt"/>
                <a:cs typeface="Segoe UI" panose="020B0502040204020203"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ounded Rectangle 3">
            <a:extLst>
              <a:ext uri="{FF2B5EF4-FFF2-40B4-BE49-F238E27FC236}">
                <a16:creationId xmlns:a16="http://schemas.microsoft.com/office/drawing/2014/main" id="{21B29E7D-1997-B853-9D90-E1307B9773AB}"/>
              </a:ext>
              <a:ext uri="{C183D7F6-B498-43B3-948B-1728B52AA6E4}">
                <adec:decorative xmlns:adec="http://schemas.microsoft.com/office/drawing/2017/decorative" val="1"/>
              </a:ext>
            </a:extLst>
          </p:cNvPr>
          <p:cNvSpPr/>
          <p:nvPr userDrawn="1"/>
        </p:nvSpPr>
        <p:spPr bwMode="gray">
          <a:xfrm>
            <a:off x="8214378" y="1644648"/>
            <a:ext cx="3428347" cy="4391757"/>
          </a:xfrm>
          <a:prstGeom prst="roundRect">
            <a:avLst>
              <a:gd name="adj" fmla="val 5109"/>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51" name="Subhead 3">
            <a:extLst>
              <a:ext uri="{FF2B5EF4-FFF2-40B4-BE49-F238E27FC236}">
                <a16:creationId xmlns:a16="http://schemas.microsoft.com/office/drawing/2014/main" id="{5A1FB4BC-6AF4-B4B9-1A86-51C3E2DA5795}"/>
              </a:ext>
            </a:extLst>
          </p:cNvPr>
          <p:cNvSpPr>
            <a:spLocks noGrp="1"/>
          </p:cNvSpPr>
          <p:nvPr>
            <p:ph type="body" sz="quarter" idx="22" hasCustomPrompt="1"/>
          </p:nvPr>
        </p:nvSpPr>
        <p:spPr bwMode="gray">
          <a:xfrm>
            <a:off x="8487089" y="1917698"/>
            <a:ext cx="2881147" cy="295688"/>
          </a:xfrm>
        </p:spPr>
        <p:txBody>
          <a:bodyPr/>
          <a:lstStyle>
            <a:lvl1pPr marL="0" indent="0">
              <a:buNone/>
              <a:defRPr sz="1200" b="0" cap="all" baseline="0">
                <a:solidFill>
                  <a:srgbClr val="0D004D"/>
                </a:solidFill>
                <a:latin typeface="+mj-lt"/>
                <a:cs typeface="Segoe UI" panose="020B0502040204020203" pitchFamily="34"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dirty="0"/>
              <a:t>SUBHEAD</a:t>
            </a:r>
          </a:p>
        </p:txBody>
      </p:sp>
      <p:sp>
        <p:nvSpPr>
          <p:cNvPr id="49" name="Description 3">
            <a:extLst>
              <a:ext uri="{FF2B5EF4-FFF2-40B4-BE49-F238E27FC236}">
                <a16:creationId xmlns:a16="http://schemas.microsoft.com/office/drawing/2014/main" id="{4DC1BED2-6693-F56C-FF2D-6E6FC1A4CE61}"/>
              </a:ext>
            </a:extLst>
          </p:cNvPr>
          <p:cNvSpPr>
            <a:spLocks noGrp="1"/>
          </p:cNvSpPr>
          <p:nvPr>
            <p:ph type="body" idx="20" hasCustomPrompt="1"/>
          </p:nvPr>
        </p:nvSpPr>
        <p:spPr bwMode="gray">
          <a:xfrm>
            <a:off x="8487945" y="2213386"/>
            <a:ext cx="2879434" cy="1286599"/>
          </a:xfrm>
        </p:spPr>
        <p:txBody>
          <a:bodyPr anchor="t" anchorCtr="0"/>
          <a:lstStyle>
            <a:lvl1pPr marL="0" indent="0">
              <a:spcAft>
                <a:spcPts val="0"/>
              </a:spcAft>
              <a:buNone/>
              <a:defRPr sz="1600" b="1" i="0">
                <a:solidFill>
                  <a:srgbClr val="0D004D"/>
                </a:solidFill>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long subhead here</a:t>
            </a:r>
          </a:p>
        </p:txBody>
      </p:sp>
      <p:sp>
        <p:nvSpPr>
          <p:cNvPr id="50" name="Text 3">
            <a:extLst>
              <a:ext uri="{FF2B5EF4-FFF2-40B4-BE49-F238E27FC236}">
                <a16:creationId xmlns:a16="http://schemas.microsoft.com/office/drawing/2014/main" id="{09237A8C-DCDD-DC0E-AA67-A5786935C66E}"/>
              </a:ext>
            </a:extLst>
          </p:cNvPr>
          <p:cNvSpPr>
            <a:spLocks noGrp="1"/>
          </p:cNvSpPr>
          <p:nvPr>
            <p:ph type="body" sz="quarter" idx="21"/>
          </p:nvPr>
        </p:nvSpPr>
        <p:spPr bwMode="gray">
          <a:xfrm>
            <a:off x="8487089" y="3499986"/>
            <a:ext cx="2881147" cy="2262640"/>
          </a:xfrm>
        </p:spPr>
        <p:txBody>
          <a:bodyPr/>
          <a:lstStyle>
            <a:lvl1pPr marL="0" indent="0">
              <a:buNone/>
              <a:defRPr sz="1200">
                <a:solidFill>
                  <a:srgbClr val="0D004D"/>
                </a:solidFill>
                <a:latin typeface="+mj-lt"/>
                <a:cs typeface="Segoe UI" panose="020B0502040204020203" pitchFamily="34" charset="0"/>
              </a:defRPr>
            </a:lvl1pPr>
            <a:lvl2pPr>
              <a:defRPr sz="1200">
                <a:solidFill>
                  <a:srgbClr val="0D004D"/>
                </a:solidFill>
                <a:latin typeface="+mj-lt"/>
                <a:cs typeface="Segoe UI" panose="020B0502040204020203" pitchFamily="34" charset="0"/>
              </a:defRPr>
            </a:lvl2pPr>
            <a:lvl3pPr>
              <a:defRPr sz="1200">
                <a:solidFill>
                  <a:srgbClr val="0D004D"/>
                </a:solidFill>
                <a:latin typeface="+mj-lt"/>
                <a:cs typeface="Segoe UI" panose="020B0502040204020203" pitchFamily="34" charset="0"/>
              </a:defRPr>
            </a:lvl3pPr>
            <a:lvl4pPr>
              <a:defRPr sz="1200">
                <a:solidFill>
                  <a:srgbClr val="0D004D"/>
                </a:solidFill>
                <a:latin typeface="+mj-lt"/>
                <a:cs typeface="Segoe UI" panose="020B0502040204020203" pitchFamily="34" charset="0"/>
              </a:defRPr>
            </a:lvl4pPr>
            <a:lvl5pPr>
              <a:defRPr sz="1200">
                <a:solidFill>
                  <a:srgbClr val="0D004D"/>
                </a:solidFill>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pic>
        <p:nvPicPr>
          <p:cNvPr id="6" name="Pearson Logo" descr="Pearson Logo">
            <a:extLst>
              <a:ext uri="{FF2B5EF4-FFF2-40B4-BE49-F238E27FC236}">
                <a16:creationId xmlns:a16="http://schemas.microsoft.com/office/drawing/2014/main" id="{64CDC671-0CF0-895C-0B8D-DB186C26B09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942259489"/>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A">
    <p:bg bwMode="gray">
      <p:bgPr>
        <a:solidFill>
          <a:srgbClr val="EDECF6"/>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46E64CD-6DE6-4D96-7625-AA99DA689BA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white">
          <a:xfrm flipH="1">
            <a:off x="0" y="-806"/>
            <a:ext cx="4294188" cy="685880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latin typeface="+mj-lt"/>
            </a:endParaRPr>
          </a:p>
        </p:txBody>
      </p:sp>
      <p:sp>
        <p:nvSpPr>
          <p:cNvPr id="3" name="Section">
            <a:extLst>
              <a:ext uri="{FF2B5EF4-FFF2-40B4-BE49-F238E27FC236}">
                <a16:creationId xmlns:a16="http://schemas.microsoft.com/office/drawing/2014/main" id="{2B8FF2E3-6DDB-FDAC-7C65-54DDB199611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8" name="Title">
            <a:extLst>
              <a:ext uri="{FF2B5EF4-FFF2-40B4-BE49-F238E27FC236}">
                <a16:creationId xmlns:a16="http://schemas.microsoft.com/office/drawing/2014/main" id="{3C56CD4F-3DA7-5552-4C4E-F47949F9E491}"/>
              </a:ext>
            </a:extLst>
          </p:cNvPr>
          <p:cNvSpPr>
            <a:spLocks noGrp="1"/>
          </p:cNvSpPr>
          <p:nvPr>
            <p:ph type="title" hasCustomPrompt="1"/>
          </p:nvPr>
        </p:nvSpPr>
        <p:spPr>
          <a:xfrm>
            <a:off x="550164" y="1050244"/>
            <a:ext cx="3605276" cy="1807256"/>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4" name="Text">
            <a:extLst>
              <a:ext uri="{FF2B5EF4-FFF2-40B4-BE49-F238E27FC236}">
                <a16:creationId xmlns:a16="http://schemas.microsoft.com/office/drawing/2014/main" id="{760F39E3-45AC-1A04-8912-893DAC0E3C63}"/>
              </a:ext>
            </a:extLst>
          </p:cNvPr>
          <p:cNvSpPr>
            <a:spLocks noGrp="1"/>
          </p:cNvSpPr>
          <p:nvPr>
            <p:ph type="body" sz="half" idx="2" hasCustomPrompt="1"/>
          </p:nvPr>
        </p:nvSpPr>
        <p:spPr>
          <a:xfrm>
            <a:off x="550164" y="3213100"/>
            <a:ext cx="3336036" cy="2549525"/>
          </a:xfrm>
        </p:spPr>
        <p:txBody>
          <a:bodyPr/>
          <a:lstStyle>
            <a:lvl1pPr marL="0" indent="0">
              <a:buNone/>
              <a:defRPr sz="1600">
                <a:latin typeface="+mj-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dirty="0"/>
              <a:t>Place text here </a:t>
            </a:r>
          </a:p>
        </p:txBody>
      </p:sp>
      <p:sp>
        <p:nvSpPr>
          <p:cNvPr id="9" name="Content">
            <a:extLst>
              <a:ext uri="{FF2B5EF4-FFF2-40B4-BE49-F238E27FC236}">
                <a16:creationId xmlns:a16="http://schemas.microsoft.com/office/drawing/2014/main" id="{D1303120-1537-F993-4316-074426C88077}"/>
              </a:ext>
            </a:extLst>
          </p:cNvPr>
          <p:cNvSpPr>
            <a:spLocks noGrp="1"/>
          </p:cNvSpPr>
          <p:nvPr>
            <p:ph sz="quarter" idx="13"/>
          </p:nvPr>
        </p:nvSpPr>
        <p:spPr>
          <a:xfrm>
            <a:off x="5092700" y="546100"/>
            <a:ext cx="6551613" cy="5215254"/>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cxnSp>
        <p:nvCxnSpPr>
          <p:cNvPr id="44" name="Straight Connector 43">
            <a:extLst>
              <a:ext uri="{FF2B5EF4-FFF2-40B4-BE49-F238E27FC236}">
                <a16:creationId xmlns:a16="http://schemas.microsoft.com/office/drawing/2014/main" id="{C970609C-4F75-F5B5-D900-D7F2DCE40F47}"/>
              </a:ext>
              <a:ext uri="{C183D7F6-B498-43B3-948B-1728B52AA6E4}">
                <adec:decorative xmlns:adec="http://schemas.microsoft.com/office/drawing/2017/decorative" val="1"/>
              </a:ext>
            </a:extLst>
          </p:cNvPr>
          <p:cNvCxnSpPr>
            <a:cxnSpLocks/>
          </p:cNvCxnSpPr>
          <p:nvPr userDrawn="1"/>
        </p:nvCxnSpPr>
        <p:spPr bwMode="black">
          <a:xfrm>
            <a:off x="550091" y="5762625"/>
            <a:ext cx="11094222" cy="0"/>
          </a:xfrm>
          <a:prstGeom prst="line">
            <a:avLst/>
          </a:prstGeom>
          <a:ln w="9525">
            <a:solidFill>
              <a:srgbClr val="C1BFFF"/>
            </a:solidFill>
          </a:ln>
        </p:spPr>
        <p:style>
          <a:lnRef idx="2">
            <a:schemeClr val="accent1"/>
          </a:lnRef>
          <a:fillRef idx="0">
            <a:schemeClr val="accent1"/>
          </a:fillRef>
          <a:effectRef idx="1">
            <a:schemeClr val="accent1"/>
          </a:effectRef>
          <a:fontRef idx="minor">
            <a:schemeClr val="tx1"/>
          </a:fontRef>
        </p:style>
      </p:cxnSp>
      <p:sp>
        <p:nvSpPr>
          <p:cNvPr id="2" name="Source">
            <a:extLst>
              <a:ext uri="{FF2B5EF4-FFF2-40B4-BE49-F238E27FC236}">
                <a16:creationId xmlns:a16="http://schemas.microsoft.com/office/drawing/2014/main" id="{315BF4B9-1318-5EEB-220A-29BD725A1B6B}"/>
              </a:ext>
            </a:extLst>
          </p:cNvPr>
          <p:cNvSpPr>
            <a:spLocks noGrp="1"/>
          </p:cNvSpPr>
          <p:nvPr>
            <p:ph type="body" sz="quarter" idx="14" hasCustomPrompt="1"/>
          </p:nvPr>
        </p:nvSpPr>
        <p:spPr>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5" name="Pearson Logo" descr="Pearson Logo">
            <a:extLst>
              <a:ext uri="{FF2B5EF4-FFF2-40B4-BE49-F238E27FC236}">
                <a16:creationId xmlns:a16="http://schemas.microsoft.com/office/drawing/2014/main" id="{3E987B33-7436-2787-573E-F803E6DF8A8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382929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Caption B">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9" name="Title">
            <a:extLst>
              <a:ext uri="{FF2B5EF4-FFF2-40B4-BE49-F238E27FC236}">
                <a16:creationId xmlns:a16="http://schemas.microsoft.com/office/drawing/2014/main" id="{0BAA8580-747A-61E4-43BE-A79D36CBD6DE}"/>
              </a:ext>
            </a:extLst>
          </p:cNvPr>
          <p:cNvSpPr>
            <a:spLocks noGrp="1"/>
          </p:cNvSpPr>
          <p:nvPr>
            <p:ph type="title" hasCustomPrompt="1"/>
          </p:nvPr>
        </p:nvSpPr>
        <p:spPr>
          <a:xfrm>
            <a:off x="550164" y="1372552"/>
            <a:ext cx="3607499" cy="1866900"/>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14" name="Text">
            <a:extLst>
              <a:ext uri="{FF2B5EF4-FFF2-40B4-BE49-F238E27FC236}">
                <a16:creationId xmlns:a16="http://schemas.microsoft.com/office/drawing/2014/main" id="{87635D7D-69A6-0770-E49C-F406ED8B6F91}"/>
              </a:ext>
            </a:extLst>
          </p:cNvPr>
          <p:cNvSpPr>
            <a:spLocks noGrp="1"/>
          </p:cNvSpPr>
          <p:nvPr>
            <p:ph type="body" sz="quarter" idx="28"/>
          </p:nvPr>
        </p:nvSpPr>
        <p:spPr>
          <a:xfrm>
            <a:off x="542926" y="3439478"/>
            <a:ext cx="3605276" cy="2323147"/>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ounded Rectangle 5">
            <a:extLst>
              <a:ext uri="{FF2B5EF4-FFF2-40B4-BE49-F238E27FC236}">
                <a16:creationId xmlns:a16="http://schemas.microsoft.com/office/drawing/2014/main" id="{60C38BEE-570B-9B3A-5F52-DA6234A53C6B}"/>
              </a:ext>
              <a:ext uri="{C183D7F6-B498-43B3-948B-1728B52AA6E4}">
                <adec:decorative xmlns:adec="http://schemas.microsoft.com/office/drawing/2017/decorative" val="1"/>
              </a:ext>
            </a:extLst>
          </p:cNvPr>
          <p:cNvSpPr/>
          <p:nvPr userDrawn="1"/>
        </p:nvSpPr>
        <p:spPr bwMode="white">
          <a:xfrm>
            <a:off x="5110417" y="546100"/>
            <a:ext cx="6552090" cy="5763259"/>
          </a:xfrm>
          <a:prstGeom prst="roundRect">
            <a:avLst>
              <a:gd name="adj" fmla="val 309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3" name="Content">
            <a:extLst>
              <a:ext uri="{FF2B5EF4-FFF2-40B4-BE49-F238E27FC236}">
                <a16:creationId xmlns:a16="http://schemas.microsoft.com/office/drawing/2014/main" id="{5B96EC47-92C1-48BA-1316-1AD5578E7A93}"/>
              </a:ext>
            </a:extLst>
          </p:cNvPr>
          <p:cNvSpPr>
            <a:spLocks noGrp="1"/>
          </p:cNvSpPr>
          <p:nvPr>
            <p:ph sz="quarter" idx="31"/>
          </p:nvPr>
        </p:nvSpPr>
        <p:spPr>
          <a:xfrm>
            <a:off x="5952245" y="1372552"/>
            <a:ext cx="4868434" cy="4110358"/>
          </a:xfrm>
        </p:spPr>
        <p:txBody>
          <a:bodyPr/>
          <a:lstStyle>
            <a:lvl1pPr>
              <a:defRPr sz="1400">
                <a:latin typeface="+mj-lt"/>
              </a:defRPr>
            </a:lvl1pPr>
            <a:lvl2pPr>
              <a:defRPr sz="1400">
                <a:latin typeface="+mj-lt"/>
              </a:defRPr>
            </a:lvl2pPr>
            <a:lvl3pPr>
              <a:defRPr sz="1400">
                <a:latin typeface="+mj-lt"/>
              </a:defRPr>
            </a:lvl3pPr>
            <a:lvl4pPr>
              <a:defRPr sz="1400">
                <a:latin typeface="+mj-lt"/>
              </a:defRPr>
            </a:lvl4pPr>
            <a:lvl5pPr>
              <a:defRPr sz="14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earson Logo" descr="Pearson Logo">
            <a:extLst>
              <a:ext uri="{FF2B5EF4-FFF2-40B4-BE49-F238E27FC236}">
                <a16:creationId xmlns:a16="http://schemas.microsoft.com/office/drawing/2014/main" id="{2E62D343-B0DB-E5BA-FE1B-2E24C027239C}"/>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025027988"/>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 with Caption">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9" name="Title">
            <a:extLst>
              <a:ext uri="{FF2B5EF4-FFF2-40B4-BE49-F238E27FC236}">
                <a16:creationId xmlns:a16="http://schemas.microsoft.com/office/drawing/2014/main" id="{0BAA8580-747A-61E4-43BE-A79D36CBD6DE}"/>
              </a:ext>
            </a:extLst>
          </p:cNvPr>
          <p:cNvSpPr>
            <a:spLocks noGrp="1"/>
          </p:cNvSpPr>
          <p:nvPr>
            <p:ph type="title" hasCustomPrompt="1"/>
          </p:nvPr>
        </p:nvSpPr>
        <p:spPr>
          <a:xfrm>
            <a:off x="550164" y="552450"/>
            <a:ext cx="3607499" cy="1866900"/>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14" name="Text">
            <a:extLst>
              <a:ext uri="{FF2B5EF4-FFF2-40B4-BE49-F238E27FC236}">
                <a16:creationId xmlns:a16="http://schemas.microsoft.com/office/drawing/2014/main" id="{87635D7D-69A6-0770-E49C-F406ED8B6F91}"/>
              </a:ext>
            </a:extLst>
          </p:cNvPr>
          <p:cNvSpPr>
            <a:spLocks noGrp="1"/>
          </p:cNvSpPr>
          <p:nvPr>
            <p:ph type="body" sz="quarter" idx="28"/>
          </p:nvPr>
        </p:nvSpPr>
        <p:spPr>
          <a:xfrm>
            <a:off x="542926" y="2743201"/>
            <a:ext cx="3605276" cy="3019424"/>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able">
            <a:extLst>
              <a:ext uri="{FF2B5EF4-FFF2-40B4-BE49-F238E27FC236}">
                <a16:creationId xmlns:a16="http://schemas.microsoft.com/office/drawing/2014/main" id="{F31A03D0-7A75-EBC2-6CA6-C4D42A02448F}"/>
              </a:ext>
              <a:ext uri="{C183D7F6-B498-43B3-948B-1728B52AA6E4}">
                <adec:decorative xmlns:adec="http://schemas.microsoft.com/office/drawing/2017/decorative" val="0"/>
              </a:ext>
            </a:extLst>
          </p:cNvPr>
          <p:cNvSpPr>
            <a:spLocks noGrp="1"/>
          </p:cNvSpPr>
          <p:nvPr>
            <p:ph type="tbl" sz="quarter" idx="29"/>
          </p:nvPr>
        </p:nvSpPr>
        <p:spPr bwMode="gray">
          <a:xfrm>
            <a:off x="5092699" y="547688"/>
            <a:ext cx="6556375" cy="5761672"/>
          </a:xfrm>
          <a:solidFill>
            <a:schemeClr val="bg1"/>
          </a:solidFill>
        </p:spPr>
        <p:txBody>
          <a:bodyPr tIns="91440" anchor="t" anchorCtr="0"/>
          <a:lstStyle>
            <a:lvl1pPr marL="0" indent="0" algn="ctr">
              <a:buNone/>
              <a:defRPr sz="1400">
                <a:latin typeface="+mj-lt"/>
              </a:defRPr>
            </a:lvl1pPr>
          </a:lstStyle>
          <a:p>
            <a:r>
              <a:rPr lang="en-US" noProof="0" dirty="0"/>
              <a:t>Click icon to add table</a:t>
            </a:r>
          </a:p>
        </p:txBody>
      </p:sp>
      <p:pic>
        <p:nvPicPr>
          <p:cNvPr id="2" name="Pearson Logo" descr="Pearson Logo">
            <a:extLst>
              <a:ext uri="{FF2B5EF4-FFF2-40B4-BE49-F238E27FC236}">
                <a16:creationId xmlns:a16="http://schemas.microsoft.com/office/drawing/2014/main" id="{3346E468-830C-9072-492D-23DF8829BB6B}"/>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865813234"/>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hart and Image">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
            <a:extLst>
              <a:ext uri="{FF2B5EF4-FFF2-40B4-BE49-F238E27FC236}">
                <a16:creationId xmlns:a16="http://schemas.microsoft.com/office/drawing/2014/main" id="{76778EDA-841E-AD19-1FC9-84797F981CD0}"/>
              </a:ext>
            </a:extLst>
          </p:cNvPr>
          <p:cNvSpPr>
            <a:spLocks noGrp="1"/>
          </p:cNvSpPr>
          <p:nvPr>
            <p:ph type="title" hasCustomPrompt="1"/>
          </p:nvPr>
        </p:nvSpPr>
        <p:spPr>
          <a:xfrm>
            <a:off x="550165" y="1366837"/>
            <a:ext cx="5473922" cy="1957413"/>
          </a:xfrm>
        </p:spPr>
        <p:txBody>
          <a:bodyPr anchor="t"/>
          <a:lstStyle>
            <a:lvl1pPr>
              <a:defRPr sz="4000">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4" name="Text">
            <a:extLst>
              <a:ext uri="{FF2B5EF4-FFF2-40B4-BE49-F238E27FC236}">
                <a16:creationId xmlns:a16="http://schemas.microsoft.com/office/drawing/2014/main" id="{3D94B6B5-22C6-70C3-3140-BD544CC8AFF7}"/>
              </a:ext>
            </a:extLst>
          </p:cNvPr>
          <p:cNvSpPr>
            <a:spLocks noGrp="1"/>
          </p:cNvSpPr>
          <p:nvPr>
            <p:ph type="body" sz="quarter" idx="30"/>
          </p:nvPr>
        </p:nvSpPr>
        <p:spPr>
          <a:xfrm>
            <a:off x="542925" y="3532162"/>
            <a:ext cx="4686300" cy="2230462"/>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Rounded Rectangle">
            <a:extLst>
              <a:ext uri="{FF2B5EF4-FFF2-40B4-BE49-F238E27FC236}">
                <a16:creationId xmlns:a16="http://schemas.microsoft.com/office/drawing/2014/main" id="{05C4B2AB-F57A-888C-0AB4-4FCC77B42AF5}"/>
              </a:ext>
              <a:ext uri="{C183D7F6-B498-43B3-948B-1728B52AA6E4}">
                <adec:decorative xmlns:adec="http://schemas.microsoft.com/office/drawing/2017/decorative" val="1"/>
              </a:ext>
            </a:extLst>
          </p:cNvPr>
          <p:cNvSpPr>
            <a:spLocks/>
          </p:cNvSpPr>
          <p:nvPr userDrawn="1"/>
        </p:nvSpPr>
        <p:spPr bwMode="white">
          <a:xfrm>
            <a:off x="6167915" y="546100"/>
            <a:ext cx="5476875" cy="2778151"/>
          </a:xfrm>
          <a:prstGeom prst="roundRect">
            <a:avLst>
              <a:gd name="adj" fmla="val 5488"/>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5" name="Chart">
            <a:extLst>
              <a:ext uri="{FF2B5EF4-FFF2-40B4-BE49-F238E27FC236}">
                <a16:creationId xmlns:a16="http://schemas.microsoft.com/office/drawing/2014/main" id="{E684B968-A145-049C-DF67-C92D5DC7CE72}"/>
              </a:ext>
            </a:extLst>
          </p:cNvPr>
          <p:cNvSpPr>
            <a:spLocks noGrp="1"/>
          </p:cNvSpPr>
          <p:nvPr>
            <p:ph type="chart" sz="quarter" idx="29"/>
          </p:nvPr>
        </p:nvSpPr>
        <p:spPr>
          <a:xfrm>
            <a:off x="6488113" y="723119"/>
            <a:ext cx="4919662" cy="2424113"/>
          </a:xfrm>
        </p:spPr>
        <p:txBody>
          <a:bodyPr tIns="91440" anchor="t" anchorCtr="0"/>
          <a:lstStyle>
            <a:lvl1pPr marL="0" indent="0" algn="ctr">
              <a:buNone/>
              <a:defRPr sz="1400">
                <a:latin typeface="+mj-lt"/>
              </a:defRPr>
            </a:lvl1pPr>
          </a:lstStyle>
          <a:p>
            <a:r>
              <a:rPr lang="en-US" noProof="0" dirty="0"/>
              <a:t>Click icon to add chart</a:t>
            </a:r>
          </a:p>
        </p:txBody>
      </p:sp>
      <p:sp>
        <p:nvSpPr>
          <p:cNvPr id="13" name="Picture">
            <a:extLst>
              <a:ext uri="{FF2B5EF4-FFF2-40B4-BE49-F238E27FC236}">
                <a16:creationId xmlns:a16="http://schemas.microsoft.com/office/drawing/2014/main" id="{185406D2-B00C-585A-A8BF-759DA5B98176}"/>
              </a:ext>
              <a:ext uri="{C183D7F6-B498-43B3-948B-1728B52AA6E4}">
                <adec:decorative xmlns:adec="http://schemas.microsoft.com/office/drawing/2017/decorative" val="1"/>
              </a:ext>
            </a:extLst>
          </p:cNvPr>
          <p:cNvSpPr>
            <a:spLocks noGrp="1"/>
          </p:cNvSpPr>
          <p:nvPr>
            <p:ph type="pic" sz="quarter" idx="28" hasCustomPrompt="1"/>
          </p:nvPr>
        </p:nvSpPr>
        <p:spPr bwMode="gray">
          <a:xfrm>
            <a:off x="6165849" y="3532162"/>
            <a:ext cx="5478463" cy="2778151"/>
          </a:xfrm>
          <a:prstGeom prst="roundRect">
            <a:avLst>
              <a:gd name="adj" fmla="val 5810"/>
            </a:avLst>
          </a:prstGeom>
          <a:solidFill>
            <a:srgbClr val="C1BFFF"/>
          </a:solidFill>
        </p:spPr>
        <p:txBody>
          <a:bodyPr tIns="91440" anchor="t" anchorCtr="0"/>
          <a:lstStyle>
            <a:lvl1pPr marL="0" indent="0" algn="ctr">
              <a:buNone/>
              <a:defRPr sz="1400">
                <a:latin typeface="+mj-lt"/>
              </a:defRPr>
            </a:lvl1pPr>
          </a:lstStyle>
          <a:p>
            <a:r>
              <a:rPr lang="en-US" noProof="0" dirty="0"/>
              <a:t>Add picture here</a:t>
            </a:r>
          </a:p>
        </p:txBody>
      </p:sp>
      <p:pic>
        <p:nvPicPr>
          <p:cNvPr id="5" name="Pearson Logo" descr="Pearson Logo">
            <a:extLst>
              <a:ext uri="{FF2B5EF4-FFF2-40B4-BE49-F238E27FC236}">
                <a16:creationId xmlns:a16="http://schemas.microsoft.com/office/drawing/2014/main" id="{A821EDCD-8B63-2581-4357-D29129267763}"/>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40812571"/>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rt with Caption x3">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
            <a:extLst>
              <a:ext uri="{FF2B5EF4-FFF2-40B4-BE49-F238E27FC236}">
                <a16:creationId xmlns:a16="http://schemas.microsoft.com/office/drawing/2014/main" id="{76778EDA-841E-AD19-1FC9-84797F981CD0}"/>
              </a:ext>
            </a:extLst>
          </p:cNvPr>
          <p:cNvSpPr>
            <a:spLocks noGrp="1"/>
          </p:cNvSpPr>
          <p:nvPr>
            <p:ph type="title" hasCustomPrompt="1"/>
          </p:nvPr>
        </p:nvSpPr>
        <p:spPr>
          <a:xfrm>
            <a:off x="550164" y="552450"/>
            <a:ext cx="11067619" cy="819150"/>
          </a:xfrm>
        </p:spPr>
        <p:txBody>
          <a:bodyPr/>
          <a:lstStyle>
            <a:lvl1pPr>
              <a:defRPr>
                <a:latin typeface="+mj-lt"/>
              </a:defRPr>
            </a:lvl1pPr>
          </a:lstStyle>
          <a:p>
            <a:r>
              <a:rPr lang="en-US" noProof="0" dirty="0"/>
              <a:t>Place headline here</a:t>
            </a:r>
          </a:p>
        </p:txBody>
      </p:sp>
      <p:sp>
        <p:nvSpPr>
          <p:cNvPr id="5" name="Rounded Rectangle">
            <a:extLst>
              <a:ext uri="{FF2B5EF4-FFF2-40B4-BE49-F238E27FC236}">
                <a16:creationId xmlns:a16="http://schemas.microsoft.com/office/drawing/2014/main" id="{43BC7A31-D3E2-BEAB-2872-E025B38159FF}"/>
              </a:ext>
              <a:ext uri="{C183D7F6-B498-43B3-948B-1728B52AA6E4}">
                <adec:decorative xmlns:adec="http://schemas.microsoft.com/office/drawing/2017/decorative" val="1"/>
              </a:ext>
            </a:extLst>
          </p:cNvPr>
          <p:cNvSpPr/>
          <p:nvPr userDrawn="1"/>
        </p:nvSpPr>
        <p:spPr bwMode="white">
          <a:xfrm>
            <a:off x="550164" y="1644648"/>
            <a:ext cx="3428347" cy="4391757"/>
          </a:xfrm>
          <a:prstGeom prst="roundRect">
            <a:avLst>
              <a:gd name="adj" fmla="val 51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1" name="Chart 1">
            <a:extLst>
              <a:ext uri="{FF2B5EF4-FFF2-40B4-BE49-F238E27FC236}">
                <a16:creationId xmlns:a16="http://schemas.microsoft.com/office/drawing/2014/main" id="{FADACD2F-CC8C-1642-5883-95CACF779B0E}"/>
              </a:ext>
            </a:extLst>
          </p:cNvPr>
          <p:cNvSpPr>
            <a:spLocks noGrp="1"/>
          </p:cNvSpPr>
          <p:nvPr>
            <p:ph type="chart" sz="quarter" idx="13"/>
          </p:nvPr>
        </p:nvSpPr>
        <p:spPr>
          <a:xfrm>
            <a:off x="834666" y="1957388"/>
            <a:ext cx="2859342" cy="2063069"/>
          </a:xfrm>
        </p:spPr>
        <p:txBody>
          <a:bodyPr tIns="91440" anchor="t" anchorCtr="0">
            <a:noAutofit/>
          </a:bodyPr>
          <a:lstStyle>
            <a:lvl1pPr marL="0" indent="0" algn="ctr">
              <a:spcAft>
                <a:spcPts val="0"/>
              </a:spcAft>
              <a:buNone/>
              <a:defRPr sz="1400">
                <a:latin typeface="+mj-lt"/>
              </a:defRPr>
            </a:lvl1pPr>
          </a:lstStyle>
          <a:p>
            <a:r>
              <a:rPr lang="en-US" noProof="0" dirty="0"/>
              <a:t>Click icon to add chart</a:t>
            </a:r>
          </a:p>
        </p:txBody>
      </p:sp>
      <p:sp>
        <p:nvSpPr>
          <p:cNvPr id="25" name="Chart 1 Title">
            <a:extLst>
              <a:ext uri="{FF2B5EF4-FFF2-40B4-BE49-F238E27FC236}">
                <a16:creationId xmlns:a16="http://schemas.microsoft.com/office/drawing/2014/main" id="{D10DAACE-F057-7580-94DA-7C4C5BD03A2F}"/>
              </a:ext>
            </a:extLst>
          </p:cNvPr>
          <p:cNvSpPr>
            <a:spLocks noGrp="1"/>
          </p:cNvSpPr>
          <p:nvPr>
            <p:ph type="body" sz="quarter" idx="19" hasCustomPrompt="1"/>
          </p:nvPr>
        </p:nvSpPr>
        <p:spPr>
          <a:xfrm>
            <a:off x="834666" y="4202162"/>
            <a:ext cx="2859342"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Chart title</a:t>
            </a:r>
          </a:p>
        </p:txBody>
      </p:sp>
      <p:sp>
        <p:nvSpPr>
          <p:cNvPr id="20" name="Chart 1 Description">
            <a:extLst>
              <a:ext uri="{FF2B5EF4-FFF2-40B4-BE49-F238E27FC236}">
                <a16:creationId xmlns:a16="http://schemas.microsoft.com/office/drawing/2014/main" id="{8B5D6A24-C8A4-EEEC-21B8-92B7A2D661AD}"/>
              </a:ext>
            </a:extLst>
          </p:cNvPr>
          <p:cNvSpPr>
            <a:spLocks noGrp="1"/>
          </p:cNvSpPr>
          <p:nvPr>
            <p:ph type="body" sz="quarter" idx="14" hasCustomPrompt="1"/>
          </p:nvPr>
        </p:nvSpPr>
        <p:spPr>
          <a:xfrm>
            <a:off x="834666" y="4586336"/>
            <a:ext cx="2859342" cy="819150"/>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description here.</a:t>
            </a:r>
          </a:p>
        </p:txBody>
      </p:sp>
      <p:sp>
        <p:nvSpPr>
          <p:cNvPr id="28" name="Chart 1 Source">
            <a:extLst>
              <a:ext uri="{FF2B5EF4-FFF2-40B4-BE49-F238E27FC236}">
                <a16:creationId xmlns:a16="http://schemas.microsoft.com/office/drawing/2014/main" id="{9006CAB2-B82A-4B76-8956-5F828DD81CA4}"/>
              </a:ext>
            </a:extLst>
          </p:cNvPr>
          <p:cNvSpPr>
            <a:spLocks noGrp="1"/>
          </p:cNvSpPr>
          <p:nvPr>
            <p:ph type="body" sz="quarter" idx="22" hasCustomPrompt="1"/>
          </p:nvPr>
        </p:nvSpPr>
        <p:spPr>
          <a:xfrm>
            <a:off x="834666" y="5486400"/>
            <a:ext cx="2859342" cy="274637"/>
          </a:xfrm>
        </p:spPr>
        <p:txBody>
          <a:bodyPr anchor="b">
            <a:noAutofit/>
          </a:bodyPr>
          <a:lstStyle>
            <a:lvl1pPr marL="0" indent="0">
              <a:spcBef>
                <a:spcPts val="0"/>
              </a:spcBef>
              <a:buNone/>
              <a:defRPr sz="10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Source</a:t>
            </a:r>
          </a:p>
        </p:txBody>
      </p:sp>
      <p:sp>
        <p:nvSpPr>
          <p:cNvPr id="8" name="Rounded Rectangle">
            <a:extLst>
              <a:ext uri="{FF2B5EF4-FFF2-40B4-BE49-F238E27FC236}">
                <a16:creationId xmlns:a16="http://schemas.microsoft.com/office/drawing/2014/main" id="{8193921E-0D84-88DE-7A4E-009AE0D37A78}"/>
              </a:ext>
              <a:ext uri="{C183D7F6-B498-43B3-948B-1728B52AA6E4}">
                <adec:decorative xmlns:adec="http://schemas.microsoft.com/office/drawing/2017/decorative" val="1"/>
              </a:ext>
            </a:extLst>
          </p:cNvPr>
          <p:cNvSpPr/>
          <p:nvPr userDrawn="1"/>
        </p:nvSpPr>
        <p:spPr bwMode="white">
          <a:xfrm>
            <a:off x="4382271" y="1644648"/>
            <a:ext cx="3428347" cy="4391757"/>
          </a:xfrm>
          <a:prstGeom prst="roundRect">
            <a:avLst>
              <a:gd name="adj" fmla="val 51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1" name="Chart 2">
            <a:extLst>
              <a:ext uri="{FF2B5EF4-FFF2-40B4-BE49-F238E27FC236}">
                <a16:creationId xmlns:a16="http://schemas.microsoft.com/office/drawing/2014/main" id="{B0604150-ED55-35CD-261F-4BB39A9F570D}"/>
              </a:ext>
            </a:extLst>
          </p:cNvPr>
          <p:cNvSpPr>
            <a:spLocks noGrp="1"/>
          </p:cNvSpPr>
          <p:nvPr>
            <p:ph type="chart" sz="quarter" idx="15"/>
          </p:nvPr>
        </p:nvSpPr>
        <p:spPr>
          <a:xfrm>
            <a:off x="4666773" y="1957388"/>
            <a:ext cx="2859342" cy="2063069"/>
          </a:xfrm>
        </p:spPr>
        <p:txBody>
          <a:bodyPr tIns="91440" anchor="t" anchorCtr="0">
            <a:noAutofit/>
          </a:bodyPr>
          <a:lstStyle>
            <a:lvl1pPr marL="0" indent="0" algn="ctr">
              <a:spcAft>
                <a:spcPts val="0"/>
              </a:spcAft>
              <a:buNone/>
              <a:defRPr sz="1400">
                <a:latin typeface="+mj-lt"/>
              </a:defRPr>
            </a:lvl1pPr>
          </a:lstStyle>
          <a:p>
            <a:r>
              <a:rPr lang="en-US" noProof="0" dirty="0"/>
              <a:t>Click icon to add chart</a:t>
            </a:r>
          </a:p>
        </p:txBody>
      </p:sp>
      <p:sp>
        <p:nvSpPr>
          <p:cNvPr id="26" name="Chart 2 Title">
            <a:extLst>
              <a:ext uri="{FF2B5EF4-FFF2-40B4-BE49-F238E27FC236}">
                <a16:creationId xmlns:a16="http://schemas.microsoft.com/office/drawing/2014/main" id="{3FF04CB3-5B97-8317-D802-A30F4877C880}"/>
              </a:ext>
            </a:extLst>
          </p:cNvPr>
          <p:cNvSpPr>
            <a:spLocks noGrp="1"/>
          </p:cNvSpPr>
          <p:nvPr>
            <p:ph type="body" sz="quarter" idx="20" hasCustomPrompt="1"/>
          </p:nvPr>
        </p:nvSpPr>
        <p:spPr>
          <a:xfrm>
            <a:off x="4666773" y="4202162"/>
            <a:ext cx="2859342"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Chart title</a:t>
            </a:r>
          </a:p>
        </p:txBody>
      </p:sp>
      <p:sp>
        <p:nvSpPr>
          <p:cNvPr id="22" name="Chart 2 Description">
            <a:extLst>
              <a:ext uri="{FF2B5EF4-FFF2-40B4-BE49-F238E27FC236}">
                <a16:creationId xmlns:a16="http://schemas.microsoft.com/office/drawing/2014/main" id="{688EC536-8D7E-823B-C4BE-8C7FA4F186EF}"/>
              </a:ext>
            </a:extLst>
          </p:cNvPr>
          <p:cNvSpPr>
            <a:spLocks noGrp="1"/>
          </p:cNvSpPr>
          <p:nvPr>
            <p:ph type="body" sz="quarter" idx="16" hasCustomPrompt="1"/>
          </p:nvPr>
        </p:nvSpPr>
        <p:spPr>
          <a:xfrm>
            <a:off x="4666773" y="4586336"/>
            <a:ext cx="2859342" cy="819150"/>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description here.</a:t>
            </a:r>
          </a:p>
        </p:txBody>
      </p:sp>
      <p:sp>
        <p:nvSpPr>
          <p:cNvPr id="29" name="Chart 2 Source">
            <a:extLst>
              <a:ext uri="{FF2B5EF4-FFF2-40B4-BE49-F238E27FC236}">
                <a16:creationId xmlns:a16="http://schemas.microsoft.com/office/drawing/2014/main" id="{A7EA509B-1B67-F29B-AE51-C1E954CB2CC6}"/>
              </a:ext>
            </a:extLst>
          </p:cNvPr>
          <p:cNvSpPr>
            <a:spLocks noGrp="1"/>
          </p:cNvSpPr>
          <p:nvPr>
            <p:ph type="body" sz="quarter" idx="23" hasCustomPrompt="1"/>
          </p:nvPr>
        </p:nvSpPr>
        <p:spPr>
          <a:xfrm>
            <a:off x="4666773" y="5486400"/>
            <a:ext cx="2859342" cy="274637"/>
          </a:xfrm>
        </p:spPr>
        <p:txBody>
          <a:bodyPr anchor="b">
            <a:noAutofit/>
          </a:bodyPr>
          <a:lstStyle>
            <a:lvl1pPr marL="0" indent="0">
              <a:spcBef>
                <a:spcPts val="0"/>
              </a:spcBef>
              <a:buNone/>
              <a:defRPr sz="10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Source</a:t>
            </a:r>
          </a:p>
        </p:txBody>
      </p:sp>
      <p:sp>
        <p:nvSpPr>
          <p:cNvPr id="4" name="Rounded Rectangle">
            <a:extLst>
              <a:ext uri="{FF2B5EF4-FFF2-40B4-BE49-F238E27FC236}">
                <a16:creationId xmlns:a16="http://schemas.microsoft.com/office/drawing/2014/main" id="{3976CF29-3293-1E05-16DE-2D5A9285B7DB}"/>
              </a:ext>
              <a:ext uri="{C183D7F6-B498-43B3-948B-1728B52AA6E4}">
                <adec:decorative xmlns:adec="http://schemas.microsoft.com/office/drawing/2017/decorative" val="1"/>
              </a:ext>
            </a:extLst>
          </p:cNvPr>
          <p:cNvSpPr/>
          <p:nvPr userDrawn="1"/>
        </p:nvSpPr>
        <p:spPr bwMode="white">
          <a:xfrm>
            <a:off x="8214378" y="1644648"/>
            <a:ext cx="3428347" cy="4391757"/>
          </a:xfrm>
          <a:prstGeom prst="roundRect">
            <a:avLst>
              <a:gd name="adj" fmla="val 510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3" name="Chart 3">
            <a:extLst>
              <a:ext uri="{FF2B5EF4-FFF2-40B4-BE49-F238E27FC236}">
                <a16:creationId xmlns:a16="http://schemas.microsoft.com/office/drawing/2014/main" id="{67BE780A-D617-860B-C3FF-BAE8BDF5CD92}"/>
              </a:ext>
            </a:extLst>
          </p:cNvPr>
          <p:cNvSpPr>
            <a:spLocks noGrp="1"/>
          </p:cNvSpPr>
          <p:nvPr>
            <p:ph type="chart" sz="quarter" idx="17"/>
          </p:nvPr>
        </p:nvSpPr>
        <p:spPr>
          <a:xfrm>
            <a:off x="8498880" y="1957388"/>
            <a:ext cx="2859342" cy="2063069"/>
          </a:xfrm>
        </p:spPr>
        <p:txBody>
          <a:bodyPr tIns="91440" anchor="t" anchorCtr="0">
            <a:noAutofit/>
          </a:bodyPr>
          <a:lstStyle>
            <a:lvl1pPr marL="0" indent="0" algn="ctr">
              <a:spcAft>
                <a:spcPts val="0"/>
              </a:spcAft>
              <a:buNone/>
              <a:defRPr sz="1400">
                <a:latin typeface="+mj-lt"/>
              </a:defRPr>
            </a:lvl1pPr>
          </a:lstStyle>
          <a:p>
            <a:r>
              <a:rPr lang="en-US" noProof="0" dirty="0"/>
              <a:t>Click icon to add chart</a:t>
            </a:r>
          </a:p>
        </p:txBody>
      </p:sp>
      <p:sp>
        <p:nvSpPr>
          <p:cNvPr id="27" name="Chart 3 Title">
            <a:extLst>
              <a:ext uri="{FF2B5EF4-FFF2-40B4-BE49-F238E27FC236}">
                <a16:creationId xmlns:a16="http://schemas.microsoft.com/office/drawing/2014/main" id="{A6ED8CBD-52F7-3815-E0DF-14C42CDA0C5E}"/>
              </a:ext>
            </a:extLst>
          </p:cNvPr>
          <p:cNvSpPr>
            <a:spLocks noGrp="1"/>
          </p:cNvSpPr>
          <p:nvPr>
            <p:ph type="body" sz="quarter" idx="21" hasCustomPrompt="1"/>
          </p:nvPr>
        </p:nvSpPr>
        <p:spPr>
          <a:xfrm>
            <a:off x="8498880" y="4202162"/>
            <a:ext cx="2859342"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Chart title</a:t>
            </a:r>
          </a:p>
        </p:txBody>
      </p:sp>
      <p:sp>
        <p:nvSpPr>
          <p:cNvPr id="24" name="Chart 3 Description">
            <a:extLst>
              <a:ext uri="{FF2B5EF4-FFF2-40B4-BE49-F238E27FC236}">
                <a16:creationId xmlns:a16="http://schemas.microsoft.com/office/drawing/2014/main" id="{48F9AF94-8334-09BC-B59E-E89B77FE6D0B}"/>
              </a:ext>
            </a:extLst>
          </p:cNvPr>
          <p:cNvSpPr>
            <a:spLocks noGrp="1"/>
          </p:cNvSpPr>
          <p:nvPr>
            <p:ph type="body" sz="quarter" idx="18" hasCustomPrompt="1"/>
          </p:nvPr>
        </p:nvSpPr>
        <p:spPr>
          <a:xfrm>
            <a:off x="8498880" y="4586336"/>
            <a:ext cx="2859342" cy="819150"/>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description here.</a:t>
            </a:r>
          </a:p>
        </p:txBody>
      </p:sp>
      <p:sp>
        <p:nvSpPr>
          <p:cNvPr id="30" name="Chart 3 Source">
            <a:extLst>
              <a:ext uri="{FF2B5EF4-FFF2-40B4-BE49-F238E27FC236}">
                <a16:creationId xmlns:a16="http://schemas.microsoft.com/office/drawing/2014/main" id="{B2165778-FD41-8551-83BE-66F1D6D1F7EE}"/>
              </a:ext>
            </a:extLst>
          </p:cNvPr>
          <p:cNvSpPr>
            <a:spLocks noGrp="1"/>
          </p:cNvSpPr>
          <p:nvPr>
            <p:ph type="body" sz="quarter" idx="24" hasCustomPrompt="1"/>
          </p:nvPr>
        </p:nvSpPr>
        <p:spPr>
          <a:xfrm>
            <a:off x="8498880" y="5486400"/>
            <a:ext cx="2859342" cy="274637"/>
          </a:xfrm>
        </p:spPr>
        <p:txBody>
          <a:bodyPr anchor="b">
            <a:noAutofit/>
          </a:bodyPr>
          <a:lstStyle>
            <a:lvl1pPr marL="0" indent="0">
              <a:spcBef>
                <a:spcPts val="0"/>
              </a:spcBef>
              <a:buNone/>
              <a:defRPr sz="10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Source</a:t>
            </a:r>
          </a:p>
        </p:txBody>
      </p:sp>
      <p:pic>
        <p:nvPicPr>
          <p:cNvPr id="9" name="Pearson Logo" descr="Pearson Logo">
            <a:extLst>
              <a:ext uri="{FF2B5EF4-FFF2-40B4-BE49-F238E27FC236}">
                <a16:creationId xmlns:a16="http://schemas.microsoft.com/office/drawing/2014/main" id="{34EABF74-3DE5-260D-E872-5B7B3EEE90A4}"/>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007632720"/>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g Headline with Image and Text x2">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9" name="Title">
            <a:extLst>
              <a:ext uri="{FF2B5EF4-FFF2-40B4-BE49-F238E27FC236}">
                <a16:creationId xmlns:a16="http://schemas.microsoft.com/office/drawing/2014/main" id="{0BAA8580-747A-61E4-43BE-A79D36CBD6DE}"/>
              </a:ext>
            </a:extLst>
          </p:cNvPr>
          <p:cNvSpPr>
            <a:spLocks noGrp="1"/>
          </p:cNvSpPr>
          <p:nvPr>
            <p:ph type="title" hasCustomPrompt="1"/>
          </p:nvPr>
        </p:nvSpPr>
        <p:spPr>
          <a:xfrm>
            <a:off x="550164" y="1372551"/>
            <a:ext cx="4679061" cy="2517277"/>
          </a:xfrm>
        </p:spPr>
        <p:txBody>
          <a:bodyPr/>
          <a:lstStyle>
            <a:lvl1pPr>
              <a:defRPr sz="4400">
                <a:latin typeface="+mj-lt"/>
              </a:defRPr>
            </a:lvl1pPr>
          </a:lstStyle>
          <a:p>
            <a:r>
              <a:rPr lang="en-US" noProof="0" dirty="0"/>
              <a:t>Place headline here, lorem ipsum dolor sit </a:t>
            </a:r>
            <a:r>
              <a:rPr lang="en-US" noProof="0" dirty="0" err="1"/>
              <a:t>amet</a:t>
            </a:r>
            <a:r>
              <a:rPr lang="en-US" noProof="0" dirty="0"/>
              <a:t> diam </a:t>
            </a:r>
            <a:r>
              <a:rPr lang="en-US" noProof="0" dirty="0" err="1"/>
              <a:t>elit</a:t>
            </a:r>
            <a:r>
              <a:rPr lang="en-US" noProof="0" dirty="0"/>
              <a:t> </a:t>
            </a:r>
          </a:p>
        </p:txBody>
      </p:sp>
      <p:sp>
        <p:nvSpPr>
          <p:cNvPr id="2" name="Rounded Rectangle 1">
            <a:extLst>
              <a:ext uri="{FF2B5EF4-FFF2-40B4-BE49-F238E27FC236}">
                <a16:creationId xmlns:a16="http://schemas.microsoft.com/office/drawing/2014/main" id="{60C38BEE-570B-9B3A-5F52-DA6234A53C6B}"/>
              </a:ext>
              <a:ext uri="{C183D7F6-B498-43B3-948B-1728B52AA6E4}">
                <adec:decorative xmlns:adec="http://schemas.microsoft.com/office/drawing/2017/decorative" val="1"/>
              </a:ext>
            </a:extLst>
          </p:cNvPr>
          <p:cNvSpPr/>
          <p:nvPr userDrawn="1"/>
        </p:nvSpPr>
        <p:spPr bwMode="white">
          <a:xfrm>
            <a:off x="6165850" y="1372552"/>
            <a:ext cx="2670176" cy="4390073"/>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0" name="Picture 1">
            <a:extLst>
              <a:ext uri="{FF2B5EF4-FFF2-40B4-BE49-F238E27FC236}">
                <a16:creationId xmlns:a16="http://schemas.microsoft.com/office/drawing/2014/main" id="{5CE683B9-5ED7-85F9-3A8C-ABA72F9D3440}"/>
              </a:ext>
              <a:ext uri="{C183D7F6-B498-43B3-948B-1728B52AA6E4}">
                <adec:decorative xmlns:adec="http://schemas.microsoft.com/office/drawing/2017/decorative" val="0"/>
              </a:ext>
            </a:extLst>
          </p:cNvPr>
          <p:cNvSpPr>
            <a:spLocks noGrp="1"/>
          </p:cNvSpPr>
          <p:nvPr>
            <p:ph type="pic" sz="quarter" idx="32" hasCustomPrompt="1"/>
          </p:nvPr>
        </p:nvSpPr>
        <p:spPr>
          <a:xfrm>
            <a:off x="6796089" y="2343150"/>
            <a:ext cx="1409698" cy="1485900"/>
          </a:xfrm>
        </p:spPr>
        <p:txBody>
          <a:bodyPr tIns="91440" anchor="t" anchorCtr="0"/>
          <a:lstStyle>
            <a:lvl1pPr marL="0" indent="0" algn="ctr">
              <a:buNone/>
              <a:defRPr sz="1400">
                <a:latin typeface="+mj-lt"/>
              </a:defRPr>
            </a:lvl1pPr>
          </a:lstStyle>
          <a:p>
            <a:r>
              <a:rPr lang="en-US" noProof="0" dirty="0"/>
              <a:t>Icon</a:t>
            </a:r>
          </a:p>
        </p:txBody>
      </p:sp>
      <p:sp>
        <p:nvSpPr>
          <p:cNvPr id="12" name="Subhead 1">
            <a:extLst>
              <a:ext uri="{FF2B5EF4-FFF2-40B4-BE49-F238E27FC236}">
                <a16:creationId xmlns:a16="http://schemas.microsoft.com/office/drawing/2014/main" id="{53598A90-7BE2-0D82-0FCF-005EE8458977}"/>
              </a:ext>
            </a:extLst>
          </p:cNvPr>
          <p:cNvSpPr>
            <a:spLocks noGrp="1"/>
          </p:cNvSpPr>
          <p:nvPr>
            <p:ph type="body" sz="quarter" idx="20" hasCustomPrompt="1"/>
          </p:nvPr>
        </p:nvSpPr>
        <p:spPr>
          <a:xfrm>
            <a:off x="6419373" y="4592687"/>
            <a:ext cx="2210277"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subhead here</a:t>
            </a:r>
          </a:p>
        </p:txBody>
      </p:sp>
      <p:sp>
        <p:nvSpPr>
          <p:cNvPr id="13" name="Text 1">
            <a:extLst>
              <a:ext uri="{FF2B5EF4-FFF2-40B4-BE49-F238E27FC236}">
                <a16:creationId xmlns:a16="http://schemas.microsoft.com/office/drawing/2014/main" id="{E8F4AB40-5736-AD5A-95C8-7BCC8DCBDAB9}"/>
              </a:ext>
            </a:extLst>
          </p:cNvPr>
          <p:cNvSpPr>
            <a:spLocks noGrp="1"/>
          </p:cNvSpPr>
          <p:nvPr>
            <p:ph type="body" sz="quarter" idx="16" hasCustomPrompt="1"/>
          </p:nvPr>
        </p:nvSpPr>
        <p:spPr>
          <a:xfrm>
            <a:off x="6419373" y="4976861"/>
            <a:ext cx="2210277" cy="604789"/>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5" name="Rounded Rectangle 2">
            <a:extLst>
              <a:ext uri="{FF2B5EF4-FFF2-40B4-BE49-F238E27FC236}">
                <a16:creationId xmlns:a16="http://schemas.microsoft.com/office/drawing/2014/main" id="{E8F054FF-1896-AC30-4C9B-C4C71E606C18}"/>
              </a:ext>
              <a:ext uri="{C183D7F6-B498-43B3-948B-1728B52AA6E4}">
                <adec:decorative xmlns:adec="http://schemas.microsoft.com/office/drawing/2017/decorative" val="1"/>
              </a:ext>
            </a:extLst>
          </p:cNvPr>
          <p:cNvSpPr/>
          <p:nvPr userDrawn="1"/>
        </p:nvSpPr>
        <p:spPr bwMode="white">
          <a:xfrm>
            <a:off x="8988425" y="1372552"/>
            <a:ext cx="2670176" cy="4390073"/>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9" name="Picture 2">
            <a:extLst>
              <a:ext uri="{FF2B5EF4-FFF2-40B4-BE49-F238E27FC236}">
                <a16:creationId xmlns:a16="http://schemas.microsoft.com/office/drawing/2014/main" id="{CBE910CE-B243-EFCA-083F-739AB0E2FD54}"/>
              </a:ext>
              <a:ext uri="{C183D7F6-B498-43B3-948B-1728B52AA6E4}">
                <adec:decorative xmlns:adec="http://schemas.microsoft.com/office/drawing/2017/decorative" val="0"/>
              </a:ext>
            </a:extLst>
          </p:cNvPr>
          <p:cNvSpPr>
            <a:spLocks noGrp="1"/>
          </p:cNvSpPr>
          <p:nvPr>
            <p:ph type="pic" sz="quarter" idx="31" hasCustomPrompt="1"/>
          </p:nvPr>
        </p:nvSpPr>
        <p:spPr>
          <a:xfrm>
            <a:off x="9618664" y="2343150"/>
            <a:ext cx="1409698" cy="1485900"/>
          </a:xfrm>
        </p:spPr>
        <p:txBody>
          <a:bodyPr tIns="91440" anchor="t" anchorCtr="0"/>
          <a:lstStyle>
            <a:lvl1pPr marL="0" indent="0" algn="ctr">
              <a:buNone/>
              <a:defRPr sz="1400">
                <a:latin typeface="+mj-lt"/>
              </a:defRPr>
            </a:lvl1pPr>
          </a:lstStyle>
          <a:p>
            <a:r>
              <a:rPr lang="en-US" noProof="0" dirty="0"/>
              <a:t>Icon</a:t>
            </a:r>
          </a:p>
        </p:txBody>
      </p:sp>
      <p:sp>
        <p:nvSpPr>
          <p:cNvPr id="15" name="Subhead 2">
            <a:extLst>
              <a:ext uri="{FF2B5EF4-FFF2-40B4-BE49-F238E27FC236}">
                <a16:creationId xmlns:a16="http://schemas.microsoft.com/office/drawing/2014/main" id="{143EAC0C-2663-3AAD-34E5-1033DD8E1B0A}"/>
              </a:ext>
            </a:extLst>
          </p:cNvPr>
          <p:cNvSpPr>
            <a:spLocks noGrp="1"/>
          </p:cNvSpPr>
          <p:nvPr>
            <p:ph type="body" sz="quarter" idx="28" hasCustomPrompt="1"/>
          </p:nvPr>
        </p:nvSpPr>
        <p:spPr>
          <a:xfrm>
            <a:off x="9238773" y="4592687"/>
            <a:ext cx="2210277" cy="297267"/>
          </a:xfrm>
        </p:spPr>
        <p:txBody>
          <a:bodyPr>
            <a:noAutofit/>
          </a:bodyPr>
          <a:lstStyle>
            <a:lvl1pPr marL="0" indent="0">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subhead here</a:t>
            </a:r>
          </a:p>
        </p:txBody>
      </p:sp>
      <p:sp>
        <p:nvSpPr>
          <p:cNvPr id="16" name="Text 2">
            <a:extLst>
              <a:ext uri="{FF2B5EF4-FFF2-40B4-BE49-F238E27FC236}">
                <a16:creationId xmlns:a16="http://schemas.microsoft.com/office/drawing/2014/main" id="{95CB6802-304B-6C86-41E0-77EF0EA330A2}"/>
              </a:ext>
            </a:extLst>
          </p:cNvPr>
          <p:cNvSpPr>
            <a:spLocks noGrp="1"/>
          </p:cNvSpPr>
          <p:nvPr>
            <p:ph type="body" sz="quarter" idx="29" hasCustomPrompt="1"/>
          </p:nvPr>
        </p:nvSpPr>
        <p:spPr>
          <a:xfrm>
            <a:off x="9238773" y="4976861"/>
            <a:ext cx="2210277" cy="604789"/>
          </a:xfrm>
        </p:spPr>
        <p:txBody>
          <a:bodyPr>
            <a:noAutofit/>
          </a:bodyPr>
          <a:lstStyle>
            <a:lvl1pPr marL="0" indent="0">
              <a:spcBef>
                <a:spcPts val="0"/>
              </a:spcBef>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cxnSp>
        <p:nvCxnSpPr>
          <p:cNvPr id="21" name="Straight Connector">
            <a:extLst>
              <a:ext uri="{FF2B5EF4-FFF2-40B4-BE49-F238E27FC236}">
                <a16:creationId xmlns:a16="http://schemas.microsoft.com/office/drawing/2014/main" id="{81E8F35B-BE43-51AF-93FB-43D77D24016D}"/>
              </a:ext>
              <a:ext uri="{C183D7F6-B498-43B3-948B-1728B52AA6E4}">
                <adec:decorative xmlns:adec="http://schemas.microsoft.com/office/drawing/2017/decorative" val="1"/>
              </a:ext>
            </a:extLst>
          </p:cNvPr>
          <p:cNvCxnSpPr>
            <a:cxnSpLocks/>
          </p:cNvCxnSpPr>
          <p:nvPr userDrawn="1"/>
        </p:nvCxnSpPr>
        <p:spPr bwMode="black">
          <a:xfrm flipH="1">
            <a:off x="542925" y="5762625"/>
            <a:ext cx="5087312"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pic>
        <p:nvPicPr>
          <p:cNvPr id="4" name="Pearson Logo" descr="Pearson Logo">
            <a:extLst>
              <a:ext uri="{FF2B5EF4-FFF2-40B4-BE49-F238E27FC236}">
                <a16:creationId xmlns:a16="http://schemas.microsoft.com/office/drawing/2014/main" id="{97CB2F8D-A344-42F2-84CB-97822980D5DE}"/>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58329380"/>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x3">
    <p:bg bwMode="ltGray">
      <p:bgPr>
        <a:solidFill>
          <a:srgbClr val="EDECF6"/>
        </a:solidFill>
        <a:effectLst/>
      </p:bgPr>
    </p:bg>
    <p:spTree>
      <p:nvGrpSpPr>
        <p:cNvPr id="1" name=""/>
        <p:cNvGrpSpPr/>
        <p:nvPr/>
      </p:nvGrpSpPr>
      <p:grpSpPr>
        <a:xfrm>
          <a:off x="0" y="0"/>
          <a:ext cx="0" cy="0"/>
          <a:chOff x="0" y="0"/>
          <a:chExt cx="0" cy="0"/>
        </a:xfrm>
      </p:grpSpPr>
      <p:sp>
        <p:nvSpPr>
          <p:cNvPr id="12" name="Section">
            <a:extLst>
              <a:ext uri="{FF2B5EF4-FFF2-40B4-BE49-F238E27FC236}">
                <a16:creationId xmlns:a16="http://schemas.microsoft.com/office/drawing/2014/main" id="{6D8160D0-6A66-0EA9-5753-2EC4FF928625}"/>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76778EDA-841E-AD19-1FC9-84797F981CD0}"/>
              </a:ext>
            </a:extLst>
          </p:cNvPr>
          <p:cNvSpPr>
            <a:spLocks noGrp="1"/>
          </p:cNvSpPr>
          <p:nvPr>
            <p:ph type="title" hasCustomPrompt="1"/>
          </p:nvPr>
        </p:nvSpPr>
        <p:spPr>
          <a:xfrm>
            <a:off x="550164" y="1370208"/>
            <a:ext cx="2802636" cy="2058791"/>
          </a:xfrm>
        </p:spPr>
        <p:txBody>
          <a:bodyPr/>
          <a:lstStyle>
            <a:lvl1pPr>
              <a:defRPr>
                <a:latin typeface="+mj-lt"/>
              </a:defRPr>
            </a:lvl1pPr>
          </a:lstStyle>
          <a:p>
            <a:r>
              <a:rPr lang="en-US" noProof="0" dirty="0"/>
              <a:t>Place headline here, lorem ipsum dolor sit </a:t>
            </a:r>
            <a:r>
              <a:rPr lang="en-US" noProof="0" dirty="0" err="1"/>
              <a:t>amet</a:t>
            </a:r>
            <a:endParaRPr lang="en-US" noProof="0" dirty="0"/>
          </a:p>
        </p:txBody>
      </p:sp>
      <p:sp>
        <p:nvSpPr>
          <p:cNvPr id="16" name="Heading 1">
            <a:extLst>
              <a:ext uri="{FF2B5EF4-FFF2-40B4-BE49-F238E27FC236}">
                <a16:creationId xmlns:a16="http://schemas.microsoft.com/office/drawing/2014/main" id="{FCC9DF55-A4B0-0465-BFCC-37DECDE5A17D}"/>
              </a:ext>
            </a:extLst>
          </p:cNvPr>
          <p:cNvSpPr>
            <a:spLocks noGrp="1"/>
          </p:cNvSpPr>
          <p:nvPr>
            <p:ph type="body" idx="32" hasCustomPrompt="1"/>
          </p:nvPr>
        </p:nvSpPr>
        <p:spPr>
          <a:xfrm>
            <a:off x="4292600" y="1372089"/>
            <a:ext cx="2350800" cy="304311"/>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a:t>
            </a:r>
          </a:p>
        </p:txBody>
      </p:sp>
      <p:sp>
        <p:nvSpPr>
          <p:cNvPr id="13" name="Subhead 1">
            <a:extLst>
              <a:ext uri="{FF2B5EF4-FFF2-40B4-BE49-F238E27FC236}">
                <a16:creationId xmlns:a16="http://schemas.microsoft.com/office/drawing/2014/main" id="{C24E80FF-3C71-1311-11AF-54A5FE1BEA79}"/>
              </a:ext>
            </a:extLst>
          </p:cNvPr>
          <p:cNvSpPr>
            <a:spLocks noGrp="1"/>
          </p:cNvSpPr>
          <p:nvPr>
            <p:ph type="body" idx="1" hasCustomPrompt="1"/>
          </p:nvPr>
        </p:nvSpPr>
        <p:spPr>
          <a:xfrm>
            <a:off x="4292600" y="1757850"/>
            <a:ext cx="2350800" cy="548285"/>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4" name="Text 1">
            <a:extLst>
              <a:ext uri="{FF2B5EF4-FFF2-40B4-BE49-F238E27FC236}">
                <a16:creationId xmlns:a16="http://schemas.microsoft.com/office/drawing/2014/main" id="{211301DE-57D3-01C0-ED02-28220C1A8546}"/>
              </a:ext>
            </a:extLst>
          </p:cNvPr>
          <p:cNvSpPr>
            <a:spLocks noGrp="1"/>
          </p:cNvSpPr>
          <p:nvPr>
            <p:ph type="body" sz="quarter" idx="38"/>
          </p:nvPr>
        </p:nvSpPr>
        <p:spPr>
          <a:xfrm>
            <a:off x="4292600" y="2438400"/>
            <a:ext cx="2350008" cy="987552"/>
          </a:xfrm>
        </p:spPr>
        <p:txBody>
          <a:bodyPr/>
          <a:lstStyle>
            <a:lvl1pPr marL="0" inden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0" name="Picture 1">
            <a:extLst>
              <a:ext uri="{FF2B5EF4-FFF2-40B4-BE49-F238E27FC236}">
                <a16:creationId xmlns:a16="http://schemas.microsoft.com/office/drawing/2014/main" id="{CD5E3A7C-88DE-1CA0-135D-D4963A01BC87}"/>
              </a:ext>
              <a:ext uri="{C183D7F6-B498-43B3-948B-1728B52AA6E4}">
                <adec:decorative xmlns:adec="http://schemas.microsoft.com/office/drawing/2017/decorative" val="1"/>
              </a:ext>
            </a:extLst>
          </p:cNvPr>
          <p:cNvSpPr>
            <a:spLocks noGrp="1"/>
          </p:cNvSpPr>
          <p:nvPr>
            <p:ph type="pic" sz="quarter" idx="35" hasCustomPrompt="1"/>
          </p:nvPr>
        </p:nvSpPr>
        <p:spPr bwMode="gray">
          <a:xfrm>
            <a:off x="4292600" y="3690938"/>
            <a:ext cx="2371437" cy="2070416"/>
          </a:xfrm>
          <a:prstGeom prst="roundRect">
            <a:avLst>
              <a:gd name="adj" fmla="val 7083"/>
            </a:avLst>
          </a:prstGeom>
          <a:solidFill>
            <a:srgbClr val="C1BFFF"/>
          </a:solidFill>
        </p:spPr>
        <p:txBody>
          <a:bodyPr tIns="91440" anchor="t" anchorCtr="0"/>
          <a:lstStyle>
            <a:lvl1pPr marL="0" indent="0" algn="ctr">
              <a:buNone/>
              <a:defRPr sz="1400">
                <a:latin typeface="+mj-lt"/>
              </a:defRPr>
            </a:lvl1pPr>
          </a:lstStyle>
          <a:p>
            <a:r>
              <a:rPr lang="en-US" noProof="0" dirty="0"/>
              <a:t>Add picture here</a:t>
            </a:r>
          </a:p>
        </p:txBody>
      </p:sp>
      <p:sp>
        <p:nvSpPr>
          <p:cNvPr id="17" name="Heading 2">
            <a:extLst>
              <a:ext uri="{FF2B5EF4-FFF2-40B4-BE49-F238E27FC236}">
                <a16:creationId xmlns:a16="http://schemas.microsoft.com/office/drawing/2014/main" id="{D6CB4244-AA07-9C62-4C0C-58EF345C3E90}"/>
              </a:ext>
            </a:extLst>
          </p:cNvPr>
          <p:cNvSpPr>
            <a:spLocks noGrp="1"/>
          </p:cNvSpPr>
          <p:nvPr>
            <p:ph type="body" idx="33" hasCustomPrompt="1"/>
          </p:nvPr>
        </p:nvSpPr>
        <p:spPr>
          <a:xfrm>
            <a:off x="6781800" y="1372089"/>
            <a:ext cx="2350800" cy="304311"/>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a:t>
            </a:r>
          </a:p>
        </p:txBody>
      </p:sp>
      <p:sp>
        <p:nvSpPr>
          <p:cNvPr id="14" name="Text Placeholder 2">
            <a:extLst>
              <a:ext uri="{FF2B5EF4-FFF2-40B4-BE49-F238E27FC236}">
                <a16:creationId xmlns:a16="http://schemas.microsoft.com/office/drawing/2014/main" id="{E7969028-00D9-D8CE-1448-621DC2F4C603}"/>
              </a:ext>
            </a:extLst>
          </p:cNvPr>
          <p:cNvSpPr>
            <a:spLocks noGrp="1"/>
          </p:cNvSpPr>
          <p:nvPr>
            <p:ph type="body" idx="30" hasCustomPrompt="1"/>
          </p:nvPr>
        </p:nvSpPr>
        <p:spPr>
          <a:xfrm>
            <a:off x="6781800" y="1757850"/>
            <a:ext cx="2350800" cy="548285"/>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5" name="Text 2">
            <a:extLst>
              <a:ext uri="{FF2B5EF4-FFF2-40B4-BE49-F238E27FC236}">
                <a16:creationId xmlns:a16="http://schemas.microsoft.com/office/drawing/2014/main" id="{29DCDE7E-D2D6-4539-E4D3-FF0231419362}"/>
              </a:ext>
            </a:extLst>
          </p:cNvPr>
          <p:cNvSpPr>
            <a:spLocks noGrp="1"/>
          </p:cNvSpPr>
          <p:nvPr>
            <p:ph type="body" sz="quarter" idx="39"/>
          </p:nvPr>
        </p:nvSpPr>
        <p:spPr>
          <a:xfrm>
            <a:off x="6782592" y="2438400"/>
            <a:ext cx="2350008" cy="987552"/>
          </a:xfrm>
        </p:spPr>
        <p:txBody>
          <a:bodyPr/>
          <a:lstStyle>
            <a:lvl1pPr marL="0" inden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Picture 2">
            <a:extLst>
              <a:ext uri="{FF2B5EF4-FFF2-40B4-BE49-F238E27FC236}">
                <a16:creationId xmlns:a16="http://schemas.microsoft.com/office/drawing/2014/main" id="{F830C16D-9055-1B3D-17DC-7E244CE846FD}"/>
              </a:ext>
              <a:ext uri="{C183D7F6-B498-43B3-948B-1728B52AA6E4}">
                <adec:decorative xmlns:adec="http://schemas.microsoft.com/office/drawing/2017/decorative" val="1"/>
              </a:ext>
            </a:extLst>
          </p:cNvPr>
          <p:cNvSpPr>
            <a:spLocks noGrp="1"/>
          </p:cNvSpPr>
          <p:nvPr>
            <p:ph type="pic" sz="quarter" idx="36" hasCustomPrompt="1"/>
          </p:nvPr>
        </p:nvSpPr>
        <p:spPr bwMode="gray">
          <a:xfrm>
            <a:off x="6781800" y="3690938"/>
            <a:ext cx="2371437" cy="2070416"/>
          </a:xfrm>
          <a:prstGeom prst="roundRect">
            <a:avLst>
              <a:gd name="adj" fmla="val 7083"/>
            </a:avLst>
          </a:prstGeom>
          <a:solidFill>
            <a:srgbClr val="C1BFFF"/>
          </a:solidFill>
        </p:spPr>
        <p:txBody>
          <a:bodyPr tIns="91440" anchor="t" anchorCtr="0"/>
          <a:lstStyle>
            <a:lvl1pPr marL="0" indent="0" algn="ctr">
              <a:buNone/>
              <a:defRPr sz="14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Add picture here</a:t>
            </a:r>
          </a:p>
        </p:txBody>
      </p:sp>
      <p:sp>
        <p:nvSpPr>
          <p:cNvPr id="18" name="Heading 3">
            <a:extLst>
              <a:ext uri="{FF2B5EF4-FFF2-40B4-BE49-F238E27FC236}">
                <a16:creationId xmlns:a16="http://schemas.microsoft.com/office/drawing/2014/main" id="{18D540FB-5E67-8E16-72C5-A0AE2377C3FF}"/>
              </a:ext>
            </a:extLst>
          </p:cNvPr>
          <p:cNvSpPr>
            <a:spLocks noGrp="1"/>
          </p:cNvSpPr>
          <p:nvPr>
            <p:ph type="body" idx="34" hasCustomPrompt="1"/>
          </p:nvPr>
        </p:nvSpPr>
        <p:spPr>
          <a:xfrm>
            <a:off x="9271000" y="1372089"/>
            <a:ext cx="2350800" cy="304311"/>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a:t>
            </a:r>
          </a:p>
        </p:txBody>
      </p:sp>
      <p:sp>
        <p:nvSpPr>
          <p:cNvPr id="15" name="Subhead 3">
            <a:extLst>
              <a:ext uri="{FF2B5EF4-FFF2-40B4-BE49-F238E27FC236}">
                <a16:creationId xmlns:a16="http://schemas.microsoft.com/office/drawing/2014/main" id="{99FBCCAE-BA0C-C9DC-855E-80DA005BC5DC}"/>
              </a:ext>
            </a:extLst>
          </p:cNvPr>
          <p:cNvSpPr>
            <a:spLocks noGrp="1"/>
          </p:cNvSpPr>
          <p:nvPr>
            <p:ph type="body" idx="31" hasCustomPrompt="1"/>
          </p:nvPr>
        </p:nvSpPr>
        <p:spPr>
          <a:xfrm>
            <a:off x="9271000" y="1757850"/>
            <a:ext cx="2350800" cy="548285"/>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Place subhead here</a:t>
            </a:r>
          </a:p>
        </p:txBody>
      </p:sp>
      <p:sp>
        <p:nvSpPr>
          <p:cNvPr id="19" name="Text 3">
            <a:extLst>
              <a:ext uri="{FF2B5EF4-FFF2-40B4-BE49-F238E27FC236}">
                <a16:creationId xmlns:a16="http://schemas.microsoft.com/office/drawing/2014/main" id="{35230D2C-AC6C-06A7-67BA-0F25A9FF4BFE}"/>
              </a:ext>
              <a:ext uri="{C183D7F6-B498-43B3-948B-1728B52AA6E4}">
                <adec:decorative xmlns:adec="http://schemas.microsoft.com/office/drawing/2017/decorative" val="0"/>
              </a:ext>
            </a:extLst>
          </p:cNvPr>
          <p:cNvSpPr>
            <a:spLocks noGrp="1"/>
          </p:cNvSpPr>
          <p:nvPr>
            <p:ph type="body" sz="quarter" idx="40"/>
          </p:nvPr>
        </p:nvSpPr>
        <p:spPr>
          <a:xfrm>
            <a:off x="9271792" y="2438400"/>
            <a:ext cx="2350008" cy="987552"/>
          </a:xfrm>
        </p:spPr>
        <p:txBody>
          <a:bodyPr/>
          <a:lstStyle>
            <a:lvl1pPr marL="0" indent="0">
              <a:buNone/>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2" name="Picture 3">
            <a:extLst>
              <a:ext uri="{FF2B5EF4-FFF2-40B4-BE49-F238E27FC236}">
                <a16:creationId xmlns:a16="http://schemas.microsoft.com/office/drawing/2014/main" id="{101B21BA-09BF-23F7-1691-45384A3FECBA}"/>
              </a:ext>
              <a:ext uri="{C183D7F6-B498-43B3-948B-1728B52AA6E4}">
                <adec:decorative xmlns:adec="http://schemas.microsoft.com/office/drawing/2017/decorative" val="1"/>
              </a:ext>
            </a:extLst>
          </p:cNvPr>
          <p:cNvSpPr>
            <a:spLocks noGrp="1"/>
          </p:cNvSpPr>
          <p:nvPr>
            <p:ph type="pic" sz="quarter" idx="37" hasCustomPrompt="1"/>
          </p:nvPr>
        </p:nvSpPr>
        <p:spPr bwMode="gray">
          <a:xfrm>
            <a:off x="9272876" y="3690938"/>
            <a:ext cx="2371437" cy="2070416"/>
          </a:xfrm>
          <a:prstGeom prst="roundRect">
            <a:avLst>
              <a:gd name="adj" fmla="val 7083"/>
            </a:avLst>
          </a:prstGeom>
          <a:solidFill>
            <a:srgbClr val="C1BFFF"/>
          </a:solidFill>
        </p:spPr>
        <p:txBody>
          <a:bodyPr tIns="91440" anchor="t" anchorCtr="0"/>
          <a:lstStyle>
            <a:lvl1pPr marL="0" indent="0" algn="ctr">
              <a:buNone/>
              <a:defRPr sz="14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Add picture here</a:t>
            </a:r>
          </a:p>
        </p:txBody>
      </p:sp>
      <p:sp>
        <p:nvSpPr>
          <p:cNvPr id="10" name="Source">
            <a:extLst>
              <a:ext uri="{FF2B5EF4-FFF2-40B4-BE49-F238E27FC236}">
                <a16:creationId xmlns:a16="http://schemas.microsoft.com/office/drawing/2014/main" id="{49C18AD8-1E9E-29C7-276C-ED2D7C8F701E}"/>
              </a:ext>
            </a:extLst>
          </p:cNvPr>
          <p:cNvSpPr>
            <a:spLocks noGrp="1"/>
          </p:cNvSpPr>
          <p:nvPr>
            <p:ph type="body" sz="quarter" idx="14" hasCustomPrompt="1"/>
          </p:nvPr>
        </p:nvSpPr>
        <p:spPr>
          <a:xfrm>
            <a:off x="550164" y="5761354"/>
            <a:ext cx="3607200" cy="547200"/>
          </a:xfrm>
        </p:spPr>
        <p:txBody>
          <a:bodyPr anchor="b" anchorCtr="0">
            <a:noAutofit/>
          </a:bodyPr>
          <a:lstStyle>
            <a:lvl1pPr marL="0" indent="0">
              <a:spcAft>
                <a:spcPts val="0"/>
              </a:spcAft>
              <a:buNone/>
              <a:defRPr sz="800">
                <a:latin typeface="+mj-lt"/>
              </a:defRPr>
            </a:lvl1pPr>
            <a:lvl2pPr>
              <a:defRPr sz="800"/>
            </a:lvl2pPr>
            <a:lvl3pPr>
              <a:defRPr sz="800"/>
            </a:lvl3pPr>
            <a:lvl4pPr>
              <a:defRPr sz="800"/>
            </a:lvl4pPr>
            <a:lvl5pPr>
              <a:defRPr sz="800"/>
            </a:lvl5pPr>
          </a:lstStyle>
          <a:p>
            <a:pPr lvl="0"/>
            <a:r>
              <a:rPr lang="en-US" noProof="0" dirty="0"/>
              <a:t>Place source here</a:t>
            </a:r>
          </a:p>
        </p:txBody>
      </p:sp>
      <p:pic>
        <p:nvPicPr>
          <p:cNvPr id="3" name="Pearson Logo" descr="Pearson Logo">
            <a:extLst>
              <a:ext uri="{FF2B5EF4-FFF2-40B4-BE49-F238E27FC236}">
                <a16:creationId xmlns:a16="http://schemas.microsoft.com/office/drawing/2014/main" id="{C0276F1A-FEFC-7586-BAF3-0C057E531430}"/>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8167885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 with Text x4">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8" name="Title">
            <a:extLst>
              <a:ext uri="{FF2B5EF4-FFF2-40B4-BE49-F238E27FC236}">
                <a16:creationId xmlns:a16="http://schemas.microsoft.com/office/drawing/2014/main" id="{CCC3B175-A6C1-A9B9-49AF-8B01B8AACF92}"/>
              </a:ext>
            </a:extLst>
          </p:cNvPr>
          <p:cNvSpPr>
            <a:spLocks noGrp="1"/>
          </p:cNvSpPr>
          <p:nvPr>
            <p:ph type="title" hasCustomPrompt="1"/>
          </p:nvPr>
        </p:nvSpPr>
        <p:spPr>
          <a:xfrm>
            <a:off x="550164" y="552449"/>
            <a:ext cx="4542536" cy="976311"/>
          </a:xfrm>
        </p:spPr>
        <p:txBody>
          <a:bodyPr/>
          <a:lstStyle>
            <a:lvl1pPr>
              <a:defRPr>
                <a:latin typeface="+mj-lt"/>
              </a:defRPr>
            </a:lvl1pPr>
          </a:lstStyle>
          <a:p>
            <a:r>
              <a:rPr lang="en-US" noProof="0" dirty="0"/>
              <a:t>Place headline here</a:t>
            </a:r>
          </a:p>
        </p:txBody>
      </p:sp>
      <p:sp>
        <p:nvSpPr>
          <p:cNvPr id="26" name="Text">
            <a:extLst>
              <a:ext uri="{FF2B5EF4-FFF2-40B4-BE49-F238E27FC236}">
                <a16:creationId xmlns:a16="http://schemas.microsoft.com/office/drawing/2014/main" id="{AE8F69D7-C01C-2736-60D1-59C628C1DC6F}"/>
              </a:ext>
            </a:extLst>
          </p:cNvPr>
          <p:cNvSpPr>
            <a:spLocks noGrp="1"/>
          </p:cNvSpPr>
          <p:nvPr>
            <p:ph type="body" sz="quarter" idx="39" hasCustomPrompt="1"/>
          </p:nvPr>
        </p:nvSpPr>
        <p:spPr>
          <a:xfrm>
            <a:off x="6175375" y="555308"/>
            <a:ext cx="5465763" cy="976312"/>
          </a:xfrm>
        </p:spPr>
        <p:txBody>
          <a:bodyPr/>
          <a:lstStyle>
            <a:lvl1pPr marL="0" indent="0">
              <a:spcAft>
                <a:spcPts val="600"/>
              </a:spcAft>
              <a:buNone/>
              <a:defRPr sz="1400">
                <a:latin typeface="+mj-lt"/>
              </a:defRPr>
            </a:lvl1pPr>
            <a:lvl2pPr>
              <a:defRPr sz="1400"/>
            </a:lvl2pPr>
            <a:lvl3pPr>
              <a:defRPr sz="1400"/>
            </a:lvl3pPr>
          </a:lstStyle>
          <a:p>
            <a:pPr lvl="0"/>
            <a:r>
              <a:rPr lang="en-US" noProof="0" dirty="0"/>
              <a:t>Optional text here</a:t>
            </a:r>
          </a:p>
        </p:txBody>
      </p:sp>
      <p:sp>
        <p:nvSpPr>
          <p:cNvPr id="10" name="Rounded Rectangle 1">
            <a:extLst>
              <a:ext uri="{FF2B5EF4-FFF2-40B4-BE49-F238E27FC236}">
                <a16:creationId xmlns:a16="http://schemas.microsoft.com/office/drawing/2014/main" id="{2EFEAFF7-1BCF-6F35-8A3A-612509CA852A}"/>
              </a:ext>
              <a:ext uri="{C183D7F6-B498-43B3-948B-1728B52AA6E4}">
                <adec:decorative xmlns:adec="http://schemas.microsoft.com/office/drawing/2017/decorative" val="1"/>
              </a:ext>
            </a:extLst>
          </p:cNvPr>
          <p:cNvSpPr/>
          <p:nvPr userDrawn="1"/>
        </p:nvSpPr>
        <p:spPr bwMode="white">
          <a:xfrm>
            <a:off x="550164"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7" name="Icon 1">
            <a:extLst>
              <a:ext uri="{FF2B5EF4-FFF2-40B4-BE49-F238E27FC236}">
                <a16:creationId xmlns:a16="http://schemas.microsoft.com/office/drawing/2014/main" id="{B6B292F9-D8AD-EF72-DDBF-4496080E9D4F}"/>
              </a:ext>
              <a:ext uri="{C183D7F6-B498-43B3-948B-1728B52AA6E4}">
                <adec:decorative xmlns:adec="http://schemas.microsoft.com/office/drawing/2017/decorative" val="0"/>
              </a:ext>
            </a:extLst>
          </p:cNvPr>
          <p:cNvSpPr>
            <a:spLocks noGrp="1"/>
          </p:cNvSpPr>
          <p:nvPr>
            <p:ph type="pic" sz="quarter" idx="34" hasCustomPrompt="1"/>
          </p:nvPr>
        </p:nvSpPr>
        <p:spPr>
          <a:xfrm>
            <a:off x="1356912" y="2343150"/>
            <a:ext cx="1056680" cy="1085850"/>
          </a:xfrm>
        </p:spPr>
        <p:txBody>
          <a:bodyPr tIns="91440" anchor="t" anchorCtr="0"/>
          <a:lstStyle>
            <a:lvl1pPr marL="0" indent="0" algn="ctr">
              <a:buNone/>
              <a:defRPr sz="1400">
                <a:latin typeface="+mj-lt"/>
              </a:defRPr>
            </a:lvl1pPr>
          </a:lstStyle>
          <a:p>
            <a:r>
              <a:rPr lang="en-US" noProof="0" dirty="0"/>
              <a:t>Icon</a:t>
            </a:r>
          </a:p>
        </p:txBody>
      </p:sp>
      <p:sp>
        <p:nvSpPr>
          <p:cNvPr id="18" name="Subhead 1">
            <a:extLst>
              <a:ext uri="{FF2B5EF4-FFF2-40B4-BE49-F238E27FC236}">
                <a16:creationId xmlns:a16="http://schemas.microsoft.com/office/drawing/2014/main" id="{55B83152-ADD7-0AED-3C4F-A4DF6116F8AC}"/>
              </a:ext>
            </a:extLst>
          </p:cNvPr>
          <p:cNvSpPr>
            <a:spLocks noGrp="1"/>
          </p:cNvSpPr>
          <p:nvPr>
            <p:ph type="body" sz="quarter" idx="35" hasCustomPrompt="1"/>
          </p:nvPr>
        </p:nvSpPr>
        <p:spPr>
          <a:xfrm>
            <a:off x="780114"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subhead here</a:t>
            </a:r>
          </a:p>
        </p:txBody>
      </p:sp>
      <p:sp>
        <p:nvSpPr>
          <p:cNvPr id="21" name="Text 1">
            <a:extLst>
              <a:ext uri="{FF2B5EF4-FFF2-40B4-BE49-F238E27FC236}">
                <a16:creationId xmlns:a16="http://schemas.microsoft.com/office/drawing/2014/main" id="{067F0016-B52D-5B0A-DD08-D8FFF0B73706}"/>
              </a:ext>
            </a:extLst>
          </p:cNvPr>
          <p:cNvSpPr>
            <a:spLocks noGrp="1"/>
          </p:cNvSpPr>
          <p:nvPr>
            <p:ph type="body" sz="quarter" idx="36" hasCustomPrompt="1"/>
          </p:nvPr>
        </p:nvSpPr>
        <p:spPr>
          <a:xfrm>
            <a:off x="780114"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11" name="Rounded Rectangle 2">
            <a:extLst>
              <a:ext uri="{FF2B5EF4-FFF2-40B4-BE49-F238E27FC236}">
                <a16:creationId xmlns:a16="http://schemas.microsoft.com/office/drawing/2014/main" id="{495E6F94-51D0-D538-C0B1-65664DCD34EB}"/>
              </a:ext>
              <a:ext uri="{C183D7F6-B498-43B3-948B-1728B52AA6E4}">
                <adec:decorative xmlns:adec="http://schemas.microsoft.com/office/drawing/2017/decorative" val="1"/>
              </a:ext>
            </a:extLst>
          </p:cNvPr>
          <p:cNvSpPr/>
          <p:nvPr userDrawn="1"/>
        </p:nvSpPr>
        <p:spPr bwMode="white">
          <a:xfrm>
            <a:off x="3362918"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4" name="Icon 2">
            <a:extLst>
              <a:ext uri="{FF2B5EF4-FFF2-40B4-BE49-F238E27FC236}">
                <a16:creationId xmlns:a16="http://schemas.microsoft.com/office/drawing/2014/main" id="{2A6FE9EC-DA49-BB4D-8AEF-C6555B1C060D}"/>
              </a:ext>
              <a:ext uri="{C183D7F6-B498-43B3-948B-1728B52AA6E4}">
                <adec:decorative xmlns:adec="http://schemas.microsoft.com/office/drawing/2017/decorative" val="0"/>
              </a:ext>
            </a:extLst>
          </p:cNvPr>
          <p:cNvSpPr>
            <a:spLocks noGrp="1"/>
          </p:cNvSpPr>
          <p:nvPr>
            <p:ph type="pic" sz="quarter" idx="33" hasCustomPrompt="1"/>
          </p:nvPr>
        </p:nvSpPr>
        <p:spPr>
          <a:xfrm>
            <a:off x="4169666" y="2343150"/>
            <a:ext cx="1056680" cy="1085850"/>
          </a:xfrm>
        </p:spPr>
        <p:txBody>
          <a:bodyPr tIns="91440" anchor="t" anchorCtr="0"/>
          <a:lstStyle>
            <a:lvl1pPr marL="0" indent="0" algn="ctr">
              <a:buNone/>
              <a:defRPr sz="1400">
                <a:latin typeface="+mj-lt"/>
              </a:defRPr>
            </a:lvl1pPr>
          </a:lstStyle>
          <a:p>
            <a:r>
              <a:rPr lang="en-US" noProof="0" dirty="0"/>
              <a:t>Icon</a:t>
            </a:r>
          </a:p>
        </p:txBody>
      </p:sp>
      <p:sp>
        <p:nvSpPr>
          <p:cNvPr id="22" name="Subhead 2">
            <a:extLst>
              <a:ext uri="{FF2B5EF4-FFF2-40B4-BE49-F238E27FC236}">
                <a16:creationId xmlns:a16="http://schemas.microsoft.com/office/drawing/2014/main" id="{91837B59-DCFA-3E4B-7125-CD39136FFE4E}"/>
              </a:ext>
            </a:extLst>
          </p:cNvPr>
          <p:cNvSpPr>
            <a:spLocks noGrp="1"/>
          </p:cNvSpPr>
          <p:nvPr>
            <p:ph type="body" sz="quarter" idx="37" hasCustomPrompt="1"/>
          </p:nvPr>
        </p:nvSpPr>
        <p:spPr>
          <a:xfrm>
            <a:off x="3592868"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subhead here</a:t>
            </a:r>
          </a:p>
        </p:txBody>
      </p:sp>
      <p:sp>
        <p:nvSpPr>
          <p:cNvPr id="23" name="Text 2">
            <a:extLst>
              <a:ext uri="{FF2B5EF4-FFF2-40B4-BE49-F238E27FC236}">
                <a16:creationId xmlns:a16="http://schemas.microsoft.com/office/drawing/2014/main" id="{520718D3-0668-0658-D8CF-02B240D60C0C}"/>
              </a:ext>
            </a:extLst>
          </p:cNvPr>
          <p:cNvSpPr>
            <a:spLocks noGrp="1"/>
          </p:cNvSpPr>
          <p:nvPr>
            <p:ph type="body" sz="quarter" idx="38" hasCustomPrompt="1"/>
          </p:nvPr>
        </p:nvSpPr>
        <p:spPr>
          <a:xfrm>
            <a:off x="3592868"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2" name="Rounded Rectangle 3">
            <a:extLst>
              <a:ext uri="{FF2B5EF4-FFF2-40B4-BE49-F238E27FC236}">
                <a16:creationId xmlns:a16="http://schemas.microsoft.com/office/drawing/2014/main" id="{60C38BEE-570B-9B3A-5F52-DA6234A53C6B}"/>
              </a:ext>
              <a:ext uri="{C183D7F6-B498-43B3-948B-1728B52AA6E4}">
                <adec:decorative xmlns:adec="http://schemas.microsoft.com/office/drawing/2017/decorative" val="1"/>
              </a:ext>
            </a:extLst>
          </p:cNvPr>
          <p:cNvSpPr/>
          <p:nvPr userDrawn="1"/>
        </p:nvSpPr>
        <p:spPr bwMode="white">
          <a:xfrm>
            <a:off x="6175672"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0" name="Icon 3">
            <a:extLst>
              <a:ext uri="{FF2B5EF4-FFF2-40B4-BE49-F238E27FC236}">
                <a16:creationId xmlns:a16="http://schemas.microsoft.com/office/drawing/2014/main" id="{5CE683B9-5ED7-85F9-3A8C-ABA72F9D3440}"/>
              </a:ext>
              <a:ext uri="{C183D7F6-B498-43B3-948B-1728B52AA6E4}">
                <adec:decorative xmlns:adec="http://schemas.microsoft.com/office/drawing/2017/decorative" val="0"/>
              </a:ext>
            </a:extLst>
          </p:cNvPr>
          <p:cNvSpPr>
            <a:spLocks noGrp="1"/>
          </p:cNvSpPr>
          <p:nvPr>
            <p:ph type="pic" sz="quarter" idx="32" hasCustomPrompt="1"/>
          </p:nvPr>
        </p:nvSpPr>
        <p:spPr>
          <a:xfrm>
            <a:off x="6982420" y="2343150"/>
            <a:ext cx="1056680" cy="1085850"/>
          </a:xfrm>
        </p:spPr>
        <p:txBody>
          <a:bodyPr tIns="91440" anchor="t" anchorCtr="0"/>
          <a:lstStyle>
            <a:lvl1pPr marL="0" indent="0" algn="ctr">
              <a:buNone/>
              <a:defRPr sz="1400">
                <a:latin typeface="+mj-lt"/>
              </a:defRPr>
            </a:lvl1pPr>
          </a:lstStyle>
          <a:p>
            <a:r>
              <a:rPr lang="en-US" noProof="0"/>
              <a:t>Icon</a:t>
            </a:r>
          </a:p>
        </p:txBody>
      </p:sp>
      <p:sp>
        <p:nvSpPr>
          <p:cNvPr id="12" name="Subhead 3">
            <a:extLst>
              <a:ext uri="{FF2B5EF4-FFF2-40B4-BE49-F238E27FC236}">
                <a16:creationId xmlns:a16="http://schemas.microsoft.com/office/drawing/2014/main" id="{53598A90-7BE2-0D82-0FCF-005EE8458977}"/>
              </a:ext>
            </a:extLst>
          </p:cNvPr>
          <p:cNvSpPr>
            <a:spLocks noGrp="1"/>
          </p:cNvSpPr>
          <p:nvPr>
            <p:ph type="body" sz="quarter" idx="20" hasCustomPrompt="1"/>
          </p:nvPr>
        </p:nvSpPr>
        <p:spPr>
          <a:xfrm>
            <a:off x="6405622"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subhead here</a:t>
            </a:r>
          </a:p>
        </p:txBody>
      </p:sp>
      <p:sp>
        <p:nvSpPr>
          <p:cNvPr id="13" name="Text 3">
            <a:extLst>
              <a:ext uri="{FF2B5EF4-FFF2-40B4-BE49-F238E27FC236}">
                <a16:creationId xmlns:a16="http://schemas.microsoft.com/office/drawing/2014/main" id="{E8F4AB40-5736-AD5A-95C8-7BCC8DCBDAB9}"/>
              </a:ext>
            </a:extLst>
          </p:cNvPr>
          <p:cNvSpPr>
            <a:spLocks noGrp="1"/>
          </p:cNvSpPr>
          <p:nvPr>
            <p:ph type="body" sz="quarter" idx="16" hasCustomPrompt="1"/>
          </p:nvPr>
        </p:nvSpPr>
        <p:spPr>
          <a:xfrm>
            <a:off x="6405622"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sp>
        <p:nvSpPr>
          <p:cNvPr id="5" name="Rounded Rectangle 4">
            <a:extLst>
              <a:ext uri="{FF2B5EF4-FFF2-40B4-BE49-F238E27FC236}">
                <a16:creationId xmlns:a16="http://schemas.microsoft.com/office/drawing/2014/main" id="{E8F054FF-1896-AC30-4C9B-C4C71E606C18}"/>
              </a:ext>
              <a:ext uri="{C183D7F6-B498-43B3-948B-1728B52AA6E4}">
                <adec:decorative xmlns:adec="http://schemas.microsoft.com/office/drawing/2017/decorative" val="1"/>
              </a:ext>
            </a:extLst>
          </p:cNvPr>
          <p:cNvSpPr/>
          <p:nvPr userDrawn="1"/>
        </p:nvSpPr>
        <p:spPr bwMode="white">
          <a:xfrm>
            <a:off x="8988425" y="2043113"/>
            <a:ext cx="2670176" cy="3992562"/>
          </a:xfrm>
          <a:prstGeom prst="roundRect">
            <a:avLst>
              <a:gd name="adj" fmla="val 7444"/>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9" name="Icon 4">
            <a:extLst>
              <a:ext uri="{FF2B5EF4-FFF2-40B4-BE49-F238E27FC236}">
                <a16:creationId xmlns:a16="http://schemas.microsoft.com/office/drawing/2014/main" id="{CBE910CE-B243-EFCA-083F-739AB0E2FD54}"/>
              </a:ext>
              <a:ext uri="{C183D7F6-B498-43B3-948B-1728B52AA6E4}">
                <adec:decorative xmlns:adec="http://schemas.microsoft.com/office/drawing/2017/decorative" val="0"/>
              </a:ext>
            </a:extLst>
          </p:cNvPr>
          <p:cNvSpPr>
            <a:spLocks noGrp="1"/>
          </p:cNvSpPr>
          <p:nvPr>
            <p:ph type="pic" sz="quarter" idx="31" hasCustomPrompt="1"/>
          </p:nvPr>
        </p:nvSpPr>
        <p:spPr>
          <a:xfrm>
            <a:off x="9795173" y="2343150"/>
            <a:ext cx="1056680" cy="1085850"/>
          </a:xfrm>
        </p:spPr>
        <p:txBody>
          <a:bodyPr tIns="91440" anchor="t" anchorCtr="0"/>
          <a:lstStyle>
            <a:lvl1pPr marL="0" indent="0" algn="ctr">
              <a:buNone/>
              <a:defRPr sz="1400">
                <a:latin typeface="+mj-lt"/>
              </a:defRPr>
            </a:lvl1pPr>
          </a:lstStyle>
          <a:p>
            <a:r>
              <a:rPr lang="en-US" noProof="0"/>
              <a:t>Icon</a:t>
            </a:r>
          </a:p>
        </p:txBody>
      </p:sp>
      <p:sp>
        <p:nvSpPr>
          <p:cNvPr id="15" name="Subhead 4">
            <a:extLst>
              <a:ext uri="{FF2B5EF4-FFF2-40B4-BE49-F238E27FC236}">
                <a16:creationId xmlns:a16="http://schemas.microsoft.com/office/drawing/2014/main" id="{143EAC0C-2663-3AAD-34E5-1033DD8E1B0A}"/>
              </a:ext>
            </a:extLst>
          </p:cNvPr>
          <p:cNvSpPr>
            <a:spLocks noGrp="1"/>
          </p:cNvSpPr>
          <p:nvPr>
            <p:ph type="body" sz="quarter" idx="28" hasCustomPrompt="1"/>
          </p:nvPr>
        </p:nvSpPr>
        <p:spPr>
          <a:xfrm>
            <a:off x="9218375" y="3802112"/>
            <a:ext cx="2210277" cy="474613"/>
          </a:xfrm>
        </p:spPr>
        <p:txBody>
          <a:bodyPr>
            <a:noAutofit/>
          </a:bodyPr>
          <a:lstStyle>
            <a:lvl1pPr marL="0" indent="0" algn="ctr">
              <a:spcBef>
                <a:spcPts val="0"/>
              </a:spcBef>
              <a:spcAft>
                <a:spcPts val="0"/>
              </a:spcAft>
              <a:buNone/>
              <a:defRPr sz="1600" b="1" i="0">
                <a:latin typeface="+mj-lt"/>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subhead here</a:t>
            </a:r>
          </a:p>
        </p:txBody>
      </p:sp>
      <p:sp>
        <p:nvSpPr>
          <p:cNvPr id="16" name="Text 4">
            <a:extLst>
              <a:ext uri="{FF2B5EF4-FFF2-40B4-BE49-F238E27FC236}">
                <a16:creationId xmlns:a16="http://schemas.microsoft.com/office/drawing/2014/main" id="{95CB6802-304B-6C86-41E0-77EF0EA330A2}"/>
              </a:ext>
            </a:extLst>
          </p:cNvPr>
          <p:cNvSpPr>
            <a:spLocks noGrp="1"/>
          </p:cNvSpPr>
          <p:nvPr>
            <p:ph type="body" sz="quarter" idx="29" hasCustomPrompt="1"/>
          </p:nvPr>
        </p:nvSpPr>
        <p:spPr>
          <a:xfrm>
            <a:off x="9218375" y="4462737"/>
            <a:ext cx="2210277" cy="1299888"/>
          </a:xfrm>
        </p:spPr>
        <p:txBody>
          <a:bodyPr>
            <a:noAutofit/>
          </a:bodyPr>
          <a:lstStyle>
            <a:lvl1pPr marL="0" indent="0" algn="ctr">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pic>
        <p:nvPicPr>
          <p:cNvPr id="4" name="Pearson Logo" descr="Pearson Logo">
            <a:extLst>
              <a:ext uri="{FF2B5EF4-FFF2-40B4-BE49-F238E27FC236}">
                <a16:creationId xmlns:a16="http://schemas.microsoft.com/office/drawing/2014/main" id="{62386E20-993B-2288-2756-EFFC18C75275}"/>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99012737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con with Data and Text x6">
    <p:bg bwMode="ltGray">
      <p:bgPr>
        <a:solidFill>
          <a:srgbClr val="EDECF6"/>
        </a:solidFill>
        <a:effectLst/>
      </p:bgPr>
    </p:bg>
    <p:spTree>
      <p:nvGrpSpPr>
        <p:cNvPr id="1" name=""/>
        <p:cNvGrpSpPr/>
        <p:nvPr/>
      </p:nvGrpSpPr>
      <p:grpSpPr>
        <a:xfrm>
          <a:off x="0" y="0"/>
          <a:ext cx="0" cy="0"/>
          <a:chOff x="0" y="0"/>
          <a:chExt cx="0" cy="0"/>
        </a:xfrm>
      </p:grpSpPr>
      <p:sp>
        <p:nvSpPr>
          <p:cNvPr id="3" name="Section">
            <a:extLst>
              <a:ext uri="{FF2B5EF4-FFF2-40B4-BE49-F238E27FC236}">
                <a16:creationId xmlns:a16="http://schemas.microsoft.com/office/drawing/2014/main" id="{078AB4A3-A7E3-6CAE-F97A-4D13ADB627B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8" name="Title">
            <a:extLst>
              <a:ext uri="{FF2B5EF4-FFF2-40B4-BE49-F238E27FC236}">
                <a16:creationId xmlns:a16="http://schemas.microsoft.com/office/drawing/2014/main" id="{CCC3B175-A6C1-A9B9-49AF-8B01B8AACF92}"/>
              </a:ext>
            </a:extLst>
          </p:cNvPr>
          <p:cNvSpPr>
            <a:spLocks noGrp="1"/>
          </p:cNvSpPr>
          <p:nvPr>
            <p:ph type="title" hasCustomPrompt="1"/>
          </p:nvPr>
        </p:nvSpPr>
        <p:spPr>
          <a:xfrm>
            <a:off x="550164" y="1099649"/>
            <a:ext cx="3744024" cy="2020922"/>
          </a:xfrm>
        </p:spPr>
        <p:txBody>
          <a:bodyPr/>
          <a:lstStyle>
            <a:lvl1pPr>
              <a:defRPr>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9" name="Text">
            <a:extLst>
              <a:ext uri="{FF2B5EF4-FFF2-40B4-BE49-F238E27FC236}">
                <a16:creationId xmlns:a16="http://schemas.microsoft.com/office/drawing/2014/main" id="{52EB67A3-1158-7468-9546-6C1E7A02846B}"/>
              </a:ext>
            </a:extLst>
          </p:cNvPr>
          <p:cNvSpPr>
            <a:spLocks noGrp="1"/>
          </p:cNvSpPr>
          <p:nvPr>
            <p:ph type="body" sz="quarter" idx="28"/>
          </p:nvPr>
        </p:nvSpPr>
        <p:spPr>
          <a:xfrm>
            <a:off x="550164" y="3439478"/>
            <a:ext cx="3605276" cy="2323147"/>
          </a:xfrm>
        </p:spPr>
        <p:txBody>
          <a:bodyPr/>
          <a:lstStyle>
            <a:lvl1pPr marL="0" indent="0">
              <a:buNone/>
              <a:defRPr sz="1400">
                <a:latin typeface="+mj-lt"/>
                <a:cs typeface="Segoe UI" panose="020B0502040204020203" pitchFamily="34" charset="0"/>
              </a:defRPr>
            </a:lvl1pPr>
            <a:lvl2pPr>
              <a:defRPr sz="1400">
                <a:latin typeface="+mj-lt"/>
                <a:cs typeface="Segoe UI" panose="020B0502040204020203" pitchFamily="34" charset="0"/>
              </a:defRPr>
            </a:lvl2pPr>
            <a:lvl3pPr>
              <a:defRPr sz="1400">
                <a:latin typeface="+mj-lt"/>
                <a:cs typeface="Segoe UI" panose="020B0502040204020203" pitchFamily="34" charset="0"/>
              </a:defRPr>
            </a:lvl3pPr>
            <a:lvl4pPr>
              <a:defRPr sz="1400">
                <a:latin typeface="+mj-lt"/>
                <a:cs typeface="Segoe UI" panose="020B0502040204020203" pitchFamily="34" charset="0"/>
              </a:defRPr>
            </a:lvl4pPr>
            <a:lvl5pPr>
              <a:defRPr sz="1400">
                <a:latin typeface="+mj-lt"/>
                <a:cs typeface="Segoe UI" panose="020B0502040204020203" pitchFamily="34"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1" name="Icon 1">
            <a:extLst>
              <a:ext uri="{FF2B5EF4-FFF2-40B4-BE49-F238E27FC236}">
                <a16:creationId xmlns:a16="http://schemas.microsoft.com/office/drawing/2014/main" id="{F2A5A3F4-4808-397D-48E8-CF20D2EFF222}"/>
              </a:ext>
              <a:ext uri="{C183D7F6-B498-43B3-948B-1728B52AA6E4}">
                <adec:decorative xmlns:adec="http://schemas.microsoft.com/office/drawing/2017/decorative" val="1"/>
              </a:ext>
            </a:extLst>
          </p:cNvPr>
          <p:cNvSpPr>
            <a:spLocks noGrp="1"/>
          </p:cNvSpPr>
          <p:nvPr>
            <p:ph type="pic" sz="quarter" idx="38" hasCustomPrompt="1"/>
          </p:nvPr>
        </p:nvSpPr>
        <p:spPr>
          <a:xfrm>
            <a:off x="5229225" y="975361"/>
            <a:ext cx="530352" cy="527684"/>
          </a:xfrm>
        </p:spPr>
        <p:txBody>
          <a:bodyPr anchor="ctr"/>
          <a:lstStyle>
            <a:lvl1pPr marL="0" indent="0" algn="ctr">
              <a:buNone/>
              <a:defRPr sz="1000">
                <a:latin typeface="+mj-lt"/>
              </a:defRPr>
            </a:lvl1pPr>
          </a:lstStyle>
          <a:p>
            <a:r>
              <a:rPr lang="en-US" noProof="0"/>
              <a:t>Icon</a:t>
            </a:r>
          </a:p>
        </p:txBody>
      </p:sp>
      <p:sp>
        <p:nvSpPr>
          <p:cNvPr id="27" name="Emphasis 1">
            <a:extLst>
              <a:ext uri="{FF2B5EF4-FFF2-40B4-BE49-F238E27FC236}">
                <a16:creationId xmlns:a16="http://schemas.microsoft.com/office/drawing/2014/main" id="{C8752E3E-0299-C78C-05F6-C9B2DC605D6D}"/>
              </a:ext>
            </a:extLst>
          </p:cNvPr>
          <p:cNvSpPr>
            <a:spLocks noGrp="1"/>
          </p:cNvSpPr>
          <p:nvPr>
            <p:ph type="body" sz="quarter" idx="37" hasCustomPrompt="1"/>
          </p:nvPr>
        </p:nvSpPr>
        <p:spPr>
          <a:xfrm>
            <a:off x="5229226" y="1739172"/>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25" name="Text 1">
            <a:extLst>
              <a:ext uri="{FF2B5EF4-FFF2-40B4-BE49-F238E27FC236}">
                <a16:creationId xmlns:a16="http://schemas.microsoft.com/office/drawing/2014/main" id="{F29B448F-A00D-AC03-E3EC-F9C365BCF133}"/>
              </a:ext>
            </a:extLst>
          </p:cNvPr>
          <p:cNvSpPr>
            <a:spLocks noGrp="1"/>
          </p:cNvSpPr>
          <p:nvPr>
            <p:ph type="body" sz="quarter" idx="36" hasCustomPrompt="1"/>
          </p:nvPr>
        </p:nvSpPr>
        <p:spPr>
          <a:xfrm>
            <a:off x="5229226" y="2272301"/>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cxnSp>
        <p:nvCxnSpPr>
          <p:cNvPr id="32" name="Straight Connector 1">
            <a:extLst>
              <a:ext uri="{FF2B5EF4-FFF2-40B4-BE49-F238E27FC236}">
                <a16:creationId xmlns:a16="http://schemas.microsoft.com/office/drawing/2014/main" id="{F61870AD-064A-A25B-3654-367A2F00A5D6}"/>
              </a:ext>
              <a:ext uri="{C183D7F6-B498-43B3-948B-1728B52AA6E4}">
                <adec:decorative xmlns:adec="http://schemas.microsoft.com/office/drawing/2017/decorative" val="1"/>
              </a:ext>
            </a:extLst>
          </p:cNvPr>
          <p:cNvCxnSpPr>
            <a:cxnSpLocks/>
          </p:cNvCxnSpPr>
          <p:nvPr userDrawn="1"/>
        </p:nvCxnSpPr>
        <p:spPr bwMode="black">
          <a:xfrm>
            <a:off x="5231606" y="2866553"/>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43" name="Icon 2">
            <a:extLst>
              <a:ext uri="{FF2B5EF4-FFF2-40B4-BE49-F238E27FC236}">
                <a16:creationId xmlns:a16="http://schemas.microsoft.com/office/drawing/2014/main" id="{12D1BF41-778F-E1B9-CC2E-54294AF8BA5A}"/>
              </a:ext>
              <a:ext uri="{C183D7F6-B498-43B3-948B-1728B52AA6E4}">
                <adec:decorative xmlns:adec="http://schemas.microsoft.com/office/drawing/2017/decorative" val="1"/>
              </a:ext>
            </a:extLst>
          </p:cNvPr>
          <p:cNvSpPr>
            <a:spLocks noGrp="1"/>
          </p:cNvSpPr>
          <p:nvPr>
            <p:ph type="pic" sz="quarter" idx="41" hasCustomPrompt="1"/>
          </p:nvPr>
        </p:nvSpPr>
        <p:spPr>
          <a:xfrm>
            <a:off x="7103711" y="975361"/>
            <a:ext cx="530352" cy="527684"/>
          </a:xfrm>
        </p:spPr>
        <p:txBody>
          <a:bodyPr anchor="ctr"/>
          <a:lstStyle>
            <a:lvl1pPr marL="0" indent="0" algn="ctr">
              <a:buNone/>
              <a:defRPr sz="1000">
                <a:latin typeface="+mj-lt"/>
              </a:defRPr>
            </a:lvl1pPr>
          </a:lstStyle>
          <a:p>
            <a:r>
              <a:rPr lang="en-US" noProof="0"/>
              <a:t>Icon</a:t>
            </a:r>
          </a:p>
        </p:txBody>
      </p:sp>
      <p:sp>
        <p:nvSpPr>
          <p:cNvPr id="42" name="Emphasis 2">
            <a:extLst>
              <a:ext uri="{FF2B5EF4-FFF2-40B4-BE49-F238E27FC236}">
                <a16:creationId xmlns:a16="http://schemas.microsoft.com/office/drawing/2014/main" id="{A1E9CC9D-5303-786B-46EF-FFA257750B54}"/>
              </a:ext>
            </a:extLst>
          </p:cNvPr>
          <p:cNvSpPr>
            <a:spLocks noGrp="1"/>
          </p:cNvSpPr>
          <p:nvPr>
            <p:ph type="body" sz="quarter" idx="40" hasCustomPrompt="1"/>
          </p:nvPr>
        </p:nvSpPr>
        <p:spPr>
          <a:xfrm>
            <a:off x="7103711" y="1739172"/>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41" name="Text 2">
            <a:extLst>
              <a:ext uri="{FF2B5EF4-FFF2-40B4-BE49-F238E27FC236}">
                <a16:creationId xmlns:a16="http://schemas.microsoft.com/office/drawing/2014/main" id="{7BEB8C32-2907-6D69-ACAF-6D5F4D6F7A74}"/>
              </a:ext>
            </a:extLst>
          </p:cNvPr>
          <p:cNvSpPr>
            <a:spLocks noGrp="1"/>
          </p:cNvSpPr>
          <p:nvPr>
            <p:ph type="body" sz="quarter" idx="39" hasCustomPrompt="1"/>
          </p:nvPr>
        </p:nvSpPr>
        <p:spPr>
          <a:xfrm>
            <a:off x="7103711" y="2272301"/>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3" name="Straight Connector 2">
            <a:extLst>
              <a:ext uri="{FF2B5EF4-FFF2-40B4-BE49-F238E27FC236}">
                <a16:creationId xmlns:a16="http://schemas.microsoft.com/office/drawing/2014/main" id="{94D8E5DA-D242-ADAF-6029-ADE75DF48D5D}"/>
              </a:ext>
              <a:ext uri="{C183D7F6-B498-43B3-948B-1728B52AA6E4}">
                <adec:decorative xmlns:adec="http://schemas.microsoft.com/office/drawing/2017/decorative" val="1"/>
              </a:ext>
            </a:extLst>
          </p:cNvPr>
          <p:cNvCxnSpPr>
            <a:cxnSpLocks/>
          </p:cNvCxnSpPr>
          <p:nvPr userDrawn="1"/>
        </p:nvCxnSpPr>
        <p:spPr bwMode="black">
          <a:xfrm>
            <a:off x="7103711" y="2866553"/>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46" name="Icon 3">
            <a:extLst>
              <a:ext uri="{FF2B5EF4-FFF2-40B4-BE49-F238E27FC236}">
                <a16:creationId xmlns:a16="http://schemas.microsoft.com/office/drawing/2014/main" id="{81904089-0739-0A03-DF84-48C909EF5D3B}"/>
              </a:ext>
              <a:ext uri="{C183D7F6-B498-43B3-948B-1728B52AA6E4}">
                <adec:decorative xmlns:adec="http://schemas.microsoft.com/office/drawing/2017/decorative" val="1"/>
              </a:ext>
            </a:extLst>
          </p:cNvPr>
          <p:cNvSpPr>
            <a:spLocks noGrp="1"/>
          </p:cNvSpPr>
          <p:nvPr>
            <p:ph type="pic" sz="quarter" idx="44" hasCustomPrompt="1"/>
          </p:nvPr>
        </p:nvSpPr>
        <p:spPr>
          <a:xfrm>
            <a:off x="8975816" y="975361"/>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45" name="Emphasis 3">
            <a:extLst>
              <a:ext uri="{FF2B5EF4-FFF2-40B4-BE49-F238E27FC236}">
                <a16:creationId xmlns:a16="http://schemas.microsoft.com/office/drawing/2014/main" id="{B75A9078-8279-936C-B296-F05A043E5DB6}"/>
              </a:ext>
            </a:extLst>
          </p:cNvPr>
          <p:cNvSpPr>
            <a:spLocks noGrp="1"/>
          </p:cNvSpPr>
          <p:nvPr>
            <p:ph type="body" sz="quarter" idx="43" hasCustomPrompt="1"/>
          </p:nvPr>
        </p:nvSpPr>
        <p:spPr>
          <a:xfrm>
            <a:off x="8975816" y="1739172"/>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44" name="Text 3">
            <a:extLst>
              <a:ext uri="{FF2B5EF4-FFF2-40B4-BE49-F238E27FC236}">
                <a16:creationId xmlns:a16="http://schemas.microsoft.com/office/drawing/2014/main" id="{00E73B8E-C27D-73B5-3ABC-BE1B1FBBB721}"/>
              </a:ext>
              <a:ext uri="{C183D7F6-B498-43B3-948B-1728B52AA6E4}">
                <adec:decorative xmlns:adec="http://schemas.microsoft.com/office/drawing/2017/decorative" val="0"/>
              </a:ext>
            </a:extLst>
          </p:cNvPr>
          <p:cNvSpPr>
            <a:spLocks noGrp="1"/>
          </p:cNvSpPr>
          <p:nvPr>
            <p:ph type="body" sz="quarter" idx="42" hasCustomPrompt="1"/>
          </p:nvPr>
        </p:nvSpPr>
        <p:spPr>
          <a:xfrm>
            <a:off x="8975816" y="2272301"/>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4" name="Straight Connector 3">
            <a:extLst>
              <a:ext uri="{FF2B5EF4-FFF2-40B4-BE49-F238E27FC236}">
                <a16:creationId xmlns:a16="http://schemas.microsoft.com/office/drawing/2014/main" id="{88A8605F-3F3C-E241-3664-B760AB81E62D}"/>
              </a:ext>
              <a:ext uri="{C183D7F6-B498-43B3-948B-1728B52AA6E4}">
                <adec:decorative xmlns:adec="http://schemas.microsoft.com/office/drawing/2017/decorative" val="1"/>
              </a:ext>
            </a:extLst>
          </p:cNvPr>
          <p:cNvCxnSpPr>
            <a:cxnSpLocks/>
          </p:cNvCxnSpPr>
          <p:nvPr userDrawn="1"/>
        </p:nvCxnSpPr>
        <p:spPr bwMode="black">
          <a:xfrm>
            <a:off x="8975816" y="2866553"/>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49" name="Icon 4">
            <a:extLst>
              <a:ext uri="{FF2B5EF4-FFF2-40B4-BE49-F238E27FC236}">
                <a16:creationId xmlns:a16="http://schemas.microsoft.com/office/drawing/2014/main" id="{26F6DB26-A075-066B-C486-A5B255B334AE}"/>
              </a:ext>
              <a:ext uri="{C183D7F6-B498-43B3-948B-1728B52AA6E4}">
                <adec:decorative xmlns:adec="http://schemas.microsoft.com/office/drawing/2017/decorative" val="1"/>
              </a:ext>
            </a:extLst>
          </p:cNvPr>
          <p:cNvSpPr>
            <a:spLocks noGrp="1"/>
          </p:cNvSpPr>
          <p:nvPr>
            <p:ph type="pic" sz="quarter" idx="47" hasCustomPrompt="1"/>
          </p:nvPr>
        </p:nvSpPr>
        <p:spPr>
          <a:xfrm>
            <a:off x="5229225" y="3353519"/>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48" name="Emphasis 4">
            <a:extLst>
              <a:ext uri="{FF2B5EF4-FFF2-40B4-BE49-F238E27FC236}">
                <a16:creationId xmlns:a16="http://schemas.microsoft.com/office/drawing/2014/main" id="{1FC0AE06-8B43-5385-6786-1D563B46BD12}"/>
              </a:ext>
            </a:extLst>
          </p:cNvPr>
          <p:cNvSpPr>
            <a:spLocks noGrp="1"/>
          </p:cNvSpPr>
          <p:nvPr>
            <p:ph type="body" sz="quarter" idx="46" hasCustomPrompt="1"/>
          </p:nvPr>
        </p:nvSpPr>
        <p:spPr>
          <a:xfrm>
            <a:off x="5229226" y="4117330"/>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47" name="Text 4">
            <a:extLst>
              <a:ext uri="{FF2B5EF4-FFF2-40B4-BE49-F238E27FC236}">
                <a16:creationId xmlns:a16="http://schemas.microsoft.com/office/drawing/2014/main" id="{703EC134-0C49-F364-72F7-D2408D0AC284}"/>
              </a:ext>
            </a:extLst>
          </p:cNvPr>
          <p:cNvSpPr>
            <a:spLocks noGrp="1"/>
          </p:cNvSpPr>
          <p:nvPr>
            <p:ph type="body" sz="quarter" idx="45" hasCustomPrompt="1"/>
          </p:nvPr>
        </p:nvSpPr>
        <p:spPr>
          <a:xfrm>
            <a:off x="5229226" y="4650459"/>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text here</a:t>
            </a:r>
          </a:p>
        </p:txBody>
      </p:sp>
      <p:cxnSp>
        <p:nvCxnSpPr>
          <p:cNvPr id="35" name="Straight Connector 4">
            <a:extLst>
              <a:ext uri="{FF2B5EF4-FFF2-40B4-BE49-F238E27FC236}">
                <a16:creationId xmlns:a16="http://schemas.microsoft.com/office/drawing/2014/main" id="{210264A1-615A-29CC-D948-F8DEBFC05CA5}"/>
              </a:ext>
              <a:ext uri="{C183D7F6-B498-43B3-948B-1728B52AA6E4}">
                <adec:decorative xmlns:adec="http://schemas.microsoft.com/office/drawing/2017/decorative" val="1"/>
              </a:ext>
            </a:extLst>
          </p:cNvPr>
          <p:cNvCxnSpPr>
            <a:cxnSpLocks/>
          </p:cNvCxnSpPr>
          <p:nvPr userDrawn="1"/>
        </p:nvCxnSpPr>
        <p:spPr bwMode="black">
          <a:xfrm>
            <a:off x="5231606" y="5247251"/>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52" name="Icon 5">
            <a:extLst>
              <a:ext uri="{FF2B5EF4-FFF2-40B4-BE49-F238E27FC236}">
                <a16:creationId xmlns:a16="http://schemas.microsoft.com/office/drawing/2014/main" id="{694A26DE-086F-9D9C-27D7-99AE7BDB0741}"/>
              </a:ext>
              <a:ext uri="{C183D7F6-B498-43B3-948B-1728B52AA6E4}">
                <adec:decorative xmlns:adec="http://schemas.microsoft.com/office/drawing/2017/decorative" val="1"/>
              </a:ext>
            </a:extLst>
          </p:cNvPr>
          <p:cNvSpPr>
            <a:spLocks noGrp="1"/>
          </p:cNvSpPr>
          <p:nvPr>
            <p:ph type="pic" sz="quarter" idx="50" hasCustomPrompt="1"/>
          </p:nvPr>
        </p:nvSpPr>
        <p:spPr>
          <a:xfrm>
            <a:off x="7103711" y="3353519"/>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51" name="Emphasis 5">
            <a:extLst>
              <a:ext uri="{FF2B5EF4-FFF2-40B4-BE49-F238E27FC236}">
                <a16:creationId xmlns:a16="http://schemas.microsoft.com/office/drawing/2014/main" id="{5C39FF14-2E38-C281-AC86-9368329C2E50}"/>
              </a:ext>
            </a:extLst>
          </p:cNvPr>
          <p:cNvSpPr>
            <a:spLocks noGrp="1"/>
          </p:cNvSpPr>
          <p:nvPr>
            <p:ph type="body" sz="quarter" idx="49" hasCustomPrompt="1"/>
          </p:nvPr>
        </p:nvSpPr>
        <p:spPr>
          <a:xfrm>
            <a:off x="7103711" y="4117330"/>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50" name="Text 5">
            <a:extLst>
              <a:ext uri="{FF2B5EF4-FFF2-40B4-BE49-F238E27FC236}">
                <a16:creationId xmlns:a16="http://schemas.microsoft.com/office/drawing/2014/main" id="{FC087391-942C-7529-7ABA-063D0700422D}"/>
              </a:ext>
            </a:extLst>
          </p:cNvPr>
          <p:cNvSpPr>
            <a:spLocks noGrp="1"/>
          </p:cNvSpPr>
          <p:nvPr>
            <p:ph type="body" sz="quarter" idx="48" hasCustomPrompt="1"/>
          </p:nvPr>
        </p:nvSpPr>
        <p:spPr>
          <a:xfrm>
            <a:off x="7103711" y="4650459"/>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6" name="Straight Connector 5">
            <a:extLst>
              <a:ext uri="{FF2B5EF4-FFF2-40B4-BE49-F238E27FC236}">
                <a16:creationId xmlns:a16="http://schemas.microsoft.com/office/drawing/2014/main" id="{01C3E6D1-3C65-9394-0414-0535446DFDF5}"/>
              </a:ext>
              <a:ext uri="{C183D7F6-B498-43B3-948B-1728B52AA6E4}">
                <adec:decorative xmlns:adec="http://schemas.microsoft.com/office/drawing/2017/decorative" val="1"/>
              </a:ext>
            </a:extLst>
          </p:cNvPr>
          <p:cNvCxnSpPr>
            <a:cxnSpLocks/>
          </p:cNvCxnSpPr>
          <p:nvPr userDrawn="1"/>
        </p:nvCxnSpPr>
        <p:spPr bwMode="black">
          <a:xfrm>
            <a:off x="7103711" y="5247251"/>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55" name="Icon 6">
            <a:extLst>
              <a:ext uri="{FF2B5EF4-FFF2-40B4-BE49-F238E27FC236}">
                <a16:creationId xmlns:a16="http://schemas.microsoft.com/office/drawing/2014/main" id="{A7764E14-C03F-B4A7-1D6C-242910DC8237}"/>
              </a:ext>
              <a:ext uri="{C183D7F6-B498-43B3-948B-1728B52AA6E4}">
                <adec:decorative xmlns:adec="http://schemas.microsoft.com/office/drawing/2017/decorative" val="1"/>
              </a:ext>
            </a:extLst>
          </p:cNvPr>
          <p:cNvSpPr>
            <a:spLocks noGrp="1"/>
          </p:cNvSpPr>
          <p:nvPr>
            <p:ph type="pic" sz="quarter" idx="53" hasCustomPrompt="1"/>
          </p:nvPr>
        </p:nvSpPr>
        <p:spPr>
          <a:xfrm>
            <a:off x="8975816" y="3353519"/>
            <a:ext cx="530352" cy="527684"/>
          </a:xfrm>
        </p:spPr>
        <p:txBody>
          <a:bodyPr anchor="ctr"/>
          <a:lstStyle>
            <a:lvl1pPr marL="0" indent="0" algn="ctr">
              <a:buNone/>
              <a:defRPr sz="1000">
                <a:latin typeface="+mj-lt"/>
              </a:defRPr>
            </a:lvl1pPr>
          </a:lstStyle>
          <a:p>
            <a:pPr marL="0" marR="0" lvl="0" indent="0" algn="ctr"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Icon</a:t>
            </a:r>
          </a:p>
        </p:txBody>
      </p:sp>
      <p:sp>
        <p:nvSpPr>
          <p:cNvPr id="54" name="Emphasis 6">
            <a:extLst>
              <a:ext uri="{FF2B5EF4-FFF2-40B4-BE49-F238E27FC236}">
                <a16:creationId xmlns:a16="http://schemas.microsoft.com/office/drawing/2014/main" id="{0C989462-830D-F148-6B6C-3050BF8EF118}"/>
              </a:ext>
            </a:extLst>
          </p:cNvPr>
          <p:cNvSpPr>
            <a:spLocks noGrp="1"/>
          </p:cNvSpPr>
          <p:nvPr>
            <p:ph type="body" sz="quarter" idx="52" hasCustomPrompt="1"/>
          </p:nvPr>
        </p:nvSpPr>
        <p:spPr>
          <a:xfrm>
            <a:off x="8975816" y="4117330"/>
            <a:ext cx="1733550" cy="463279"/>
          </a:xfrm>
        </p:spPr>
        <p:txBody>
          <a:bodyPr>
            <a:noAutofit/>
          </a:bodyPr>
          <a:lstStyle>
            <a:lvl1pPr marL="0" indent="0" algn="l">
              <a:spcBef>
                <a:spcPts val="0"/>
              </a:spcBef>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53" name="Text 6">
            <a:extLst>
              <a:ext uri="{FF2B5EF4-FFF2-40B4-BE49-F238E27FC236}">
                <a16:creationId xmlns:a16="http://schemas.microsoft.com/office/drawing/2014/main" id="{4C8D8C4E-B897-B0A7-2DC4-F6176D023FF8}"/>
              </a:ext>
            </a:extLst>
          </p:cNvPr>
          <p:cNvSpPr>
            <a:spLocks noGrp="1"/>
          </p:cNvSpPr>
          <p:nvPr>
            <p:ph type="body" sz="quarter" idx="51" hasCustomPrompt="1"/>
          </p:nvPr>
        </p:nvSpPr>
        <p:spPr>
          <a:xfrm>
            <a:off x="8975816" y="4650459"/>
            <a:ext cx="1733550" cy="463279"/>
          </a:xfrm>
        </p:spPr>
        <p:txBody>
          <a:bodyPr>
            <a:noAutofit/>
          </a:bodyPr>
          <a:lstStyle>
            <a:lvl1pPr marL="0" indent="0" algn="l">
              <a:spcBef>
                <a:spcPts val="0"/>
              </a:spcBef>
              <a:buNone/>
              <a:defRPr sz="1200">
                <a:solidFill>
                  <a:schemeClr val="tx2"/>
                </a:solidFill>
                <a:latin typeface="+mj-lt"/>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a:t>Place text here</a:t>
            </a:r>
          </a:p>
        </p:txBody>
      </p:sp>
      <p:cxnSp>
        <p:nvCxnSpPr>
          <p:cNvPr id="37" name="Straight Connector 6">
            <a:extLst>
              <a:ext uri="{FF2B5EF4-FFF2-40B4-BE49-F238E27FC236}">
                <a16:creationId xmlns:a16="http://schemas.microsoft.com/office/drawing/2014/main" id="{ECB65B03-D67A-A78F-C88C-356238F19AF4}"/>
              </a:ext>
              <a:ext uri="{C183D7F6-B498-43B3-948B-1728B52AA6E4}">
                <adec:decorative xmlns:adec="http://schemas.microsoft.com/office/drawing/2017/decorative" val="1"/>
              </a:ext>
            </a:extLst>
          </p:cNvPr>
          <p:cNvCxnSpPr>
            <a:cxnSpLocks/>
          </p:cNvCxnSpPr>
          <p:nvPr userDrawn="1"/>
        </p:nvCxnSpPr>
        <p:spPr bwMode="black">
          <a:xfrm>
            <a:off x="8975816" y="5247251"/>
            <a:ext cx="1729606"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pic>
        <p:nvPicPr>
          <p:cNvPr id="2" name="Pearson Logo" descr="Pearson Logo">
            <a:extLst>
              <a:ext uri="{FF2B5EF4-FFF2-40B4-BE49-F238E27FC236}">
                <a16:creationId xmlns:a16="http://schemas.microsoft.com/office/drawing/2014/main" id="{0534E6A8-2823-DF2C-3944-AEB1772E3721}"/>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861492330"/>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xt x3 with Picture and Data">
    <p:bg bwMode="ltGray">
      <p:bgPr>
        <a:solidFill>
          <a:srgbClr val="EDECF6"/>
        </a:solidFill>
        <a:effectLst/>
      </p:bgPr>
    </p:bg>
    <p:spTree>
      <p:nvGrpSpPr>
        <p:cNvPr id="1" name=""/>
        <p:cNvGrpSpPr/>
        <p:nvPr/>
      </p:nvGrpSpPr>
      <p:grpSpPr>
        <a:xfrm>
          <a:off x="0" y="0"/>
          <a:ext cx="0" cy="0"/>
          <a:chOff x="0" y="0"/>
          <a:chExt cx="0" cy="0"/>
        </a:xfrm>
      </p:grpSpPr>
      <p:sp>
        <p:nvSpPr>
          <p:cNvPr id="11" name="Section">
            <a:extLst>
              <a:ext uri="{FF2B5EF4-FFF2-40B4-BE49-F238E27FC236}">
                <a16:creationId xmlns:a16="http://schemas.microsoft.com/office/drawing/2014/main" id="{A1F3A24C-7CE6-DD7B-6FF6-73F034030F95}"/>
              </a:ext>
            </a:extLst>
          </p:cNvPr>
          <p:cNvSpPr>
            <a:spLocks noGrp="1"/>
          </p:cNvSpPr>
          <p:nvPr>
            <p:ph type="body" sz="quarter" idx="36"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10" name="Title">
            <a:extLst>
              <a:ext uri="{FF2B5EF4-FFF2-40B4-BE49-F238E27FC236}">
                <a16:creationId xmlns:a16="http://schemas.microsoft.com/office/drawing/2014/main" id="{6D097E3A-836D-C88E-C5FF-DA199AB3273F}"/>
              </a:ext>
            </a:extLst>
          </p:cNvPr>
          <p:cNvSpPr>
            <a:spLocks noGrp="1"/>
          </p:cNvSpPr>
          <p:nvPr>
            <p:ph type="title" hasCustomPrompt="1"/>
          </p:nvPr>
        </p:nvSpPr>
        <p:spPr>
          <a:xfrm>
            <a:off x="550164" y="1060604"/>
            <a:ext cx="5474399" cy="1668081"/>
          </a:xfrm>
        </p:spPr>
        <p:txBody>
          <a:bodyPr/>
          <a:lstStyle>
            <a:lvl1pPr>
              <a:defRPr sz="4000" b="1" i="0">
                <a:latin typeface="+mj-lt"/>
                <a:cs typeface="Segoe UI Semibold" panose="020B0502040204020203" pitchFamily="34" charset="0"/>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br>
              <a:rPr lang="en-US" noProof="0" dirty="0"/>
            </a:br>
            <a:endParaRPr lang="en-US" noProof="0" dirty="0"/>
          </a:p>
        </p:txBody>
      </p:sp>
      <p:sp>
        <p:nvSpPr>
          <p:cNvPr id="35" name="Picture">
            <a:extLst>
              <a:ext uri="{FF2B5EF4-FFF2-40B4-BE49-F238E27FC236}">
                <a16:creationId xmlns:a16="http://schemas.microsoft.com/office/drawing/2014/main" id="{3E6A3F5D-CC16-99E2-6B7D-5A57E702C26C}"/>
              </a:ext>
              <a:ext uri="{C183D7F6-B498-43B3-948B-1728B52AA6E4}">
                <adec:decorative xmlns:adec="http://schemas.microsoft.com/office/drawing/2017/decorative" val="1"/>
              </a:ext>
            </a:extLst>
          </p:cNvPr>
          <p:cNvSpPr>
            <a:spLocks noGrp="1"/>
          </p:cNvSpPr>
          <p:nvPr>
            <p:ph type="pic" sz="quarter" idx="43" hasCustomPrompt="1"/>
          </p:nvPr>
        </p:nvSpPr>
        <p:spPr bwMode="gray">
          <a:xfrm>
            <a:off x="6962775" y="0"/>
            <a:ext cx="5229225" cy="3429000"/>
          </a:xfrm>
          <a:solidFill>
            <a:srgbClr val="C1BFFF"/>
          </a:solidFill>
        </p:spPr>
        <p:txBody>
          <a:bodyPr tIns="91440" anchor="t" anchorCtr="0"/>
          <a:lstStyle>
            <a:lvl1pPr marL="0" indent="0" algn="ctr">
              <a:buNone/>
              <a:defRPr sz="1400">
                <a:latin typeface="+mj-lt"/>
              </a:defRPr>
            </a:lvl1pPr>
          </a:lstStyle>
          <a:p>
            <a:r>
              <a:rPr lang="en-US" noProof="0" dirty="0"/>
              <a:t>Add picture here</a:t>
            </a:r>
          </a:p>
        </p:txBody>
      </p:sp>
      <p:cxnSp>
        <p:nvCxnSpPr>
          <p:cNvPr id="26" name="Straight Connector 1">
            <a:extLst>
              <a:ext uri="{FF2B5EF4-FFF2-40B4-BE49-F238E27FC236}">
                <a16:creationId xmlns:a16="http://schemas.microsoft.com/office/drawing/2014/main" id="{79146A9A-6E0B-B4BE-AE0F-C6650998BE32}"/>
              </a:ext>
              <a:ext uri="{C183D7F6-B498-43B3-948B-1728B52AA6E4}">
                <adec:decorative xmlns:adec="http://schemas.microsoft.com/office/drawing/2017/decorative" val="1"/>
              </a:ext>
            </a:extLst>
          </p:cNvPr>
          <p:cNvCxnSpPr>
            <a:cxnSpLocks/>
          </p:cNvCxnSpPr>
          <p:nvPr userDrawn="1"/>
        </p:nvCxnSpPr>
        <p:spPr bwMode="black">
          <a:xfrm>
            <a:off x="550164" y="3436285"/>
            <a:ext cx="5475600" cy="0"/>
          </a:xfrm>
          <a:prstGeom prst="line">
            <a:avLst/>
          </a:prstGeom>
          <a:ln w="12700">
            <a:solidFill>
              <a:srgbClr val="C1BFFF"/>
            </a:solidFill>
          </a:ln>
        </p:spPr>
        <p:style>
          <a:lnRef idx="2">
            <a:schemeClr val="accent1"/>
          </a:lnRef>
          <a:fillRef idx="0">
            <a:schemeClr val="accent1"/>
          </a:fillRef>
          <a:effectRef idx="1">
            <a:schemeClr val="accent1"/>
          </a:effectRef>
          <a:fontRef idx="minor">
            <a:schemeClr val="tx1"/>
          </a:fontRef>
        </p:style>
      </p:cxnSp>
      <p:sp>
        <p:nvSpPr>
          <p:cNvPr id="3" name="Subhead 1">
            <a:extLst>
              <a:ext uri="{FF2B5EF4-FFF2-40B4-BE49-F238E27FC236}">
                <a16:creationId xmlns:a16="http://schemas.microsoft.com/office/drawing/2014/main" id="{1D8D160B-6BB7-235F-B8C9-392F2A862DC3}"/>
              </a:ext>
            </a:extLst>
          </p:cNvPr>
          <p:cNvSpPr>
            <a:spLocks noGrp="1"/>
          </p:cNvSpPr>
          <p:nvPr>
            <p:ph type="body" idx="1" hasCustomPrompt="1"/>
          </p:nvPr>
        </p:nvSpPr>
        <p:spPr>
          <a:xfrm>
            <a:off x="550159" y="3528223"/>
            <a:ext cx="1735841" cy="594000"/>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Subhead</a:t>
            </a:r>
          </a:p>
        </p:txBody>
      </p:sp>
      <p:sp>
        <p:nvSpPr>
          <p:cNvPr id="13" name="Text 1">
            <a:extLst>
              <a:ext uri="{FF2B5EF4-FFF2-40B4-BE49-F238E27FC236}">
                <a16:creationId xmlns:a16="http://schemas.microsoft.com/office/drawing/2014/main" id="{DC257629-1D3C-76AF-80D7-B0D5FA453164}"/>
              </a:ext>
            </a:extLst>
          </p:cNvPr>
          <p:cNvSpPr>
            <a:spLocks noGrp="1"/>
          </p:cNvSpPr>
          <p:nvPr>
            <p:ph type="body" sz="quarter" idx="15" hasCustomPrompt="1"/>
          </p:nvPr>
        </p:nvSpPr>
        <p:spPr>
          <a:xfrm>
            <a:off x="2416175" y="3529232"/>
            <a:ext cx="3608388"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dirty="0"/>
              <a:t>Place text here</a:t>
            </a:r>
          </a:p>
        </p:txBody>
      </p:sp>
      <p:cxnSp>
        <p:nvCxnSpPr>
          <p:cNvPr id="27" name="Straight Connector 2">
            <a:extLst>
              <a:ext uri="{FF2B5EF4-FFF2-40B4-BE49-F238E27FC236}">
                <a16:creationId xmlns:a16="http://schemas.microsoft.com/office/drawing/2014/main" id="{9090A835-7444-B302-D51F-C112538AB2FF}"/>
              </a:ext>
              <a:ext uri="{C183D7F6-B498-43B3-948B-1728B52AA6E4}">
                <adec:decorative xmlns:adec="http://schemas.microsoft.com/office/drawing/2017/decorative" val="1"/>
              </a:ext>
            </a:extLst>
          </p:cNvPr>
          <p:cNvCxnSpPr>
            <a:cxnSpLocks/>
          </p:cNvCxnSpPr>
          <p:nvPr userDrawn="1"/>
        </p:nvCxnSpPr>
        <p:spPr bwMode="black">
          <a:xfrm>
            <a:off x="550164" y="4214160"/>
            <a:ext cx="5475600" cy="0"/>
          </a:xfrm>
          <a:prstGeom prst="line">
            <a:avLst/>
          </a:prstGeom>
          <a:ln w="12700">
            <a:solidFill>
              <a:srgbClr val="C1BFFF"/>
            </a:solidFill>
          </a:ln>
        </p:spPr>
        <p:style>
          <a:lnRef idx="2">
            <a:schemeClr val="accent1"/>
          </a:lnRef>
          <a:fillRef idx="0">
            <a:schemeClr val="accent1"/>
          </a:fillRef>
          <a:effectRef idx="1">
            <a:schemeClr val="accent1"/>
          </a:effectRef>
          <a:fontRef idx="minor">
            <a:schemeClr val="tx1"/>
          </a:fontRef>
        </p:style>
      </p:cxnSp>
      <p:sp>
        <p:nvSpPr>
          <p:cNvPr id="12" name="Subhead 2">
            <a:extLst>
              <a:ext uri="{FF2B5EF4-FFF2-40B4-BE49-F238E27FC236}">
                <a16:creationId xmlns:a16="http://schemas.microsoft.com/office/drawing/2014/main" id="{8D4ED7C8-E467-7117-068C-889EB04CBCEF}"/>
              </a:ext>
            </a:extLst>
          </p:cNvPr>
          <p:cNvSpPr>
            <a:spLocks noGrp="1"/>
          </p:cNvSpPr>
          <p:nvPr>
            <p:ph type="body" idx="37" hasCustomPrompt="1"/>
          </p:nvPr>
        </p:nvSpPr>
        <p:spPr>
          <a:xfrm>
            <a:off x="550159" y="4306098"/>
            <a:ext cx="1735841" cy="594000"/>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Subhead</a:t>
            </a:r>
          </a:p>
        </p:txBody>
      </p:sp>
      <p:sp>
        <p:nvSpPr>
          <p:cNvPr id="15" name="Text 2">
            <a:extLst>
              <a:ext uri="{FF2B5EF4-FFF2-40B4-BE49-F238E27FC236}">
                <a16:creationId xmlns:a16="http://schemas.microsoft.com/office/drawing/2014/main" id="{A1207A32-3F17-9D52-24F2-4886EB37B029}"/>
              </a:ext>
            </a:extLst>
          </p:cNvPr>
          <p:cNvSpPr>
            <a:spLocks noGrp="1"/>
          </p:cNvSpPr>
          <p:nvPr>
            <p:ph type="body" sz="quarter" idx="38" hasCustomPrompt="1"/>
          </p:nvPr>
        </p:nvSpPr>
        <p:spPr>
          <a:xfrm>
            <a:off x="2416175" y="4307107"/>
            <a:ext cx="3608388"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a:t>Place text here</a:t>
            </a:r>
          </a:p>
        </p:txBody>
      </p:sp>
      <p:cxnSp>
        <p:nvCxnSpPr>
          <p:cNvPr id="28" name="Straight Connector 3">
            <a:extLst>
              <a:ext uri="{FF2B5EF4-FFF2-40B4-BE49-F238E27FC236}">
                <a16:creationId xmlns:a16="http://schemas.microsoft.com/office/drawing/2014/main" id="{A36E3F61-4CCF-B0DB-B067-0C1FAB8D62CD}"/>
              </a:ext>
              <a:ext uri="{C183D7F6-B498-43B3-948B-1728B52AA6E4}">
                <adec:decorative xmlns:adec="http://schemas.microsoft.com/office/drawing/2017/decorative" val="1"/>
              </a:ext>
            </a:extLst>
          </p:cNvPr>
          <p:cNvCxnSpPr>
            <a:cxnSpLocks/>
          </p:cNvCxnSpPr>
          <p:nvPr userDrawn="1"/>
        </p:nvCxnSpPr>
        <p:spPr bwMode="black">
          <a:xfrm>
            <a:off x="550164" y="4992035"/>
            <a:ext cx="5475600" cy="0"/>
          </a:xfrm>
          <a:prstGeom prst="line">
            <a:avLst/>
          </a:prstGeom>
          <a:ln w="12700">
            <a:solidFill>
              <a:srgbClr val="C1BFFF"/>
            </a:solidFill>
          </a:ln>
        </p:spPr>
        <p:style>
          <a:lnRef idx="2">
            <a:schemeClr val="accent1"/>
          </a:lnRef>
          <a:fillRef idx="0">
            <a:schemeClr val="accent1"/>
          </a:fillRef>
          <a:effectRef idx="1">
            <a:schemeClr val="accent1"/>
          </a:effectRef>
          <a:fontRef idx="minor">
            <a:schemeClr val="tx1"/>
          </a:fontRef>
        </p:style>
      </p:cxnSp>
      <p:sp>
        <p:nvSpPr>
          <p:cNvPr id="24" name="Subhead 3">
            <a:extLst>
              <a:ext uri="{FF2B5EF4-FFF2-40B4-BE49-F238E27FC236}">
                <a16:creationId xmlns:a16="http://schemas.microsoft.com/office/drawing/2014/main" id="{737C5878-BE9F-CEE3-FB51-F9FD99DC45B3}"/>
              </a:ext>
            </a:extLst>
          </p:cNvPr>
          <p:cNvSpPr>
            <a:spLocks noGrp="1"/>
          </p:cNvSpPr>
          <p:nvPr>
            <p:ph type="body" idx="39" hasCustomPrompt="1"/>
          </p:nvPr>
        </p:nvSpPr>
        <p:spPr>
          <a:xfrm>
            <a:off x="550159" y="5083972"/>
            <a:ext cx="1735841" cy="594000"/>
          </a:xfrm>
        </p:spPr>
        <p:txBody>
          <a:bodyPr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Subhead</a:t>
            </a:r>
          </a:p>
        </p:txBody>
      </p:sp>
      <p:sp>
        <p:nvSpPr>
          <p:cNvPr id="25" name="Text 3">
            <a:extLst>
              <a:ext uri="{FF2B5EF4-FFF2-40B4-BE49-F238E27FC236}">
                <a16:creationId xmlns:a16="http://schemas.microsoft.com/office/drawing/2014/main" id="{AE84FDF6-F80B-FD5A-9708-F6BB7449A213}"/>
              </a:ext>
            </a:extLst>
          </p:cNvPr>
          <p:cNvSpPr>
            <a:spLocks noGrp="1"/>
          </p:cNvSpPr>
          <p:nvPr>
            <p:ph type="body" sz="quarter" idx="40" hasCustomPrompt="1"/>
          </p:nvPr>
        </p:nvSpPr>
        <p:spPr>
          <a:xfrm>
            <a:off x="2416175" y="5084981"/>
            <a:ext cx="3608388"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a:t>Place text here</a:t>
            </a:r>
          </a:p>
        </p:txBody>
      </p:sp>
      <p:cxnSp>
        <p:nvCxnSpPr>
          <p:cNvPr id="29" name="Straight Connector 4">
            <a:extLst>
              <a:ext uri="{FF2B5EF4-FFF2-40B4-BE49-F238E27FC236}">
                <a16:creationId xmlns:a16="http://schemas.microsoft.com/office/drawing/2014/main" id="{0682DB81-A2E3-4ED8-0DF3-6D53FE8E9B83}"/>
              </a:ext>
              <a:ext uri="{C183D7F6-B498-43B3-948B-1728B52AA6E4}">
                <adec:decorative xmlns:adec="http://schemas.microsoft.com/office/drawing/2017/decorative" val="1"/>
              </a:ext>
            </a:extLst>
          </p:cNvPr>
          <p:cNvCxnSpPr>
            <a:cxnSpLocks/>
          </p:cNvCxnSpPr>
          <p:nvPr userDrawn="1"/>
        </p:nvCxnSpPr>
        <p:spPr bwMode="black">
          <a:xfrm>
            <a:off x="550164" y="5769910"/>
            <a:ext cx="5475600" cy="0"/>
          </a:xfrm>
          <a:prstGeom prst="line">
            <a:avLst/>
          </a:prstGeom>
          <a:ln w="12700">
            <a:solidFill>
              <a:srgbClr val="512EAB"/>
            </a:solidFill>
          </a:ln>
        </p:spPr>
        <p:style>
          <a:lnRef idx="2">
            <a:schemeClr val="accent1"/>
          </a:lnRef>
          <a:fillRef idx="0">
            <a:schemeClr val="accent1"/>
          </a:fillRef>
          <a:effectRef idx="1">
            <a:schemeClr val="accent1"/>
          </a:effectRef>
          <a:fontRef idx="minor">
            <a:schemeClr val="tx1"/>
          </a:fontRef>
        </p:style>
      </p:cxnSp>
      <p:sp>
        <p:nvSpPr>
          <p:cNvPr id="2" name="Icon 4">
            <a:extLst>
              <a:ext uri="{FF2B5EF4-FFF2-40B4-BE49-F238E27FC236}">
                <a16:creationId xmlns:a16="http://schemas.microsoft.com/office/drawing/2014/main" id="{B97D3715-8F9D-44AF-B9CE-86F8BAF81433}"/>
              </a:ext>
              <a:ext uri="{C183D7F6-B498-43B3-948B-1728B52AA6E4}">
                <adec:decorative xmlns:adec="http://schemas.microsoft.com/office/drawing/2017/decorative" val="1"/>
              </a:ext>
            </a:extLst>
          </p:cNvPr>
          <p:cNvSpPr>
            <a:spLocks noGrp="1"/>
          </p:cNvSpPr>
          <p:nvPr>
            <p:ph type="pic" sz="quarter" idx="46" hasCustomPrompt="1"/>
          </p:nvPr>
        </p:nvSpPr>
        <p:spPr>
          <a:xfrm>
            <a:off x="6962775" y="3857372"/>
            <a:ext cx="530352" cy="527684"/>
          </a:xfrm>
        </p:spPr>
        <p:txBody>
          <a:bodyPr anchor="ctr"/>
          <a:lstStyle>
            <a:lvl1pPr marL="0" indent="0" algn="ctr">
              <a:buNone/>
              <a:defRPr sz="1000">
                <a:latin typeface="+mj-lt"/>
              </a:defRPr>
            </a:lvl1pPr>
          </a:lstStyle>
          <a:p>
            <a:r>
              <a:rPr lang="en-US" noProof="0"/>
              <a:t>Icon</a:t>
            </a:r>
          </a:p>
        </p:txBody>
      </p:sp>
      <p:sp>
        <p:nvSpPr>
          <p:cNvPr id="36" name="Emphasis 4">
            <a:extLst>
              <a:ext uri="{FF2B5EF4-FFF2-40B4-BE49-F238E27FC236}">
                <a16:creationId xmlns:a16="http://schemas.microsoft.com/office/drawing/2014/main" id="{31BEC663-72C3-3B11-A096-3CE35F5980AF}"/>
              </a:ext>
              <a:ext uri="{C183D7F6-B498-43B3-948B-1728B52AA6E4}">
                <adec:decorative xmlns:adec="http://schemas.microsoft.com/office/drawing/2017/decorative" val="0"/>
              </a:ext>
            </a:extLst>
          </p:cNvPr>
          <p:cNvSpPr>
            <a:spLocks noGrp="1"/>
          </p:cNvSpPr>
          <p:nvPr>
            <p:ph type="body" sz="quarter" idx="44" hasCustomPrompt="1"/>
          </p:nvPr>
        </p:nvSpPr>
        <p:spPr>
          <a:xfrm>
            <a:off x="6962775" y="4554357"/>
            <a:ext cx="1873250" cy="484368"/>
          </a:xfrm>
        </p:spPr>
        <p:txBody>
          <a:bodyPr/>
          <a:lstStyle>
            <a:lvl1pPr marL="0" indent="0">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a:t>
            </a:r>
          </a:p>
        </p:txBody>
      </p:sp>
      <p:sp>
        <p:nvSpPr>
          <p:cNvPr id="31" name="Text 4">
            <a:extLst>
              <a:ext uri="{FF2B5EF4-FFF2-40B4-BE49-F238E27FC236}">
                <a16:creationId xmlns:a16="http://schemas.microsoft.com/office/drawing/2014/main" id="{A8D4E847-9962-3BD1-C334-535F049BACD8}"/>
              </a:ext>
            </a:extLst>
          </p:cNvPr>
          <p:cNvSpPr>
            <a:spLocks noGrp="1"/>
          </p:cNvSpPr>
          <p:nvPr>
            <p:ph type="body" sz="quarter" idx="41" hasCustomPrompt="1"/>
          </p:nvPr>
        </p:nvSpPr>
        <p:spPr>
          <a:xfrm>
            <a:off x="6962775" y="5105140"/>
            <a:ext cx="1873250"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dirty="0"/>
              <a:t>Place text here</a:t>
            </a:r>
          </a:p>
        </p:txBody>
      </p:sp>
      <p:sp>
        <p:nvSpPr>
          <p:cNvPr id="4" name="Icon 5">
            <a:extLst>
              <a:ext uri="{FF2B5EF4-FFF2-40B4-BE49-F238E27FC236}">
                <a16:creationId xmlns:a16="http://schemas.microsoft.com/office/drawing/2014/main" id="{320520FF-96DA-71B5-7849-A32DCE1E494F}"/>
              </a:ext>
              <a:ext uri="{C183D7F6-B498-43B3-948B-1728B52AA6E4}">
                <adec:decorative xmlns:adec="http://schemas.microsoft.com/office/drawing/2017/decorative" val="1"/>
              </a:ext>
            </a:extLst>
          </p:cNvPr>
          <p:cNvSpPr>
            <a:spLocks noGrp="1"/>
          </p:cNvSpPr>
          <p:nvPr>
            <p:ph type="pic" sz="quarter" idx="47" hasCustomPrompt="1"/>
          </p:nvPr>
        </p:nvSpPr>
        <p:spPr>
          <a:xfrm>
            <a:off x="9642475" y="3857372"/>
            <a:ext cx="530352" cy="527684"/>
          </a:xfrm>
        </p:spPr>
        <p:txBody>
          <a:bodyPr anchor="ctr"/>
          <a:lstStyle>
            <a:lvl1pPr marL="0" indent="0" algn="ctr">
              <a:buNone/>
              <a:defRPr sz="1000">
                <a:latin typeface="+mj-lt"/>
              </a:defRPr>
            </a:lvl1pPr>
          </a:lstStyle>
          <a:p>
            <a:r>
              <a:rPr lang="en-US" noProof="0"/>
              <a:t>Icon</a:t>
            </a:r>
          </a:p>
        </p:txBody>
      </p:sp>
      <p:sp>
        <p:nvSpPr>
          <p:cNvPr id="37" name="Emphasis 5">
            <a:extLst>
              <a:ext uri="{FF2B5EF4-FFF2-40B4-BE49-F238E27FC236}">
                <a16:creationId xmlns:a16="http://schemas.microsoft.com/office/drawing/2014/main" id="{97648B0D-0495-B474-7EB4-22C29D3D3E4B}"/>
              </a:ext>
            </a:extLst>
          </p:cNvPr>
          <p:cNvSpPr>
            <a:spLocks noGrp="1"/>
          </p:cNvSpPr>
          <p:nvPr>
            <p:ph type="body" sz="quarter" idx="45" hasCustomPrompt="1"/>
          </p:nvPr>
        </p:nvSpPr>
        <p:spPr>
          <a:xfrm>
            <a:off x="9642475" y="4554357"/>
            <a:ext cx="1873250" cy="484368"/>
          </a:xfrm>
        </p:spPr>
        <p:txBody>
          <a:bodyPr/>
          <a:lstStyle>
            <a:lvl1pPr marL="0" indent="0">
              <a:buNone/>
              <a:defRPr kumimoji="0" lang="en-US" sz="32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a:t>
            </a:r>
          </a:p>
        </p:txBody>
      </p:sp>
      <p:sp>
        <p:nvSpPr>
          <p:cNvPr id="33" name="Text 5">
            <a:extLst>
              <a:ext uri="{FF2B5EF4-FFF2-40B4-BE49-F238E27FC236}">
                <a16:creationId xmlns:a16="http://schemas.microsoft.com/office/drawing/2014/main" id="{4DCBB2BA-37A8-BC99-9A2E-C5E7894E66C2}"/>
              </a:ext>
            </a:extLst>
          </p:cNvPr>
          <p:cNvSpPr>
            <a:spLocks noGrp="1"/>
          </p:cNvSpPr>
          <p:nvPr>
            <p:ph type="body" sz="quarter" idx="42" hasCustomPrompt="1"/>
          </p:nvPr>
        </p:nvSpPr>
        <p:spPr>
          <a:xfrm>
            <a:off x="9642475" y="5105140"/>
            <a:ext cx="1873250" cy="591982"/>
          </a:xfrm>
        </p:spPr>
        <p:txBody>
          <a:bodyPr/>
          <a:lstStyle>
            <a:lvl1pPr marL="0" indent="0">
              <a:buNone/>
              <a:defRPr sz="1200">
                <a:latin typeface="+mj-lt"/>
                <a:cs typeface="Segoe UI" panose="020B0502040204020203" pitchFamily="34" charset="0"/>
              </a:defRPr>
            </a:lvl1pPr>
            <a:lvl2pPr>
              <a:defRPr sz="1200">
                <a:latin typeface="Plus Jakarta Sans Medium" pitchFamily="2" charset="0"/>
                <a:cs typeface="Plus Jakarta Sans Medium" pitchFamily="2" charset="0"/>
              </a:defRPr>
            </a:lvl2pPr>
            <a:lvl3pPr>
              <a:defRPr sz="1200">
                <a:latin typeface="Plus Jakarta Sans Medium" pitchFamily="2" charset="0"/>
                <a:cs typeface="Plus Jakarta Sans Medium" pitchFamily="2" charset="0"/>
              </a:defRPr>
            </a:lvl3pPr>
            <a:lvl4pPr>
              <a:defRPr sz="1200">
                <a:latin typeface="Plus Jakarta Sans Medium" pitchFamily="2" charset="0"/>
                <a:cs typeface="Plus Jakarta Sans Medium" pitchFamily="2" charset="0"/>
              </a:defRPr>
            </a:lvl4pPr>
            <a:lvl5pPr>
              <a:defRPr sz="1200">
                <a:latin typeface="Plus Jakarta Sans Medium" pitchFamily="2" charset="0"/>
                <a:cs typeface="Plus Jakarta Sans Medium" pitchFamily="2" charset="0"/>
              </a:defRPr>
            </a:lvl5pPr>
          </a:lstStyle>
          <a:p>
            <a:pPr lvl="0"/>
            <a:r>
              <a:rPr lang="en-US" noProof="0" dirty="0"/>
              <a:t>Place text here</a:t>
            </a:r>
          </a:p>
        </p:txBody>
      </p:sp>
      <p:cxnSp>
        <p:nvCxnSpPr>
          <p:cNvPr id="30" name="Straight Connector 5">
            <a:extLst>
              <a:ext uri="{FF2B5EF4-FFF2-40B4-BE49-F238E27FC236}">
                <a16:creationId xmlns:a16="http://schemas.microsoft.com/office/drawing/2014/main" id="{C7412105-D75B-B782-8EBD-AD715987514A}"/>
              </a:ext>
              <a:ext uri="{C183D7F6-B498-43B3-948B-1728B52AA6E4}">
                <adec:decorative xmlns:adec="http://schemas.microsoft.com/office/drawing/2017/decorative" val="1"/>
              </a:ext>
            </a:extLst>
          </p:cNvPr>
          <p:cNvCxnSpPr>
            <a:cxnSpLocks/>
          </p:cNvCxnSpPr>
          <p:nvPr userDrawn="1"/>
        </p:nvCxnSpPr>
        <p:spPr bwMode="black">
          <a:xfrm>
            <a:off x="6962775" y="5769910"/>
            <a:ext cx="4679061" cy="0"/>
          </a:xfrm>
          <a:prstGeom prst="line">
            <a:avLst/>
          </a:prstGeom>
          <a:ln w="12700">
            <a:solidFill>
              <a:srgbClr val="512EAB"/>
            </a:solidFill>
          </a:ln>
        </p:spPr>
        <p:style>
          <a:lnRef idx="2">
            <a:schemeClr val="accent1"/>
          </a:lnRef>
          <a:fillRef idx="0">
            <a:schemeClr val="accent1"/>
          </a:fillRef>
          <a:effectRef idx="1">
            <a:schemeClr val="accent1"/>
          </a:effectRef>
          <a:fontRef idx="minor">
            <a:schemeClr val="tx1"/>
          </a:fontRef>
        </p:style>
      </p:cxnSp>
      <p:pic>
        <p:nvPicPr>
          <p:cNvPr id="5" name="Pearson Logo" descr="Pearson Logo">
            <a:extLst>
              <a:ext uri="{FF2B5EF4-FFF2-40B4-BE49-F238E27FC236}">
                <a16:creationId xmlns:a16="http://schemas.microsoft.com/office/drawing/2014/main" id="{CD88CEEA-9D2E-DDC9-4E5D-3230D85CE0EA}"/>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7385243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con with Text and Data x2 A">
    <p:bg bwMode="ltGray">
      <p:bgRef idx="1001">
        <a:schemeClr val="bg1"/>
      </p:bgRef>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4CCDD28A-023B-F35D-B686-793D5175B47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8" name="Title">
            <a:extLst>
              <a:ext uri="{FF2B5EF4-FFF2-40B4-BE49-F238E27FC236}">
                <a16:creationId xmlns:a16="http://schemas.microsoft.com/office/drawing/2014/main" id="{BD66E5D9-89E4-452D-81E9-305BE3BC55CC}"/>
              </a:ext>
            </a:extLst>
          </p:cNvPr>
          <p:cNvSpPr>
            <a:spLocks noGrp="1"/>
          </p:cNvSpPr>
          <p:nvPr>
            <p:ph type="title" hasCustomPrompt="1"/>
          </p:nvPr>
        </p:nvSpPr>
        <p:spPr>
          <a:xfrm>
            <a:off x="550164" y="1058862"/>
            <a:ext cx="5615686" cy="1697037"/>
          </a:xfrm>
        </p:spPr>
        <p:txBody>
          <a:bodyPr/>
          <a:lstStyle>
            <a:lvl1pPr>
              <a:defRPr sz="4000">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9" name="Rounded Rectangle 1">
            <a:extLst>
              <a:ext uri="{FF2B5EF4-FFF2-40B4-BE49-F238E27FC236}">
                <a16:creationId xmlns:a16="http://schemas.microsoft.com/office/drawing/2014/main" id="{D8086842-FA1E-79F4-2549-081CBADC25D1}"/>
              </a:ext>
              <a:ext uri="{C183D7F6-B498-43B3-948B-1728B52AA6E4}">
                <adec:decorative xmlns:adec="http://schemas.microsoft.com/office/drawing/2017/decorative" val="1"/>
              </a:ext>
            </a:extLst>
          </p:cNvPr>
          <p:cNvSpPr/>
          <p:nvPr userDrawn="1"/>
        </p:nvSpPr>
        <p:spPr bwMode="ltGray">
          <a:xfrm>
            <a:off x="548640" y="3429000"/>
            <a:ext cx="2667635" cy="2333626"/>
          </a:xfrm>
          <a:prstGeom prst="roundRect">
            <a:avLst>
              <a:gd name="adj" fmla="val 8037"/>
            </a:avLst>
          </a:prstGeom>
          <a:solidFill>
            <a:srgbClr val="C1BFFF"/>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5" name="Icon 1">
            <a:extLst>
              <a:ext uri="{FF2B5EF4-FFF2-40B4-BE49-F238E27FC236}">
                <a16:creationId xmlns:a16="http://schemas.microsoft.com/office/drawing/2014/main" id="{99453C8C-2CC1-6F32-0EEF-0BD69EB95ADF}"/>
              </a:ext>
              <a:ext uri="{C183D7F6-B498-43B3-948B-1728B52AA6E4}">
                <adec:decorative xmlns:adec="http://schemas.microsoft.com/office/drawing/2017/decorative" val="1"/>
              </a:ext>
            </a:extLst>
          </p:cNvPr>
          <p:cNvSpPr>
            <a:spLocks noGrp="1"/>
          </p:cNvSpPr>
          <p:nvPr>
            <p:ph type="pic" sz="quarter" idx="46" hasCustomPrompt="1"/>
          </p:nvPr>
        </p:nvSpPr>
        <p:spPr>
          <a:xfrm>
            <a:off x="861513" y="3660204"/>
            <a:ext cx="360644" cy="358830"/>
          </a:xfrm>
        </p:spPr>
        <p:txBody>
          <a:bodyPr anchor="ctr"/>
          <a:lstStyle>
            <a:lvl1pPr marL="0" indent="0" algn="ctr">
              <a:buNone/>
              <a:defRPr sz="1000">
                <a:latin typeface="+mj-lt"/>
              </a:defRPr>
            </a:lvl1pPr>
          </a:lstStyle>
          <a:p>
            <a:r>
              <a:rPr lang="en-US" noProof="0"/>
              <a:t>Icon</a:t>
            </a:r>
          </a:p>
        </p:txBody>
      </p:sp>
      <p:sp>
        <p:nvSpPr>
          <p:cNvPr id="4" name="Text 1">
            <a:extLst>
              <a:ext uri="{FF2B5EF4-FFF2-40B4-BE49-F238E27FC236}">
                <a16:creationId xmlns:a16="http://schemas.microsoft.com/office/drawing/2014/main" id="{9E7D6D48-F720-9A3E-055F-AF9BDA41E722}"/>
              </a:ext>
            </a:extLst>
          </p:cNvPr>
          <p:cNvSpPr>
            <a:spLocks noGrp="1"/>
          </p:cNvSpPr>
          <p:nvPr>
            <p:ph type="body" sz="half" idx="2" hasCustomPrompt="1"/>
          </p:nvPr>
        </p:nvSpPr>
        <p:spPr>
          <a:xfrm>
            <a:off x="861513" y="4151086"/>
            <a:ext cx="2099401" cy="798285"/>
          </a:xfrm>
        </p:spPr>
        <p:txBody>
          <a:bodyPr/>
          <a:lstStyle>
            <a:lvl1pPr marL="0" indent="0">
              <a:buNone/>
              <a:defRPr kumimoji="0" lang="en-GB" sz="14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Place text here </a:t>
            </a:r>
          </a:p>
        </p:txBody>
      </p:sp>
      <p:cxnSp>
        <p:nvCxnSpPr>
          <p:cNvPr id="14" name="Straight Connector 1">
            <a:extLst>
              <a:ext uri="{FF2B5EF4-FFF2-40B4-BE49-F238E27FC236}">
                <a16:creationId xmlns:a16="http://schemas.microsoft.com/office/drawing/2014/main" id="{DEE76BFF-71B0-FA5F-A6DB-23B541DEA007}"/>
              </a:ext>
              <a:ext uri="{C183D7F6-B498-43B3-948B-1728B52AA6E4}">
                <adec:decorative xmlns:adec="http://schemas.microsoft.com/office/drawing/2017/decorative" val="1"/>
              </a:ext>
            </a:extLst>
          </p:cNvPr>
          <p:cNvCxnSpPr>
            <a:cxnSpLocks/>
          </p:cNvCxnSpPr>
          <p:nvPr userDrawn="1"/>
        </p:nvCxnSpPr>
        <p:spPr bwMode="black">
          <a:xfrm>
            <a:off x="861513" y="4945223"/>
            <a:ext cx="2041889"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16" name="Emphasis 1">
            <a:extLst>
              <a:ext uri="{FF2B5EF4-FFF2-40B4-BE49-F238E27FC236}">
                <a16:creationId xmlns:a16="http://schemas.microsoft.com/office/drawing/2014/main" id="{FEAACE1B-BEAD-3920-329D-328DD0C311A1}"/>
              </a:ext>
            </a:extLst>
          </p:cNvPr>
          <p:cNvSpPr>
            <a:spLocks noGrp="1"/>
          </p:cNvSpPr>
          <p:nvPr>
            <p:ph type="body" sz="half" idx="29" hasCustomPrompt="1"/>
          </p:nvPr>
        </p:nvSpPr>
        <p:spPr>
          <a:xfrm>
            <a:off x="861513" y="5020763"/>
            <a:ext cx="2099401"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10" name="Rounded Rectangle 2">
            <a:extLst>
              <a:ext uri="{FF2B5EF4-FFF2-40B4-BE49-F238E27FC236}">
                <a16:creationId xmlns:a16="http://schemas.microsoft.com/office/drawing/2014/main" id="{4B3871BA-7671-DB3E-43F7-9884E19BA8B2}"/>
              </a:ext>
              <a:ext uri="{C183D7F6-B498-43B3-948B-1728B52AA6E4}">
                <adec:decorative xmlns:adec="http://schemas.microsoft.com/office/drawing/2017/decorative" val="1"/>
              </a:ext>
            </a:extLst>
          </p:cNvPr>
          <p:cNvSpPr/>
          <p:nvPr userDrawn="1"/>
        </p:nvSpPr>
        <p:spPr bwMode="ltGray">
          <a:xfrm>
            <a:off x="3356928" y="3429000"/>
            <a:ext cx="2667635" cy="2333626"/>
          </a:xfrm>
          <a:prstGeom prst="roundRect">
            <a:avLst>
              <a:gd name="adj" fmla="val 8037"/>
            </a:avLst>
          </a:prstGeom>
          <a:solidFill>
            <a:srgbClr val="EDECF6"/>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2" name="Icon 2">
            <a:extLst>
              <a:ext uri="{FF2B5EF4-FFF2-40B4-BE49-F238E27FC236}">
                <a16:creationId xmlns:a16="http://schemas.microsoft.com/office/drawing/2014/main" id="{7D5D11B1-D31B-90D8-F009-1DF3353083BB}"/>
              </a:ext>
              <a:ext uri="{C183D7F6-B498-43B3-948B-1728B52AA6E4}">
                <adec:decorative xmlns:adec="http://schemas.microsoft.com/office/drawing/2017/decorative" val="1"/>
              </a:ext>
            </a:extLst>
          </p:cNvPr>
          <p:cNvSpPr>
            <a:spLocks noGrp="1"/>
          </p:cNvSpPr>
          <p:nvPr>
            <p:ph type="pic" sz="quarter" idx="47" hasCustomPrompt="1"/>
          </p:nvPr>
        </p:nvSpPr>
        <p:spPr>
          <a:xfrm>
            <a:off x="3669801" y="3660204"/>
            <a:ext cx="360644" cy="358830"/>
          </a:xfrm>
        </p:spPr>
        <p:txBody>
          <a:bodyPr anchor="ctr"/>
          <a:lstStyle>
            <a:lvl1pPr marL="0" indent="0" algn="ctr">
              <a:buNone/>
              <a:defRPr sz="1000">
                <a:latin typeface="+mj-lt"/>
              </a:defRPr>
            </a:lvl1pPr>
          </a:lstStyle>
          <a:p>
            <a:r>
              <a:rPr lang="en-US" noProof="0"/>
              <a:t>Icon</a:t>
            </a:r>
          </a:p>
        </p:txBody>
      </p:sp>
      <p:sp>
        <p:nvSpPr>
          <p:cNvPr id="11" name="Text 2">
            <a:extLst>
              <a:ext uri="{FF2B5EF4-FFF2-40B4-BE49-F238E27FC236}">
                <a16:creationId xmlns:a16="http://schemas.microsoft.com/office/drawing/2014/main" id="{C7E6DEAE-07EC-BA82-0D28-AB61E76AA023}"/>
              </a:ext>
            </a:extLst>
          </p:cNvPr>
          <p:cNvSpPr>
            <a:spLocks noGrp="1"/>
          </p:cNvSpPr>
          <p:nvPr>
            <p:ph type="body" sz="half" idx="28" hasCustomPrompt="1"/>
          </p:nvPr>
        </p:nvSpPr>
        <p:spPr>
          <a:xfrm>
            <a:off x="3669801" y="4151086"/>
            <a:ext cx="2073229" cy="798285"/>
          </a:xfrm>
        </p:spPr>
        <p:txBody>
          <a:bodyPr/>
          <a:lstStyle>
            <a:lvl1pPr marL="0" indent="0">
              <a:buNone/>
              <a:defRPr kumimoji="0" lang="en-GB" sz="14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Place text here </a:t>
            </a:r>
          </a:p>
        </p:txBody>
      </p:sp>
      <p:cxnSp>
        <p:nvCxnSpPr>
          <p:cNvPr id="15" name="Straight Connector 2">
            <a:extLst>
              <a:ext uri="{FF2B5EF4-FFF2-40B4-BE49-F238E27FC236}">
                <a16:creationId xmlns:a16="http://schemas.microsoft.com/office/drawing/2014/main" id="{B92D2906-311B-A86E-3017-E83A4001259C}"/>
              </a:ext>
              <a:ext uri="{C183D7F6-B498-43B3-948B-1728B52AA6E4}">
                <adec:decorative xmlns:adec="http://schemas.microsoft.com/office/drawing/2017/decorative" val="1"/>
              </a:ext>
            </a:extLst>
          </p:cNvPr>
          <p:cNvCxnSpPr>
            <a:cxnSpLocks/>
          </p:cNvCxnSpPr>
          <p:nvPr userDrawn="1"/>
        </p:nvCxnSpPr>
        <p:spPr bwMode="black">
          <a:xfrm>
            <a:off x="3669801" y="4945223"/>
            <a:ext cx="2041889"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sp>
        <p:nvSpPr>
          <p:cNvPr id="17" name="Emphasis 2">
            <a:extLst>
              <a:ext uri="{FF2B5EF4-FFF2-40B4-BE49-F238E27FC236}">
                <a16:creationId xmlns:a16="http://schemas.microsoft.com/office/drawing/2014/main" id="{F39E798C-B808-9EAC-D2A0-1E02EB6AB1BF}"/>
              </a:ext>
              <a:ext uri="{C183D7F6-B498-43B3-948B-1728B52AA6E4}">
                <adec:decorative xmlns:adec="http://schemas.microsoft.com/office/drawing/2017/decorative" val="0"/>
              </a:ext>
            </a:extLst>
          </p:cNvPr>
          <p:cNvSpPr>
            <a:spLocks noGrp="1"/>
          </p:cNvSpPr>
          <p:nvPr>
            <p:ph type="body" sz="half" idx="30" hasCustomPrompt="1"/>
          </p:nvPr>
        </p:nvSpPr>
        <p:spPr>
          <a:xfrm>
            <a:off x="3669801" y="5020763"/>
            <a:ext cx="2073229"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3" name="Picture">
            <a:extLst>
              <a:ext uri="{FF2B5EF4-FFF2-40B4-BE49-F238E27FC236}">
                <a16:creationId xmlns:a16="http://schemas.microsoft.com/office/drawing/2014/main" id="{CFE04DBC-D39A-6D3D-392C-E7AA745D0C75}"/>
              </a:ext>
              <a:ext uri="{C183D7F6-B498-43B3-948B-1728B52AA6E4}">
                <adec:decorative xmlns:adec="http://schemas.microsoft.com/office/drawing/2017/decorative" val="1"/>
              </a:ext>
            </a:extLst>
          </p:cNvPr>
          <p:cNvSpPr>
            <a:spLocks noGrp="1"/>
          </p:cNvSpPr>
          <p:nvPr>
            <p:ph type="pic" idx="1" hasCustomPrompt="1"/>
          </p:nvPr>
        </p:nvSpPr>
        <p:spPr bwMode="gray">
          <a:xfrm>
            <a:off x="8034638" y="0"/>
            <a:ext cx="4157362" cy="6857999"/>
          </a:xfrm>
          <a:solidFill>
            <a:srgbClr val="EDECF6"/>
          </a:solidFill>
        </p:spPr>
        <p:txBody>
          <a:bodyPr tIns="91440" bIns="0" anchor="t" anchorCtr="0"/>
          <a:lstStyle>
            <a:lvl1pPr marL="0" indent="0" algn="ctr">
              <a:spcAft>
                <a:spcPts val="0"/>
              </a:spcAft>
              <a:buNone/>
              <a:defRPr sz="1400">
                <a:latin typeface="+mj-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Add picture here, then ‘Send to Back’</a:t>
            </a:r>
          </a:p>
        </p:txBody>
      </p:sp>
      <p:pic>
        <p:nvPicPr>
          <p:cNvPr id="13" name="Pearson Logo" descr="Pearson Logo">
            <a:extLst>
              <a:ext uri="{FF2B5EF4-FFF2-40B4-BE49-F238E27FC236}">
                <a16:creationId xmlns:a16="http://schemas.microsoft.com/office/drawing/2014/main" id="{8BB65226-9298-067D-5C03-ED736DC13BBD}"/>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6566249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con with Text and Data x2 B">
    <p:bg bwMode="gray">
      <p:bgPr>
        <a:solidFill>
          <a:srgbClr val="EDECF6"/>
        </a:solidFill>
        <a:effectLst/>
      </p:bgPr>
    </p:bg>
    <p:spTree>
      <p:nvGrpSpPr>
        <p:cNvPr id="1" name=""/>
        <p:cNvGrpSpPr/>
        <p:nvPr/>
      </p:nvGrpSpPr>
      <p:grpSpPr>
        <a:xfrm>
          <a:off x="0" y="0"/>
          <a:ext cx="0" cy="0"/>
          <a:chOff x="0" y="0"/>
          <a:chExt cx="0" cy="0"/>
        </a:xfrm>
      </p:grpSpPr>
      <p:sp>
        <p:nvSpPr>
          <p:cNvPr id="2" name="Section">
            <a:extLst>
              <a:ext uri="{FF2B5EF4-FFF2-40B4-BE49-F238E27FC236}">
                <a16:creationId xmlns:a16="http://schemas.microsoft.com/office/drawing/2014/main" id="{4CCDD28A-023B-F35D-B686-793D5175B47D}"/>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8" name="Title">
            <a:extLst>
              <a:ext uri="{FF2B5EF4-FFF2-40B4-BE49-F238E27FC236}">
                <a16:creationId xmlns:a16="http://schemas.microsoft.com/office/drawing/2014/main" id="{BD66E5D9-89E4-452D-81E9-305BE3BC55CC}"/>
              </a:ext>
            </a:extLst>
          </p:cNvPr>
          <p:cNvSpPr>
            <a:spLocks noGrp="1"/>
          </p:cNvSpPr>
          <p:nvPr>
            <p:ph type="title" hasCustomPrompt="1"/>
          </p:nvPr>
        </p:nvSpPr>
        <p:spPr>
          <a:xfrm>
            <a:off x="1482725" y="1731964"/>
            <a:ext cx="4260306" cy="1345066"/>
          </a:xfrm>
        </p:spPr>
        <p:txBody>
          <a:bodyPr/>
          <a:lstStyle>
            <a:lvl1pPr>
              <a:defRPr sz="3200">
                <a:latin typeface="+mj-lt"/>
              </a:defRPr>
            </a:lvl1pPr>
          </a:lstStyle>
          <a:p>
            <a:r>
              <a:rPr lang="en-US" noProof="0" dirty="0"/>
              <a:t>Place headline here, lorem ipsum dolor sit </a:t>
            </a:r>
            <a:r>
              <a:rPr lang="en-US" noProof="0" dirty="0" err="1"/>
              <a:t>amet</a:t>
            </a:r>
            <a:r>
              <a:rPr lang="en-US" noProof="0" dirty="0"/>
              <a:t> </a:t>
            </a:r>
            <a:r>
              <a:rPr lang="en-US" noProof="0" dirty="0" err="1"/>
              <a:t>adipiscing</a:t>
            </a:r>
            <a:r>
              <a:rPr lang="en-US" noProof="0" dirty="0"/>
              <a:t> </a:t>
            </a:r>
            <a:r>
              <a:rPr lang="en-US" noProof="0" dirty="0" err="1"/>
              <a:t>elit</a:t>
            </a:r>
            <a:endParaRPr lang="en-US" noProof="0" dirty="0"/>
          </a:p>
        </p:txBody>
      </p:sp>
      <p:sp>
        <p:nvSpPr>
          <p:cNvPr id="9" name="Icon 1">
            <a:extLst>
              <a:ext uri="{FF2B5EF4-FFF2-40B4-BE49-F238E27FC236}">
                <a16:creationId xmlns:a16="http://schemas.microsoft.com/office/drawing/2014/main" id="{994A4869-87A3-7BFE-8AAF-9B6832E7CB65}"/>
              </a:ext>
              <a:ext uri="{C183D7F6-B498-43B3-948B-1728B52AA6E4}">
                <adec:decorative xmlns:adec="http://schemas.microsoft.com/office/drawing/2017/decorative" val="1"/>
              </a:ext>
            </a:extLst>
          </p:cNvPr>
          <p:cNvSpPr>
            <a:spLocks noGrp="1"/>
          </p:cNvSpPr>
          <p:nvPr>
            <p:ph type="pic" sz="quarter" idx="46" hasCustomPrompt="1"/>
          </p:nvPr>
        </p:nvSpPr>
        <p:spPr>
          <a:xfrm>
            <a:off x="1488077" y="3684395"/>
            <a:ext cx="530352" cy="527684"/>
          </a:xfrm>
        </p:spPr>
        <p:txBody>
          <a:bodyPr anchor="ctr"/>
          <a:lstStyle>
            <a:lvl1pPr marL="0" indent="0" algn="ctr">
              <a:buNone/>
              <a:defRPr sz="1000">
                <a:latin typeface="+mj-lt"/>
              </a:defRPr>
            </a:lvl1pPr>
          </a:lstStyle>
          <a:p>
            <a:r>
              <a:rPr lang="en-US" noProof="0"/>
              <a:t>Icon</a:t>
            </a:r>
          </a:p>
        </p:txBody>
      </p:sp>
      <p:sp>
        <p:nvSpPr>
          <p:cNvPr id="16" name="Subhead 1">
            <a:extLst>
              <a:ext uri="{FF2B5EF4-FFF2-40B4-BE49-F238E27FC236}">
                <a16:creationId xmlns:a16="http://schemas.microsoft.com/office/drawing/2014/main" id="{FEAACE1B-BEAD-3920-329D-328DD0C311A1}"/>
              </a:ext>
            </a:extLst>
          </p:cNvPr>
          <p:cNvSpPr>
            <a:spLocks noGrp="1"/>
          </p:cNvSpPr>
          <p:nvPr>
            <p:ph type="body" sz="half" idx="29" hasCustomPrompt="1"/>
          </p:nvPr>
        </p:nvSpPr>
        <p:spPr>
          <a:xfrm>
            <a:off x="1488077" y="4349617"/>
            <a:ext cx="2099401"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XX%</a:t>
            </a:r>
          </a:p>
        </p:txBody>
      </p:sp>
      <p:sp>
        <p:nvSpPr>
          <p:cNvPr id="4" name="Text 1">
            <a:extLst>
              <a:ext uri="{FF2B5EF4-FFF2-40B4-BE49-F238E27FC236}">
                <a16:creationId xmlns:a16="http://schemas.microsoft.com/office/drawing/2014/main" id="{9E7D6D48-F720-9A3E-055F-AF9BDA41E722}"/>
              </a:ext>
            </a:extLst>
          </p:cNvPr>
          <p:cNvSpPr>
            <a:spLocks noGrp="1"/>
          </p:cNvSpPr>
          <p:nvPr>
            <p:ph type="body" sz="half" idx="2" hasCustomPrompt="1"/>
          </p:nvPr>
        </p:nvSpPr>
        <p:spPr>
          <a:xfrm>
            <a:off x="1488077" y="4993756"/>
            <a:ext cx="2099401" cy="598989"/>
          </a:xfrm>
        </p:spPr>
        <p:txBody>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lang="en-GB" sz="1200" kern="1200" dirty="0">
                <a:solidFill>
                  <a:schemeClr val="tx2"/>
                </a:solidFill>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dirty="0"/>
              <a:t>Place text here </a:t>
            </a:r>
          </a:p>
        </p:txBody>
      </p:sp>
      <p:sp>
        <p:nvSpPr>
          <p:cNvPr id="10" name="Icon 2">
            <a:extLst>
              <a:ext uri="{FF2B5EF4-FFF2-40B4-BE49-F238E27FC236}">
                <a16:creationId xmlns:a16="http://schemas.microsoft.com/office/drawing/2014/main" id="{BED0C63F-D92F-A8AC-3577-7ECD10DF50F8}"/>
              </a:ext>
              <a:ext uri="{C183D7F6-B498-43B3-948B-1728B52AA6E4}">
                <adec:decorative xmlns:adec="http://schemas.microsoft.com/office/drawing/2017/decorative" val="1"/>
              </a:ext>
            </a:extLst>
          </p:cNvPr>
          <p:cNvSpPr>
            <a:spLocks noGrp="1"/>
          </p:cNvSpPr>
          <p:nvPr>
            <p:ph type="pic" sz="quarter" idx="47" hasCustomPrompt="1"/>
          </p:nvPr>
        </p:nvSpPr>
        <p:spPr>
          <a:xfrm>
            <a:off x="3771401" y="3684395"/>
            <a:ext cx="530352" cy="527684"/>
          </a:xfrm>
        </p:spPr>
        <p:txBody>
          <a:bodyPr anchor="ctr"/>
          <a:lstStyle>
            <a:lvl1pPr marL="0" indent="0" algn="ctr">
              <a:buNone/>
              <a:defRPr sz="1000">
                <a:latin typeface="+mj-lt"/>
              </a:defRPr>
            </a:lvl1pPr>
          </a:lstStyle>
          <a:p>
            <a:r>
              <a:rPr lang="en-US" noProof="0"/>
              <a:t>Icon</a:t>
            </a:r>
          </a:p>
        </p:txBody>
      </p:sp>
      <p:sp>
        <p:nvSpPr>
          <p:cNvPr id="17" name="Subhead 2">
            <a:extLst>
              <a:ext uri="{FF2B5EF4-FFF2-40B4-BE49-F238E27FC236}">
                <a16:creationId xmlns:a16="http://schemas.microsoft.com/office/drawing/2014/main" id="{F39E798C-B808-9EAC-D2A0-1E02EB6AB1BF}"/>
              </a:ext>
            </a:extLst>
          </p:cNvPr>
          <p:cNvSpPr>
            <a:spLocks noGrp="1"/>
          </p:cNvSpPr>
          <p:nvPr>
            <p:ph type="body" sz="half" idx="30" hasCustomPrompt="1"/>
          </p:nvPr>
        </p:nvSpPr>
        <p:spPr>
          <a:xfrm>
            <a:off x="3771401" y="4349617"/>
            <a:ext cx="2073229" cy="598988"/>
          </a:xfrm>
        </p:spPr>
        <p:txBody>
          <a:bodyPr/>
          <a:lstStyle>
            <a:lvl1pPr marL="0" indent="0">
              <a:buNone/>
              <a:defRPr kumimoji="0" lang="en-GB" sz="4000" b="1" i="0" u="none" strike="noStrike" kern="1200" cap="none" spc="0" normalizeH="0" baseline="0" dirty="0">
                <a:ln>
                  <a:noFill/>
                </a:ln>
                <a:solidFill>
                  <a:srgbClr val="512EAB"/>
                </a:solidFill>
                <a:effectLst/>
                <a:uLnTx/>
                <a:uFillTx/>
                <a:latin typeface="+mj-lt"/>
                <a:ea typeface="+mn-ea"/>
                <a:cs typeface="Segoe UI Semibold"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XX%</a:t>
            </a:r>
          </a:p>
        </p:txBody>
      </p:sp>
      <p:sp>
        <p:nvSpPr>
          <p:cNvPr id="11" name="Text 2">
            <a:extLst>
              <a:ext uri="{FF2B5EF4-FFF2-40B4-BE49-F238E27FC236}">
                <a16:creationId xmlns:a16="http://schemas.microsoft.com/office/drawing/2014/main" id="{C7E6DEAE-07EC-BA82-0D28-AB61E76AA023}"/>
              </a:ext>
            </a:extLst>
          </p:cNvPr>
          <p:cNvSpPr>
            <a:spLocks noGrp="1"/>
          </p:cNvSpPr>
          <p:nvPr>
            <p:ph type="body" sz="half" idx="28" hasCustomPrompt="1"/>
          </p:nvPr>
        </p:nvSpPr>
        <p:spPr>
          <a:xfrm>
            <a:off x="3771401" y="4993756"/>
            <a:ext cx="2073229" cy="598989"/>
          </a:xfrm>
        </p:spPr>
        <p:txBody>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lang="en-GB" sz="1200" kern="1200" dirty="0">
                <a:solidFill>
                  <a:schemeClr val="tx2"/>
                </a:solidFill>
                <a:latin typeface="+mj-lt"/>
                <a:ea typeface="+mn-ea"/>
                <a:cs typeface="Segoe UI" panose="020B0502040204020203"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noProof="0"/>
              <a:t>Place text here </a:t>
            </a:r>
          </a:p>
        </p:txBody>
      </p:sp>
      <p:cxnSp>
        <p:nvCxnSpPr>
          <p:cNvPr id="5" name="Straight Connector">
            <a:extLst>
              <a:ext uri="{FF2B5EF4-FFF2-40B4-BE49-F238E27FC236}">
                <a16:creationId xmlns:a16="http://schemas.microsoft.com/office/drawing/2014/main" id="{BD220C2B-AB8E-9F7A-0E6F-38DC50148B2D}"/>
              </a:ext>
              <a:ext uri="{C183D7F6-B498-43B3-948B-1728B52AA6E4}">
                <adec:decorative xmlns:adec="http://schemas.microsoft.com/office/drawing/2017/decorative" val="1"/>
              </a:ext>
            </a:extLst>
          </p:cNvPr>
          <p:cNvCxnSpPr>
            <a:cxnSpLocks/>
          </p:cNvCxnSpPr>
          <p:nvPr userDrawn="1"/>
        </p:nvCxnSpPr>
        <p:spPr bwMode="black">
          <a:xfrm>
            <a:off x="1485265" y="5769910"/>
            <a:ext cx="4151742" cy="0"/>
          </a:xfrm>
          <a:prstGeom prst="line">
            <a:avLst/>
          </a:prstGeom>
          <a:ln w="12700">
            <a:solidFill>
              <a:srgbClr val="512EAB"/>
            </a:solidFill>
          </a:ln>
        </p:spPr>
        <p:style>
          <a:lnRef idx="2">
            <a:schemeClr val="accent1"/>
          </a:lnRef>
          <a:fillRef idx="0">
            <a:schemeClr val="accent1"/>
          </a:fillRef>
          <a:effectRef idx="1">
            <a:schemeClr val="accent1"/>
          </a:effectRef>
          <a:fontRef idx="minor">
            <a:schemeClr val="tx1"/>
          </a:fontRef>
        </p:style>
      </p:cxnSp>
      <p:sp>
        <p:nvSpPr>
          <p:cNvPr id="3" name="Picture">
            <a:extLst>
              <a:ext uri="{FF2B5EF4-FFF2-40B4-BE49-F238E27FC236}">
                <a16:creationId xmlns:a16="http://schemas.microsoft.com/office/drawing/2014/main" id="{CFE04DBC-D39A-6D3D-392C-E7AA745D0C75}"/>
              </a:ext>
              <a:ext uri="{C183D7F6-B498-43B3-948B-1728B52AA6E4}">
                <adec:decorative xmlns:adec="http://schemas.microsoft.com/office/drawing/2017/decorative" val="1"/>
              </a:ext>
            </a:extLst>
          </p:cNvPr>
          <p:cNvSpPr>
            <a:spLocks noGrp="1"/>
          </p:cNvSpPr>
          <p:nvPr>
            <p:ph type="pic" idx="1" hasCustomPrompt="1"/>
          </p:nvPr>
        </p:nvSpPr>
        <p:spPr bwMode="gray">
          <a:xfrm>
            <a:off x="6165850" y="1096963"/>
            <a:ext cx="4540250" cy="4665662"/>
          </a:xfrm>
          <a:prstGeom prst="roundRect">
            <a:avLst>
              <a:gd name="adj" fmla="val 4080"/>
            </a:avLst>
          </a:prstGeom>
          <a:solidFill>
            <a:srgbClr val="C1BFFF"/>
          </a:solidFill>
        </p:spPr>
        <p:txBody>
          <a:bodyPr tIns="91440" bIns="0" anchor="t" anchorCtr="0"/>
          <a:lstStyle>
            <a:lvl1pPr marL="0" indent="0" algn="ctr">
              <a:spcAft>
                <a:spcPts val="0"/>
              </a:spcAft>
              <a:buNone/>
              <a:defRPr sz="1400">
                <a:latin typeface="+mj-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dirty="0"/>
              <a:t>Add picture here</a:t>
            </a:r>
          </a:p>
        </p:txBody>
      </p:sp>
      <p:pic>
        <p:nvPicPr>
          <p:cNvPr id="12" name="Pearson Logo" descr="Pearson Logo">
            <a:extLst>
              <a:ext uri="{FF2B5EF4-FFF2-40B4-BE49-F238E27FC236}">
                <a16:creationId xmlns:a16="http://schemas.microsoft.com/office/drawing/2014/main" id="{15CA4AFD-0F37-758A-1E94-E7DFFB2D3360}"/>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9923215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am Profile x4">
    <p:bg bwMode="ltGray">
      <p:bgPr>
        <a:solidFill>
          <a:srgbClr val="EDECF6"/>
        </a:solidFill>
        <a:effectLst/>
      </p:bgPr>
    </p:bg>
    <p:spTree>
      <p:nvGrpSpPr>
        <p:cNvPr id="1" name=""/>
        <p:cNvGrpSpPr/>
        <p:nvPr/>
      </p:nvGrpSpPr>
      <p:grpSpPr>
        <a:xfrm>
          <a:off x="0" y="0"/>
          <a:ext cx="0" cy="0"/>
          <a:chOff x="0" y="0"/>
          <a:chExt cx="0" cy="0"/>
        </a:xfrm>
      </p:grpSpPr>
      <p:sp>
        <p:nvSpPr>
          <p:cNvPr id="3" name="Line Waves">
            <a:extLst>
              <a:ext uri="{FF2B5EF4-FFF2-40B4-BE49-F238E27FC236}">
                <a16:creationId xmlns:a16="http://schemas.microsoft.com/office/drawing/2014/main" id="{D186FDAB-7949-432D-448A-914280C408BA}"/>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ltGray">
          <a:xfrm>
            <a:off x="0" y="1765261"/>
            <a:ext cx="2324100" cy="4270115"/>
          </a:xfrm>
          <a:custGeom>
            <a:avLst/>
            <a:gdLst>
              <a:gd name="connsiteX0" fmla="*/ 0 w 2324100"/>
              <a:gd name="connsiteY0" fmla="*/ 692727 h 4270115"/>
              <a:gd name="connsiteX1" fmla="*/ 23841 w 2324100"/>
              <a:gd name="connsiteY1" fmla="*/ 731059 h 4270115"/>
              <a:gd name="connsiteX2" fmla="*/ 443757 w 2324100"/>
              <a:gd name="connsiteY2" fmla="*/ 2145682 h 4270115"/>
              <a:gd name="connsiteX3" fmla="*/ 443213 w 2324100"/>
              <a:gd name="connsiteY3" fmla="*/ 2145682 h 4270115"/>
              <a:gd name="connsiteX4" fmla="*/ 31412 w 2324100"/>
              <a:gd name="connsiteY4" fmla="*/ 3546472 h 4270115"/>
              <a:gd name="connsiteX5" fmla="*/ 0 w 2324100"/>
              <a:gd name="connsiteY5" fmla="*/ 3597467 h 4270115"/>
              <a:gd name="connsiteX6" fmla="*/ 0 w 2324100"/>
              <a:gd name="connsiteY6" fmla="*/ 3551763 h 4270115"/>
              <a:gd name="connsiteX7" fmla="*/ 37371 w 2324100"/>
              <a:gd name="connsiteY7" fmla="*/ 3488643 h 4270115"/>
              <a:gd name="connsiteX8" fmla="*/ 417059 w 2324100"/>
              <a:gd name="connsiteY8" fmla="*/ 2145137 h 4270115"/>
              <a:gd name="connsiteX9" fmla="*/ 37371 w 2324100"/>
              <a:gd name="connsiteY9" fmla="*/ 801632 h 4270115"/>
              <a:gd name="connsiteX10" fmla="*/ 0 w 2324100"/>
              <a:gd name="connsiteY10" fmla="*/ 738512 h 4270115"/>
              <a:gd name="connsiteX11" fmla="*/ 0 w 2324100"/>
              <a:gd name="connsiteY11" fmla="*/ 164941 h 4270115"/>
              <a:gd name="connsiteX12" fmla="*/ 53886 w 2324100"/>
              <a:gd name="connsiteY12" fmla="*/ 214190 h 4270115"/>
              <a:gd name="connsiteX13" fmla="*/ 1070357 w 2324100"/>
              <a:gd name="connsiteY13" fmla="*/ 2140779 h 4270115"/>
              <a:gd name="connsiteX14" fmla="*/ 178528 w 2324100"/>
              <a:gd name="connsiteY14" fmla="*/ 3948521 h 4270115"/>
              <a:gd name="connsiteX15" fmla="*/ 0 w 2324100"/>
              <a:gd name="connsiteY15" fmla="*/ 4116957 h 4270115"/>
              <a:gd name="connsiteX16" fmla="*/ 0 w 2324100"/>
              <a:gd name="connsiteY16" fmla="*/ 4077047 h 4270115"/>
              <a:gd name="connsiteX17" fmla="*/ 38919 w 2324100"/>
              <a:gd name="connsiteY17" fmla="*/ 4041827 h 4270115"/>
              <a:gd name="connsiteX18" fmla="*/ 1042569 w 2324100"/>
              <a:gd name="connsiteY18" fmla="*/ 2140234 h 4270115"/>
              <a:gd name="connsiteX19" fmla="*/ 38919 w 2324100"/>
              <a:gd name="connsiteY19" fmla="*/ 238641 h 4270115"/>
              <a:gd name="connsiteX20" fmla="*/ 0 w 2324100"/>
              <a:gd name="connsiteY20" fmla="*/ 203505 h 4270115"/>
              <a:gd name="connsiteX21" fmla="*/ 232349 w 2324100"/>
              <a:gd name="connsiteY21" fmla="*/ 145468 h 4270115"/>
              <a:gd name="connsiteX22" fmla="*/ 624110 w 2324100"/>
              <a:gd name="connsiteY22" fmla="*/ 429345 h 4270115"/>
              <a:gd name="connsiteX23" fmla="*/ 1696956 w 2324100"/>
              <a:gd name="connsiteY23" fmla="*/ 2135330 h 4270115"/>
              <a:gd name="connsiteX24" fmla="*/ 624110 w 2324100"/>
              <a:gd name="connsiteY24" fmla="*/ 3841315 h 4270115"/>
              <a:gd name="connsiteX25" fmla="*/ 275938 w 2324100"/>
              <a:gd name="connsiteY25" fmla="*/ 4096313 h 4270115"/>
              <a:gd name="connsiteX26" fmla="*/ 275938 w 2324100"/>
              <a:gd name="connsiteY26" fmla="*/ 4096859 h 4270115"/>
              <a:gd name="connsiteX27" fmla="*/ 2296312 w 2324100"/>
              <a:gd name="connsiteY27" fmla="*/ 2130971 h 4270115"/>
              <a:gd name="connsiteX28" fmla="*/ 232349 w 2324100"/>
              <a:gd name="connsiteY28" fmla="*/ 145468 h 4270115"/>
              <a:gd name="connsiteX29" fmla="*/ 0 w 2324100"/>
              <a:gd name="connsiteY29" fmla="*/ 0 h 4270115"/>
              <a:gd name="connsiteX30" fmla="*/ 101580 w 2324100"/>
              <a:gd name="connsiteY30" fmla="*/ 60469 h 4270115"/>
              <a:gd name="connsiteX31" fmla="*/ 1190228 w 2324100"/>
              <a:gd name="connsiteY31" fmla="*/ 638575 h 4270115"/>
              <a:gd name="connsiteX32" fmla="*/ 1190773 w 2324100"/>
              <a:gd name="connsiteY32" fmla="*/ 638575 h 4270115"/>
              <a:gd name="connsiteX33" fmla="*/ 2324100 w 2324100"/>
              <a:gd name="connsiteY33" fmla="*/ 2129882 h 4270115"/>
              <a:gd name="connsiteX34" fmla="*/ 1190773 w 2324100"/>
              <a:gd name="connsiteY34" fmla="*/ 3621188 h 4270115"/>
              <a:gd name="connsiteX35" fmla="*/ 144624 w 2324100"/>
              <a:gd name="connsiteY35" fmla="*/ 4182403 h 4270115"/>
              <a:gd name="connsiteX36" fmla="*/ 0 w 2324100"/>
              <a:gd name="connsiteY36" fmla="*/ 4270115 h 4270115"/>
              <a:gd name="connsiteX37" fmla="*/ 0 w 2324100"/>
              <a:gd name="connsiteY37" fmla="*/ 4228907 h 4270115"/>
              <a:gd name="connsiteX38" fmla="*/ 44450 w 2324100"/>
              <a:gd name="connsiteY38" fmla="*/ 4203853 h 4270115"/>
              <a:gd name="connsiteX39" fmla="*/ 133727 w 2324100"/>
              <a:gd name="connsiteY39" fmla="*/ 4157883 h 4270115"/>
              <a:gd name="connsiteX40" fmla="*/ 607218 w 2324100"/>
              <a:gd name="connsiteY40" fmla="*/ 3820065 h 4270115"/>
              <a:gd name="connsiteX41" fmla="*/ 1669713 w 2324100"/>
              <a:gd name="connsiteY41" fmla="*/ 2135330 h 4270115"/>
              <a:gd name="connsiteX42" fmla="*/ 607218 w 2324100"/>
              <a:gd name="connsiteY42" fmla="*/ 450595 h 4270115"/>
              <a:gd name="connsiteX43" fmla="*/ 3930 w 2324100"/>
              <a:gd name="connsiteY43" fmla="*/ 36507 h 4270115"/>
              <a:gd name="connsiteX44" fmla="*/ 0 w 2324100"/>
              <a:gd name="connsiteY44" fmla="*/ 33977 h 427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324100" h="4270115">
                <a:moveTo>
                  <a:pt x="0" y="692727"/>
                </a:moveTo>
                <a:lnTo>
                  <a:pt x="23841" y="731059"/>
                </a:lnTo>
                <a:cubicBezTo>
                  <a:pt x="271572" y="1154274"/>
                  <a:pt x="443757" y="1636264"/>
                  <a:pt x="443757" y="2145682"/>
                </a:cubicBezTo>
                <a:lnTo>
                  <a:pt x="443213" y="2145682"/>
                </a:lnTo>
                <a:cubicBezTo>
                  <a:pt x="443213" y="2649618"/>
                  <a:pt x="274782" y="3126647"/>
                  <a:pt x="31412" y="3546472"/>
                </a:cubicBezTo>
                <a:lnTo>
                  <a:pt x="0" y="3597467"/>
                </a:lnTo>
                <a:lnTo>
                  <a:pt x="0" y="3551763"/>
                </a:lnTo>
                <a:lnTo>
                  <a:pt x="37371" y="3488643"/>
                </a:lnTo>
                <a:cubicBezTo>
                  <a:pt x="339541" y="2949468"/>
                  <a:pt x="417059" y="2482275"/>
                  <a:pt x="417059" y="2145137"/>
                </a:cubicBezTo>
                <a:cubicBezTo>
                  <a:pt x="417059" y="1808000"/>
                  <a:pt x="339541" y="1340807"/>
                  <a:pt x="37371" y="801632"/>
                </a:cubicBezTo>
                <a:lnTo>
                  <a:pt x="0" y="738512"/>
                </a:lnTo>
                <a:close/>
                <a:moveTo>
                  <a:pt x="0" y="164941"/>
                </a:moveTo>
                <a:lnTo>
                  <a:pt x="53886" y="214190"/>
                </a:lnTo>
                <a:cubicBezTo>
                  <a:pt x="576910" y="709885"/>
                  <a:pt x="1070357" y="1398668"/>
                  <a:pt x="1070357" y="2140779"/>
                </a:cubicBezTo>
                <a:cubicBezTo>
                  <a:pt x="1070357" y="2836509"/>
                  <a:pt x="652556" y="3469204"/>
                  <a:pt x="178528" y="3948521"/>
                </a:cubicBezTo>
                <a:lnTo>
                  <a:pt x="0" y="4116957"/>
                </a:lnTo>
                <a:lnTo>
                  <a:pt x="0" y="4077047"/>
                </a:lnTo>
                <a:lnTo>
                  <a:pt x="38919" y="4041827"/>
                </a:lnTo>
                <a:cubicBezTo>
                  <a:pt x="496609" y="3609746"/>
                  <a:pt x="1042569" y="2929748"/>
                  <a:pt x="1042569" y="2140234"/>
                </a:cubicBezTo>
                <a:cubicBezTo>
                  <a:pt x="1042569" y="1350719"/>
                  <a:pt x="496609" y="670177"/>
                  <a:pt x="38919" y="238641"/>
                </a:cubicBezTo>
                <a:lnTo>
                  <a:pt x="0" y="203505"/>
                </a:lnTo>
                <a:close/>
                <a:moveTo>
                  <a:pt x="232349" y="145468"/>
                </a:moveTo>
                <a:cubicBezTo>
                  <a:pt x="360392" y="229923"/>
                  <a:pt x="493885" y="325275"/>
                  <a:pt x="624110" y="429345"/>
                </a:cubicBezTo>
                <a:cubicBezTo>
                  <a:pt x="1113401" y="819472"/>
                  <a:pt x="1696956" y="1432449"/>
                  <a:pt x="1696956" y="2135330"/>
                </a:cubicBezTo>
                <a:cubicBezTo>
                  <a:pt x="1696956" y="2838211"/>
                  <a:pt x="1113401" y="3451189"/>
                  <a:pt x="624110" y="3841315"/>
                </a:cubicBezTo>
                <a:cubicBezTo>
                  <a:pt x="508051" y="3933943"/>
                  <a:pt x="390361" y="4018943"/>
                  <a:pt x="275938" y="4096313"/>
                </a:cubicBezTo>
                <a:lnTo>
                  <a:pt x="275938" y="4096859"/>
                </a:lnTo>
                <a:cubicBezTo>
                  <a:pt x="899813" y="3813527"/>
                  <a:pt x="2296312" y="3055068"/>
                  <a:pt x="2296312" y="2130971"/>
                </a:cubicBezTo>
                <a:cubicBezTo>
                  <a:pt x="2296312" y="1206873"/>
                  <a:pt x="831704" y="411365"/>
                  <a:pt x="232349" y="145468"/>
                </a:cubicBezTo>
                <a:close/>
                <a:moveTo>
                  <a:pt x="0" y="0"/>
                </a:moveTo>
                <a:lnTo>
                  <a:pt x="101580" y="60469"/>
                </a:lnTo>
                <a:cubicBezTo>
                  <a:pt x="309719" y="141109"/>
                  <a:pt x="754333" y="348705"/>
                  <a:pt x="1190228" y="638575"/>
                </a:cubicBezTo>
                <a:lnTo>
                  <a:pt x="1190773" y="638575"/>
                </a:lnTo>
                <a:cubicBezTo>
                  <a:pt x="1707854" y="982387"/>
                  <a:pt x="2324100" y="1520173"/>
                  <a:pt x="2324100" y="2129882"/>
                </a:cubicBezTo>
                <a:cubicBezTo>
                  <a:pt x="2324100" y="2739590"/>
                  <a:pt x="1707854" y="3277375"/>
                  <a:pt x="1190773" y="3621188"/>
                </a:cubicBezTo>
                <a:cubicBezTo>
                  <a:pt x="782121" y="3893077"/>
                  <a:pt x="366931" y="4091955"/>
                  <a:pt x="144624" y="4182403"/>
                </a:cubicBezTo>
                <a:lnTo>
                  <a:pt x="0" y="4270115"/>
                </a:lnTo>
                <a:lnTo>
                  <a:pt x="0" y="4228907"/>
                </a:lnTo>
                <a:lnTo>
                  <a:pt x="44450" y="4203853"/>
                </a:lnTo>
                <a:cubicBezTo>
                  <a:pt x="84069" y="4181893"/>
                  <a:pt x="115729" y="4165273"/>
                  <a:pt x="133727" y="4157883"/>
                </a:cubicBezTo>
                <a:cubicBezTo>
                  <a:pt x="283566" y="4062532"/>
                  <a:pt x="444848" y="3949744"/>
                  <a:pt x="607218" y="3820065"/>
                </a:cubicBezTo>
                <a:cubicBezTo>
                  <a:pt x="1092152" y="3433752"/>
                  <a:pt x="1669713" y="2827313"/>
                  <a:pt x="1669713" y="2135330"/>
                </a:cubicBezTo>
                <a:cubicBezTo>
                  <a:pt x="1669713" y="1443347"/>
                  <a:pt x="1092152" y="836907"/>
                  <a:pt x="607218" y="450595"/>
                </a:cubicBezTo>
                <a:cubicBezTo>
                  <a:pt x="452270" y="327114"/>
                  <a:pt x="91661" y="93085"/>
                  <a:pt x="3930" y="36507"/>
                </a:cubicBezTo>
                <a:lnTo>
                  <a:pt x="0" y="33977"/>
                </a:lnTo>
                <a:close/>
              </a:path>
            </a:pathLst>
          </a:custGeom>
          <a:gradFill flip="none" rotWithShape="1">
            <a:gsLst>
              <a:gs pos="0">
                <a:srgbClr val="EDECF6"/>
              </a:gs>
              <a:gs pos="82000">
                <a:srgbClr val="C1BFFF"/>
              </a:gs>
            </a:gsLst>
            <a:lin ang="0" scaled="1"/>
            <a:tileRect/>
          </a:gradFill>
          <a:ln w="20455" cap="flat">
            <a:noFill/>
            <a:prstDash val="solid"/>
            <a:miter/>
          </a:ln>
        </p:spPr>
        <p:txBody>
          <a:bodyPr wrap="square" rtlCol="0" anchor="ctr">
            <a:noAutofit/>
          </a:bodyPr>
          <a:lstStyle/>
          <a:p>
            <a:pPr lvl="0"/>
            <a:endParaRPr lang="en-US" noProof="0">
              <a:latin typeface="+mj-lt"/>
            </a:endParaRPr>
          </a:p>
        </p:txBody>
      </p:sp>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lang="en-US" sz="1000" kern="1200" cap="all" baseline="0" dirty="0">
                <a:solidFill>
                  <a:srgbClr val="512EAB"/>
                </a:solidFill>
                <a:latin typeface="+mj-lt"/>
                <a:ea typeface="+mn-ea"/>
                <a:cs typeface="Segoe UI" panose="020B0502040204020203" pitchFamily="34" charset="0"/>
              </a:defRPr>
            </a:lvl1pPr>
          </a:lstStyle>
          <a:p>
            <a:pPr marL="0" lvl="0" indent="0" algn="l" defTabSz="914400" rtl="0" eaLnBrk="1" latinLnBrk="0" hangingPunct="1">
              <a:lnSpc>
                <a:spcPct val="100000"/>
              </a:lnSpc>
              <a:spcBef>
                <a:spcPts val="0"/>
              </a:spcBef>
              <a:spcAft>
                <a:spcPts val="0"/>
              </a:spcAft>
              <a:buFont typeface="Plus Jakarta Sans" panose="020B0604020202020204" pitchFamily="34" charset="0"/>
              <a:buNone/>
            </a:pPr>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1063618"/>
            <a:ext cx="1866011" cy="1603381"/>
          </a:xfrm>
        </p:spPr>
        <p:txBody>
          <a:bodyPr/>
          <a:lstStyle>
            <a:lvl1pPr>
              <a:defRPr>
                <a:latin typeface="+mj-lt"/>
              </a:defRPr>
            </a:lvl1pPr>
          </a:lstStyle>
          <a:p>
            <a:r>
              <a:rPr lang="en-US" noProof="0" dirty="0"/>
              <a:t>Place headline here</a:t>
            </a:r>
          </a:p>
        </p:txBody>
      </p:sp>
      <p:sp>
        <p:nvSpPr>
          <p:cNvPr id="29" name="Picture 1">
            <a:extLst>
              <a:ext uri="{FF2B5EF4-FFF2-40B4-BE49-F238E27FC236}">
                <a16:creationId xmlns:a16="http://schemas.microsoft.com/office/drawing/2014/main" id="{D8581F6C-6922-071F-CA80-4A7DEBE5C40D}"/>
              </a:ext>
              <a:ext uri="{C183D7F6-B498-43B3-948B-1728B52AA6E4}">
                <adec:decorative xmlns:adec="http://schemas.microsoft.com/office/drawing/2017/decorative" val="1"/>
              </a:ext>
            </a:extLst>
          </p:cNvPr>
          <p:cNvSpPr>
            <a:spLocks noGrp="1"/>
          </p:cNvSpPr>
          <p:nvPr>
            <p:ph type="pic" sz="quarter" idx="28" hasCustomPrompt="1"/>
          </p:nvPr>
        </p:nvSpPr>
        <p:spPr bwMode="gray">
          <a:xfrm>
            <a:off x="2804934" y="1106244"/>
            <a:ext cx="2095200" cy="2876400"/>
          </a:xfrm>
          <a:prstGeom prst="roundRect">
            <a:avLst>
              <a:gd name="adj" fmla="val 8029"/>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34" name="Subhead 1">
            <a:extLst>
              <a:ext uri="{FF2B5EF4-FFF2-40B4-BE49-F238E27FC236}">
                <a16:creationId xmlns:a16="http://schemas.microsoft.com/office/drawing/2014/main" id="{BCC06B0D-5D4C-DCF5-57E9-7618AF2949ED}"/>
              </a:ext>
            </a:extLst>
          </p:cNvPr>
          <p:cNvSpPr>
            <a:spLocks noGrp="1"/>
          </p:cNvSpPr>
          <p:nvPr>
            <p:ph type="body" idx="1" hasCustomPrompt="1"/>
          </p:nvPr>
        </p:nvSpPr>
        <p:spPr>
          <a:xfrm>
            <a:off x="2792395"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err="1"/>
              <a:t>Firstname</a:t>
            </a:r>
            <a:r>
              <a:rPr lang="en-US" noProof="0" dirty="0"/>
              <a:t> </a:t>
            </a:r>
            <a:br>
              <a:rPr lang="en-US" noProof="0" dirty="0"/>
            </a:br>
            <a:r>
              <a:rPr lang="en-US" noProof="0" dirty="0"/>
              <a:t>Lastname</a:t>
            </a:r>
          </a:p>
        </p:txBody>
      </p:sp>
      <p:sp>
        <p:nvSpPr>
          <p:cNvPr id="35" name="Overview 1">
            <a:extLst>
              <a:ext uri="{FF2B5EF4-FFF2-40B4-BE49-F238E27FC236}">
                <a16:creationId xmlns:a16="http://schemas.microsoft.com/office/drawing/2014/main" id="{C7FD8158-E7E5-5628-6617-9E0287C2ACB6}"/>
              </a:ext>
            </a:extLst>
          </p:cNvPr>
          <p:cNvSpPr>
            <a:spLocks noGrp="1"/>
          </p:cNvSpPr>
          <p:nvPr>
            <p:ph type="body" sz="quarter" idx="14" hasCustomPrompt="1"/>
          </p:nvPr>
        </p:nvSpPr>
        <p:spPr>
          <a:xfrm>
            <a:off x="2792395"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36" name="Text 1">
            <a:extLst>
              <a:ext uri="{FF2B5EF4-FFF2-40B4-BE49-F238E27FC236}">
                <a16:creationId xmlns:a16="http://schemas.microsoft.com/office/drawing/2014/main" id="{8029DF93-39A4-DCC9-B520-0C8C8DA19EF8}"/>
              </a:ext>
            </a:extLst>
          </p:cNvPr>
          <p:cNvSpPr>
            <a:spLocks noGrp="1"/>
          </p:cNvSpPr>
          <p:nvPr>
            <p:ph type="body" sz="quarter" idx="33" hasCustomPrompt="1"/>
          </p:nvPr>
        </p:nvSpPr>
        <p:spPr>
          <a:xfrm>
            <a:off x="2792395"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sp>
        <p:nvSpPr>
          <p:cNvPr id="30" name="Picture 2">
            <a:extLst>
              <a:ext uri="{FF2B5EF4-FFF2-40B4-BE49-F238E27FC236}">
                <a16:creationId xmlns:a16="http://schemas.microsoft.com/office/drawing/2014/main" id="{7F1232CD-8F02-2A62-26C1-B866F446AC0A}"/>
              </a:ext>
              <a:ext uri="{C183D7F6-B498-43B3-948B-1728B52AA6E4}">
                <adec:decorative xmlns:adec="http://schemas.microsoft.com/office/drawing/2017/decorative" val="1"/>
              </a:ext>
            </a:extLst>
          </p:cNvPr>
          <p:cNvSpPr>
            <a:spLocks noGrp="1"/>
          </p:cNvSpPr>
          <p:nvPr>
            <p:ph type="pic" sz="quarter" idx="29" hasCustomPrompt="1"/>
          </p:nvPr>
        </p:nvSpPr>
        <p:spPr bwMode="gray">
          <a:xfrm>
            <a:off x="5054052" y="1106244"/>
            <a:ext cx="2095200" cy="2876400"/>
          </a:xfrm>
          <a:prstGeom prst="roundRect">
            <a:avLst>
              <a:gd name="adj" fmla="val 8029"/>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37" name="Subhead 2">
            <a:extLst>
              <a:ext uri="{FF2B5EF4-FFF2-40B4-BE49-F238E27FC236}">
                <a16:creationId xmlns:a16="http://schemas.microsoft.com/office/drawing/2014/main" id="{AA29FE22-EC43-8F1F-0422-5140B5E16765}"/>
              </a:ext>
            </a:extLst>
          </p:cNvPr>
          <p:cNvSpPr>
            <a:spLocks noGrp="1"/>
          </p:cNvSpPr>
          <p:nvPr>
            <p:ph type="body" idx="34" hasCustomPrompt="1"/>
          </p:nvPr>
        </p:nvSpPr>
        <p:spPr>
          <a:xfrm>
            <a:off x="5041513"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err="1"/>
              <a:t>Firstname</a:t>
            </a:r>
            <a:r>
              <a:rPr lang="en-US" noProof="0"/>
              <a:t> </a:t>
            </a:r>
            <a:br>
              <a:rPr lang="en-US" noProof="0"/>
            </a:br>
            <a:r>
              <a:rPr lang="en-US" noProof="0" err="1"/>
              <a:t>Lastname</a:t>
            </a:r>
            <a:endParaRPr lang="en-US" noProof="0"/>
          </a:p>
        </p:txBody>
      </p:sp>
      <p:sp>
        <p:nvSpPr>
          <p:cNvPr id="38" name="Overview 2">
            <a:extLst>
              <a:ext uri="{FF2B5EF4-FFF2-40B4-BE49-F238E27FC236}">
                <a16:creationId xmlns:a16="http://schemas.microsoft.com/office/drawing/2014/main" id="{8762CF4D-2976-7A60-0108-65E18C77EF27}"/>
              </a:ext>
            </a:extLst>
          </p:cNvPr>
          <p:cNvSpPr>
            <a:spLocks noGrp="1"/>
          </p:cNvSpPr>
          <p:nvPr>
            <p:ph type="body" sz="quarter" idx="35" hasCustomPrompt="1"/>
          </p:nvPr>
        </p:nvSpPr>
        <p:spPr>
          <a:xfrm>
            <a:off x="5041513"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39" name="Text 2">
            <a:extLst>
              <a:ext uri="{FF2B5EF4-FFF2-40B4-BE49-F238E27FC236}">
                <a16:creationId xmlns:a16="http://schemas.microsoft.com/office/drawing/2014/main" id="{A4322B94-2975-3571-26B9-CCE8A541E555}"/>
              </a:ext>
            </a:extLst>
          </p:cNvPr>
          <p:cNvSpPr>
            <a:spLocks noGrp="1"/>
          </p:cNvSpPr>
          <p:nvPr>
            <p:ph type="body" sz="quarter" idx="36" hasCustomPrompt="1"/>
          </p:nvPr>
        </p:nvSpPr>
        <p:spPr>
          <a:xfrm>
            <a:off x="5041513"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sp>
        <p:nvSpPr>
          <p:cNvPr id="31" name="Picture 3">
            <a:extLst>
              <a:ext uri="{FF2B5EF4-FFF2-40B4-BE49-F238E27FC236}">
                <a16:creationId xmlns:a16="http://schemas.microsoft.com/office/drawing/2014/main" id="{1A0D2F8A-AF54-62BF-0C4C-4D15A09C40D4}"/>
              </a:ext>
              <a:ext uri="{C183D7F6-B498-43B3-948B-1728B52AA6E4}">
                <adec:decorative xmlns:adec="http://schemas.microsoft.com/office/drawing/2017/decorative" val="1"/>
              </a:ext>
            </a:extLst>
          </p:cNvPr>
          <p:cNvSpPr>
            <a:spLocks noGrp="1"/>
          </p:cNvSpPr>
          <p:nvPr>
            <p:ph type="pic" sz="quarter" idx="30" hasCustomPrompt="1"/>
          </p:nvPr>
        </p:nvSpPr>
        <p:spPr bwMode="gray">
          <a:xfrm>
            <a:off x="7303170" y="1106244"/>
            <a:ext cx="2095200" cy="2876400"/>
          </a:xfrm>
          <a:prstGeom prst="roundRect">
            <a:avLst>
              <a:gd name="adj" fmla="val 7575"/>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40" name="Subhead 3">
            <a:extLst>
              <a:ext uri="{FF2B5EF4-FFF2-40B4-BE49-F238E27FC236}">
                <a16:creationId xmlns:a16="http://schemas.microsoft.com/office/drawing/2014/main" id="{19CCED15-E16C-52B8-D959-6CDFBAB2BC36}"/>
              </a:ext>
            </a:extLst>
          </p:cNvPr>
          <p:cNvSpPr>
            <a:spLocks noGrp="1"/>
          </p:cNvSpPr>
          <p:nvPr>
            <p:ph type="body" idx="37" hasCustomPrompt="1"/>
          </p:nvPr>
        </p:nvSpPr>
        <p:spPr>
          <a:xfrm>
            <a:off x="7290631"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err="1"/>
              <a:t>Firstname</a:t>
            </a:r>
            <a:r>
              <a:rPr lang="en-US" noProof="0"/>
              <a:t> </a:t>
            </a:r>
            <a:br>
              <a:rPr lang="en-US" noProof="0"/>
            </a:br>
            <a:r>
              <a:rPr lang="en-US" noProof="0" err="1"/>
              <a:t>Lastname</a:t>
            </a:r>
            <a:endParaRPr lang="en-US" noProof="0"/>
          </a:p>
        </p:txBody>
      </p:sp>
      <p:sp>
        <p:nvSpPr>
          <p:cNvPr id="41" name="Overview 3">
            <a:extLst>
              <a:ext uri="{FF2B5EF4-FFF2-40B4-BE49-F238E27FC236}">
                <a16:creationId xmlns:a16="http://schemas.microsoft.com/office/drawing/2014/main" id="{3679B495-B9DF-A4FB-6A13-A2C3377AB7F2}"/>
              </a:ext>
            </a:extLst>
          </p:cNvPr>
          <p:cNvSpPr>
            <a:spLocks noGrp="1"/>
          </p:cNvSpPr>
          <p:nvPr>
            <p:ph type="body" sz="quarter" idx="38" hasCustomPrompt="1"/>
          </p:nvPr>
        </p:nvSpPr>
        <p:spPr>
          <a:xfrm>
            <a:off x="7290631"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42" name="Text 3">
            <a:extLst>
              <a:ext uri="{FF2B5EF4-FFF2-40B4-BE49-F238E27FC236}">
                <a16:creationId xmlns:a16="http://schemas.microsoft.com/office/drawing/2014/main" id="{4C6407FB-88B8-767C-474A-9FA4AF59B9B9}"/>
              </a:ext>
            </a:extLst>
          </p:cNvPr>
          <p:cNvSpPr>
            <a:spLocks noGrp="1"/>
          </p:cNvSpPr>
          <p:nvPr>
            <p:ph type="body" sz="quarter" idx="39" hasCustomPrompt="1"/>
          </p:nvPr>
        </p:nvSpPr>
        <p:spPr>
          <a:xfrm>
            <a:off x="7290631"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sp>
        <p:nvSpPr>
          <p:cNvPr id="32" name="Picture 4">
            <a:extLst>
              <a:ext uri="{FF2B5EF4-FFF2-40B4-BE49-F238E27FC236}">
                <a16:creationId xmlns:a16="http://schemas.microsoft.com/office/drawing/2014/main" id="{8208AA10-657F-1B30-B765-B4F980FADCFA}"/>
              </a:ext>
              <a:ext uri="{C183D7F6-B498-43B3-948B-1728B52AA6E4}">
                <adec:decorative xmlns:adec="http://schemas.microsoft.com/office/drawing/2017/decorative" val="1"/>
              </a:ext>
            </a:extLst>
          </p:cNvPr>
          <p:cNvSpPr>
            <a:spLocks noGrp="1"/>
          </p:cNvSpPr>
          <p:nvPr>
            <p:ph type="pic" sz="quarter" idx="31" hasCustomPrompt="1"/>
          </p:nvPr>
        </p:nvSpPr>
        <p:spPr bwMode="gray">
          <a:xfrm>
            <a:off x="9552288" y="1106244"/>
            <a:ext cx="2095200" cy="2876400"/>
          </a:xfrm>
          <a:prstGeom prst="roundRect">
            <a:avLst>
              <a:gd name="adj" fmla="val 8029"/>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43" name="Subhead 4">
            <a:extLst>
              <a:ext uri="{FF2B5EF4-FFF2-40B4-BE49-F238E27FC236}">
                <a16:creationId xmlns:a16="http://schemas.microsoft.com/office/drawing/2014/main" id="{629CBC16-DFEC-9D43-DD1E-ED8F09DE87B0}"/>
              </a:ext>
            </a:extLst>
          </p:cNvPr>
          <p:cNvSpPr>
            <a:spLocks noGrp="1"/>
          </p:cNvSpPr>
          <p:nvPr>
            <p:ph type="body" idx="40" hasCustomPrompt="1"/>
          </p:nvPr>
        </p:nvSpPr>
        <p:spPr>
          <a:xfrm>
            <a:off x="9539749" y="4175434"/>
            <a:ext cx="2095200" cy="493200"/>
          </a:xfrm>
        </p:spPr>
        <p:txBody>
          <a:bodyPr wrap="none" anchor="t" anchorCtr="0"/>
          <a:lstStyle>
            <a:lvl1pPr marL="0" indent="0">
              <a:spcAft>
                <a:spcPts val="0"/>
              </a:spcAft>
              <a:buNone/>
              <a:defRPr sz="1600" b="1" i="0">
                <a:latin typeface="+mj-lt"/>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err="1"/>
              <a:t>Firstname</a:t>
            </a:r>
            <a:r>
              <a:rPr lang="en-US" noProof="0" dirty="0"/>
              <a:t> </a:t>
            </a:r>
            <a:br>
              <a:rPr lang="en-US" noProof="0" dirty="0"/>
            </a:br>
            <a:r>
              <a:rPr lang="en-US" noProof="0" dirty="0"/>
              <a:t>Lastname</a:t>
            </a:r>
          </a:p>
        </p:txBody>
      </p:sp>
      <p:sp>
        <p:nvSpPr>
          <p:cNvPr id="44" name="Overview 4">
            <a:extLst>
              <a:ext uri="{FF2B5EF4-FFF2-40B4-BE49-F238E27FC236}">
                <a16:creationId xmlns:a16="http://schemas.microsoft.com/office/drawing/2014/main" id="{B1D9EFEF-914A-19D1-0B76-7C3D99E74919}"/>
              </a:ext>
            </a:extLst>
          </p:cNvPr>
          <p:cNvSpPr>
            <a:spLocks noGrp="1"/>
          </p:cNvSpPr>
          <p:nvPr>
            <p:ph type="body" sz="quarter" idx="41" hasCustomPrompt="1"/>
          </p:nvPr>
        </p:nvSpPr>
        <p:spPr>
          <a:xfrm>
            <a:off x="9539749" y="4732768"/>
            <a:ext cx="2095200" cy="4932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Role, Department </a:t>
            </a:r>
            <a:br>
              <a:rPr lang="en-US" noProof="0" dirty="0"/>
            </a:br>
            <a:r>
              <a:rPr lang="en-US" noProof="0" dirty="0"/>
              <a:t>Location</a:t>
            </a:r>
          </a:p>
        </p:txBody>
      </p:sp>
      <p:sp>
        <p:nvSpPr>
          <p:cNvPr id="45" name="Text 4">
            <a:extLst>
              <a:ext uri="{FF2B5EF4-FFF2-40B4-BE49-F238E27FC236}">
                <a16:creationId xmlns:a16="http://schemas.microsoft.com/office/drawing/2014/main" id="{24F6D455-7576-59A9-DB1B-93667C91A436}"/>
              </a:ext>
            </a:extLst>
          </p:cNvPr>
          <p:cNvSpPr>
            <a:spLocks noGrp="1"/>
          </p:cNvSpPr>
          <p:nvPr>
            <p:ph type="body" sz="quarter" idx="42" hasCustomPrompt="1"/>
          </p:nvPr>
        </p:nvSpPr>
        <p:spPr>
          <a:xfrm>
            <a:off x="9539749" y="5214576"/>
            <a:ext cx="2095200" cy="820800"/>
          </a:xfrm>
        </p:spPr>
        <p:txBody>
          <a:bodyPr>
            <a:noAutofit/>
          </a:bodyPr>
          <a:lstStyle>
            <a:lvl1pPr marL="0" indent="0">
              <a:spcBef>
                <a:spcPts val="0"/>
              </a:spcBef>
              <a:spcAft>
                <a:spcPts val="0"/>
              </a:spcAft>
              <a:buNone/>
              <a:defRPr sz="1200">
                <a:latin typeface="+mj-lt"/>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lvl="0"/>
            <a:r>
              <a:rPr lang="en-US" noProof="0" dirty="0"/>
              <a:t>Place short bio here, </a:t>
            </a:r>
            <a:br>
              <a:rPr lang="en-US" noProof="0" dirty="0"/>
            </a:br>
            <a:r>
              <a:rPr lang="en-US" noProof="0" dirty="0"/>
              <a:t>lorem ipsum dolor sit </a:t>
            </a:r>
            <a:r>
              <a:rPr lang="en-US" noProof="0" dirty="0" err="1"/>
              <a:t>amet</a:t>
            </a:r>
            <a:r>
              <a:rPr lang="en-US" noProof="0" dirty="0"/>
              <a:t> </a:t>
            </a:r>
            <a:r>
              <a:rPr lang="en-US" noProof="0" dirty="0" err="1"/>
              <a:t>adipiscing</a:t>
            </a:r>
            <a:r>
              <a:rPr lang="en-US" noProof="0" dirty="0"/>
              <a:t> </a:t>
            </a:r>
            <a:r>
              <a:rPr lang="en-US" noProof="0" dirty="0" err="1"/>
              <a:t>elit</a:t>
            </a:r>
            <a:r>
              <a:rPr lang="en-US" noProof="0" dirty="0"/>
              <a:t>.</a:t>
            </a:r>
          </a:p>
        </p:txBody>
      </p:sp>
      <p:pic>
        <p:nvPicPr>
          <p:cNvPr id="6" name="Pearson Logo" descr="Pearson Logo">
            <a:extLst>
              <a:ext uri="{FF2B5EF4-FFF2-40B4-BE49-F238E27FC236}">
                <a16:creationId xmlns:a16="http://schemas.microsoft.com/office/drawing/2014/main" id="{FB1ABAF1-6879-6921-DA54-ECEB33C21FEE}"/>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5450595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am Profile x8">
    <p:bg bwMode="gray">
      <p:bgPr>
        <a:solidFill>
          <a:srgbClr val="EDECF6"/>
        </a:solidFill>
        <a:effectLst/>
      </p:bgPr>
    </p:bg>
    <p:spTree>
      <p:nvGrpSpPr>
        <p:cNvPr id="1" name=""/>
        <p:cNvGrpSpPr/>
        <p:nvPr/>
      </p:nvGrpSpPr>
      <p:grpSpPr>
        <a:xfrm>
          <a:off x="0" y="0"/>
          <a:ext cx="0" cy="0"/>
          <a:chOff x="0" y="0"/>
          <a:chExt cx="0" cy="0"/>
        </a:xfrm>
      </p:grpSpPr>
      <p:sp>
        <p:nvSpPr>
          <p:cNvPr id="7" name="Section">
            <a:extLst>
              <a:ext uri="{FF2B5EF4-FFF2-40B4-BE49-F238E27FC236}">
                <a16:creationId xmlns:a16="http://schemas.microsoft.com/office/drawing/2014/main" id="{51008C76-10DB-547B-4449-87B5BDB90F4F}"/>
              </a:ext>
            </a:extLst>
          </p:cNvPr>
          <p:cNvSpPr>
            <a:spLocks noGrp="1"/>
          </p:cNvSpPr>
          <p:nvPr>
            <p:ph type="body" sz="quarter" idx="27" hasCustomPrompt="1"/>
          </p:nvPr>
        </p:nvSpPr>
        <p:spPr>
          <a:xfrm>
            <a:off x="550164" y="0"/>
            <a:ext cx="3607200" cy="547200"/>
          </a:xfrm>
        </p:spPr>
        <p:txBody>
          <a:bodyPr anchor="ctr" anchorCtr="0"/>
          <a:lstStyle>
            <a:lvl1pPr marL="0" indent="0">
              <a:spcAft>
                <a:spcPts val="0"/>
              </a:spcAft>
              <a:buNone/>
              <a:defRPr sz="1000" cap="all" baseline="0">
                <a:solidFill>
                  <a:srgbClr val="512EAB"/>
                </a:solidFill>
                <a:latin typeface="+mj-lt"/>
              </a:defRPr>
            </a:lvl1pPr>
          </a:lstStyle>
          <a:p>
            <a:pPr lvl="0"/>
            <a:r>
              <a:rPr lang="en-US" noProof="0" dirty="0"/>
              <a:t>Section title</a:t>
            </a:r>
          </a:p>
        </p:txBody>
      </p:sp>
      <p:sp>
        <p:nvSpPr>
          <p:cNvPr id="2" name="Title">
            <a:extLst>
              <a:ext uri="{FF2B5EF4-FFF2-40B4-BE49-F238E27FC236}">
                <a16:creationId xmlns:a16="http://schemas.microsoft.com/office/drawing/2014/main" id="{B77DC554-B106-D84B-B0E2-4BB654FA8963}"/>
              </a:ext>
            </a:extLst>
          </p:cNvPr>
          <p:cNvSpPr>
            <a:spLocks noGrp="1"/>
          </p:cNvSpPr>
          <p:nvPr>
            <p:ph type="title" hasCustomPrompt="1"/>
          </p:nvPr>
        </p:nvSpPr>
        <p:spPr>
          <a:xfrm>
            <a:off x="550164" y="1063617"/>
            <a:ext cx="1866011" cy="1833227"/>
          </a:xfrm>
        </p:spPr>
        <p:txBody>
          <a:bodyPr/>
          <a:lstStyle>
            <a:lvl1pPr>
              <a:defRPr>
                <a:latin typeface="+mj-lt"/>
              </a:defRPr>
            </a:lvl1pPr>
          </a:lstStyle>
          <a:p>
            <a:r>
              <a:rPr lang="en-US" noProof="0" dirty="0"/>
              <a:t>Place headline here</a:t>
            </a:r>
          </a:p>
        </p:txBody>
      </p:sp>
      <p:sp>
        <p:nvSpPr>
          <p:cNvPr id="38" name="Picture 1">
            <a:extLst>
              <a:ext uri="{FF2B5EF4-FFF2-40B4-BE49-F238E27FC236}">
                <a16:creationId xmlns:a16="http://schemas.microsoft.com/office/drawing/2014/main" id="{FCF693CB-E459-9B7A-F91D-503E1C9FD99E}"/>
              </a:ext>
              <a:ext uri="{C183D7F6-B498-43B3-948B-1728B52AA6E4}">
                <adec:decorative xmlns:adec="http://schemas.microsoft.com/office/drawing/2017/decorative" val="1"/>
              </a:ext>
            </a:extLst>
          </p:cNvPr>
          <p:cNvSpPr>
            <a:spLocks noGrp="1"/>
          </p:cNvSpPr>
          <p:nvPr>
            <p:ph type="pic" sz="quarter" idx="28" hasCustomPrompt="1"/>
          </p:nvPr>
        </p:nvSpPr>
        <p:spPr bwMode="gray">
          <a:xfrm>
            <a:off x="2798064" y="1099650"/>
            <a:ext cx="1125036" cy="1220400"/>
          </a:xfrm>
          <a:prstGeom prst="roundRect">
            <a:avLst>
              <a:gd name="adj" fmla="val 17090"/>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48" name="Subhead 1">
            <a:extLst>
              <a:ext uri="{FF2B5EF4-FFF2-40B4-BE49-F238E27FC236}">
                <a16:creationId xmlns:a16="http://schemas.microsoft.com/office/drawing/2014/main" id="{8782D13E-BBE8-7D50-5CAB-42A4CC72ED7A}"/>
              </a:ext>
            </a:extLst>
          </p:cNvPr>
          <p:cNvSpPr>
            <a:spLocks noGrp="1"/>
          </p:cNvSpPr>
          <p:nvPr>
            <p:ph type="body" idx="1" hasCustomPrompt="1"/>
          </p:nvPr>
        </p:nvSpPr>
        <p:spPr>
          <a:xfrm>
            <a:off x="27980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err="1"/>
              <a:t>Firstname</a:t>
            </a:r>
            <a:r>
              <a:rPr lang="en-US" noProof="0" dirty="0"/>
              <a:t> </a:t>
            </a:r>
            <a:br>
              <a:rPr lang="en-US" noProof="0" dirty="0"/>
            </a:br>
            <a:r>
              <a:rPr lang="en-US" noProof="0" dirty="0"/>
              <a:t>Lastname</a:t>
            </a:r>
          </a:p>
        </p:txBody>
      </p:sp>
      <p:sp>
        <p:nvSpPr>
          <p:cNvPr id="49" name="Text 1">
            <a:extLst>
              <a:ext uri="{FF2B5EF4-FFF2-40B4-BE49-F238E27FC236}">
                <a16:creationId xmlns:a16="http://schemas.microsoft.com/office/drawing/2014/main" id="{1DB3E539-A488-DFA0-3234-6B510937093E}"/>
              </a:ext>
            </a:extLst>
          </p:cNvPr>
          <p:cNvSpPr>
            <a:spLocks noGrp="1"/>
          </p:cNvSpPr>
          <p:nvPr>
            <p:ph type="body" sz="quarter" idx="38" hasCustomPrompt="1"/>
          </p:nvPr>
        </p:nvSpPr>
        <p:spPr>
          <a:xfrm>
            <a:off x="27980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Place role, location, or </a:t>
            </a:r>
            <a:br>
              <a:rPr lang="en-US" noProof="0" dirty="0"/>
            </a:br>
            <a:r>
              <a:rPr lang="en-US" noProof="0" dirty="0"/>
              <a:t>short bio here</a:t>
            </a:r>
          </a:p>
        </p:txBody>
      </p:sp>
      <p:sp>
        <p:nvSpPr>
          <p:cNvPr id="39" name="Picture 2">
            <a:extLst>
              <a:ext uri="{FF2B5EF4-FFF2-40B4-BE49-F238E27FC236}">
                <a16:creationId xmlns:a16="http://schemas.microsoft.com/office/drawing/2014/main" id="{796EF7E4-4E29-6544-7C51-8C7C7C47D2DC}"/>
              </a:ext>
              <a:ext uri="{C183D7F6-B498-43B3-948B-1728B52AA6E4}">
                <adec:decorative xmlns:adec="http://schemas.microsoft.com/office/drawing/2017/decorative" val="1"/>
              </a:ext>
            </a:extLst>
          </p:cNvPr>
          <p:cNvSpPr>
            <a:spLocks noGrp="1"/>
          </p:cNvSpPr>
          <p:nvPr>
            <p:ph type="pic" sz="quarter" idx="29" hasCustomPrompt="1"/>
          </p:nvPr>
        </p:nvSpPr>
        <p:spPr bwMode="gray">
          <a:xfrm>
            <a:off x="5047164" y="109965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50" name="Subhead 2">
            <a:extLst>
              <a:ext uri="{FF2B5EF4-FFF2-40B4-BE49-F238E27FC236}">
                <a16:creationId xmlns:a16="http://schemas.microsoft.com/office/drawing/2014/main" id="{2374176A-4506-A083-9E73-6413559969C8}"/>
              </a:ext>
            </a:extLst>
          </p:cNvPr>
          <p:cNvSpPr>
            <a:spLocks noGrp="1"/>
          </p:cNvSpPr>
          <p:nvPr>
            <p:ph type="body" idx="39" hasCustomPrompt="1"/>
          </p:nvPr>
        </p:nvSpPr>
        <p:spPr>
          <a:xfrm>
            <a:off x="50471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51" name="Text 2">
            <a:extLst>
              <a:ext uri="{FF2B5EF4-FFF2-40B4-BE49-F238E27FC236}">
                <a16:creationId xmlns:a16="http://schemas.microsoft.com/office/drawing/2014/main" id="{44101478-50BE-FE23-7259-B937FEF837DE}"/>
              </a:ext>
            </a:extLst>
          </p:cNvPr>
          <p:cNvSpPr>
            <a:spLocks noGrp="1"/>
          </p:cNvSpPr>
          <p:nvPr>
            <p:ph type="body" sz="quarter" idx="40" hasCustomPrompt="1"/>
          </p:nvPr>
        </p:nvSpPr>
        <p:spPr>
          <a:xfrm>
            <a:off x="50471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40" name="Picture 3">
            <a:extLst>
              <a:ext uri="{FF2B5EF4-FFF2-40B4-BE49-F238E27FC236}">
                <a16:creationId xmlns:a16="http://schemas.microsoft.com/office/drawing/2014/main" id="{EEBE60E6-201D-1814-0335-D04BBCE8DB0F}"/>
              </a:ext>
              <a:ext uri="{C183D7F6-B498-43B3-948B-1728B52AA6E4}">
                <adec:decorative xmlns:adec="http://schemas.microsoft.com/office/drawing/2017/decorative" val="1"/>
              </a:ext>
            </a:extLst>
          </p:cNvPr>
          <p:cNvSpPr>
            <a:spLocks noGrp="1"/>
          </p:cNvSpPr>
          <p:nvPr>
            <p:ph type="pic" sz="quarter" idx="30" hasCustomPrompt="1"/>
          </p:nvPr>
        </p:nvSpPr>
        <p:spPr bwMode="gray">
          <a:xfrm>
            <a:off x="7296264" y="109965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52" name="Subhead 3">
            <a:extLst>
              <a:ext uri="{FF2B5EF4-FFF2-40B4-BE49-F238E27FC236}">
                <a16:creationId xmlns:a16="http://schemas.microsoft.com/office/drawing/2014/main" id="{E33E2AA9-7545-EB38-FDBF-C788B588FF1C}"/>
              </a:ext>
            </a:extLst>
          </p:cNvPr>
          <p:cNvSpPr>
            <a:spLocks noGrp="1"/>
          </p:cNvSpPr>
          <p:nvPr>
            <p:ph type="body" idx="41" hasCustomPrompt="1"/>
          </p:nvPr>
        </p:nvSpPr>
        <p:spPr>
          <a:xfrm>
            <a:off x="72962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53" name="Text 3">
            <a:extLst>
              <a:ext uri="{FF2B5EF4-FFF2-40B4-BE49-F238E27FC236}">
                <a16:creationId xmlns:a16="http://schemas.microsoft.com/office/drawing/2014/main" id="{0B365463-B278-57EE-FF03-197D34036D2C}"/>
              </a:ext>
            </a:extLst>
          </p:cNvPr>
          <p:cNvSpPr>
            <a:spLocks noGrp="1"/>
          </p:cNvSpPr>
          <p:nvPr>
            <p:ph type="body" sz="quarter" idx="42" hasCustomPrompt="1"/>
          </p:nvPr>
        </p:nvSpPr>
        <p:spPr>
          <a:xfrm>
            <a:off x="72962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41" name="Picture 4">
            <a:extLst>
              <a:ext uri="{FF2B5EF4-FFF2-40B4-BE49-F238E27FC236}">
                <a16:creationId xmlns:a16="http://schemas.microsoft.com/office/drawing/2014/main" id="{7FDBC0CE-62C2-F3A5-CDE0-2E459C85FFEB}"/>
              </a:ext>
              <a:ext uri="{C183D7F6-B498-43B3-948B-1728B52AA6E4}">
                <adec:decorative xmlns:adec="http://schemas.microsoft.com/office/drawing/2017/decorative" val="1"/>
              </a:ext>
            </a:extLst>
          </p:cNvPr>
          <p:cNvSpPr>
            <a:spLocks noGrp="1"/>
          </p:cNvSpPr>
          <p:nvPr>
            <p:ph type="pic" sz="quarter" idx="31" hasCustomPrompt="1"/>
          </p:nvPr>
        </p:nvSpPr>
        <p:spPr bwMode="gray">
          <a:xfrm>
            <a:off x="9545364" y="109965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a:t>Profile picture</a:t>
            </a:r>
          </a:p>
        </p:txBody>
      </p:sp>
      <p:sp>
        <p:nvSpPr>
          <p:cNvPr id="54" name="Subhead 4">
            <a:extLst>
              <a:ext uri="{FF2B5EF4-FFF2-40B4-BE49-F238E27FC236}">
                <a16:creationId xmlns:a16="http://schemas.microsoft.com/office/drawing/2014/main" id="{28840558-A4A2-38C6-A290-FA8533AAA7B1}"/>
              </a:ext>
            </a:extLst>
          </p:cNvPr>
          <p:cNvSpPr>
            <a:spLocks noGrp="1"/>
          </p:cNvSpPr>
          <p:nvPr>
            <p:ph type="body" idx="43" hasCustomPrompt="1"/>
          </p:nvPr>
        </p:nvSpPr>
        <p:spPr>
          <a:xfrm>
            <a:off x="9545364" y="252139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55" name="Text 4">
            <a:extLst>
              <a:ext uri="{FF2B5EF4-FFF2-40B4-BE49-F238E27FC236}">
                <a16:creationId xmlns:a16="http://schemas.microsoft.com/office/drawing/2014/main" id="{ED0EACE9-8691-278F-25D8-2C1CB9196B9D}"/>
              </a:ext>
            </a:extLst>
          </p:cNvPr>
          <p:cNvSpPr>
            <a:spLocks noGrp="1"/>
          </p:cNvSpPr>
          <p:nvPr>
            <p:ph type="body" sz="quarter" idx="44" hasCustomPrompt="1"/>
          </p:nvPr>
        </p:nvSpPr>
        <p:spPr>
          <a:xfrm>
            <a:off x="9545364" y="307702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a:t>Place role, location, or </a:t>
            </a:r>
            <a:br>
              <a:rPr lang="en-US" noProof="0" dirty="0"/>
            </a:br>
            <a:r>
              <a:rPr lang="en-US" noProof="0" dirty="0"/>
              <a:t>short bio here</a:t>
            </a:r>
          </a:p>
        </p:txBody>
      </p:sp>
      <p:sp>
        <p:nvSpPr>
          <p:cNvPr id="8" name="Picture 5">
            <a:extLst>
              <a:ext uri="{FF2B5EF4-FFF2-40B4-BE49-F238E27FC236}">
                <a16:creationId xmlns:a16="http://schemas.microsoft.com/office/drawing/2014/main" id="{E7272750-4C62-CD7F-A178-1D99840D9D71}"/>
              </a:ext>
              <a:ext uri="{C183D7F6-B498-43B3-948B-1728B52AA6E4}">
                <adec:decorative xmlns:adec="http://schemas.microsoft.com/office/drawing/2017/decorative" val="1"/>
              </a:ext>
            </a:extLst>
          </p:cNvPr>
          <p:cNvSpPr>
            <a:spLocks noGrp="1"/>
          </p:cNvSpPr>
          <p:nvPr>
            <p:ph type="pic" sz="quarter" idx="45" hasCustomPrompt="1"/>
          </p:nvPr>
        </p:nvSpPr>
        <p:spPr bwMode="gray">
          <a:xfrm>
            <a:off x="27980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2" name="Subhead 5">
            <a:extLst>
              <a:ext uri="{FF2B5EF4-FFF2-40B4-BE49-F238E27FC236}">
                <a16:creationId xmlns:a16="http://schemas.microsoft.com/office/drawing/2014/main" id="{29EC33A1-05CF-B665-6FBE-68B95609B91E}"/>
              </a:ext>
            </a:extLst>
          </p:cNvPr>
          <p:cNvSpPr>
            <a:spLocks noGrp="1"/>
          </p:cNvSpPr>
          <p:nvPr>
            <p:ph type="body" idx="49" hasCustomPrompt="1"/>
          </p:nvPr>
        </p:nvSpPr>
        <p:spPr>
          <a:xfrm>
            <a:off x="27980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dirty="0" err="1"/>
              <a:t>Firstname</a:t>
            </a:r>
            <a:r>
              <a:rPr lang="en-US" noProof="0" dirty="0"/>
              <a:t> </a:t>
            </a:r>
            <a:br>
              <a:rPr lang="en-US" noProof="0" dirty="0"/>
            </a:br>
            <a:r>
              <a:rPr lang="en-US" noProof="0" dirty="0"/>
              <a:t>Lastname</a:t>
            </a:r>
          </a:p>
        </p:txBody>
      </p:sp>
      <p:sp>
        <p:nvSpPr>
          <p:cNvPr id="13" name="Text 5">
            <a:extLst>
              <a:ext uri="{FF2B5EF4-FFF2-40B4-BE49-F238E27FC236}">
                <a16:creationId xmlns:a16="http://schemas.microsoft.com/office/drawing/2014/main" id="{480EA46A-54BB-1347-AD5A-3B170302743F}"/>
              </a:ext>
            </a:extLst>
          </p:cNvPr>
          <p:cNvSpPr>
            <a:spLocks noGrp="1"/>
          </p:cNvSpPr>
          <p:nvPr>
            <p:ph type="body" sz="quarter" idx="50" hasCustomPrompt="1"/>
          </p:nvPr>
        </p:nvSpPr>
        <p:spPr>
          <a:xfrm>
            <a:off x="27980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9" name="Picture 6">
            <a:extLst>
              <a:ext uri="{FF2B5EF4-FFF2-40B4-BE49-F238E27FC236}">
                <a16:creationId xmlns:a16="http://schemas.microsoft.com/office/drawing/2014/main" id="{6D5D84B0-90A5-2BFD-DA38-584737E597B6}"/>
              </a:ext>
              <a:ext uri="{C183D7F6-B498-43B3-948B-1728B52AA6E4}">
                <adec:decorative xmlns:adec="http://schemas.microsoft.com/office/drawing/2017/decorative" val="1"/>
              </a:ext>
            </a:extLst>
          </p:cNvPr>
          <p:cNvSpPr>
            <a:spLocks noGrp="1"/>
          </p:cNvSpPr>
          <p:nvPr>
            <p:ph type="pic" sz="quarter" idx="46" hasCustomPrompt="1"/>
          </p:nvPr>
        </p:nvSpPr>
        <p:spPr bwMode="gray">
          <a:xfrm>
            <a:off x="50471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4" name="Subhead 6">
            <a:extLst>
              <a:ext uri="{FF2B5EF4-FFF2-40B4-BE49-F238E27FC236}">
                <a16:creationId xmlns:a16="http://schemas.microsoft.com/office/drawing/2014/main" id="{A63AEA07-115C-CE79-CD19-48208249B682}"/>
              </a:ext>
            </a:extLst>
          </p:cNvPr>
          <p:cNvSpPr>
            <a:spLocks noGrp="1"/>
          </p:cNvSpPr>
          <p:nvPr>
            <p:ph type="body" idx="51" hasCustomPrompt="1"/>
          </p:nvPr>
        </p:nvSpPr>
        <p:spPr>
          <a:xfrm>
            <a:off x="50471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15" name="Text 6">
            <a:extLst>
              <a:ext uri="{FF2B5EF4-FFF2-40B4-BE49-F238E27FC236}">
                <a16:creationId xmlns:a16="http://schemas.microsoft.com/office/drawing/2014/main" id="{AF9FC4EE-65D2-3EA7-D40F-0513BAF3925D}"/>
              </a:ext>
            </a:extLst>
          </p:cNvPr>
          <p:cNvSpPr>
            <a:spLocks noGrp="1"/>
          </p:cNvSpPr>
          <p:nvPr>
            <p:ph type="body" sz="quarter" idx="52" hasCustomPrompt="1"/>
          </p:nvPr>
        </p:nvSpPr>
        <p:spPr>
          <a:xfrm>
            <a:off x="50471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10" name="Picture 7">
            <a:extLst>
              <a:ext uri="{FF2B5EF4-FFF2-40B4-BE49-F238E27FC236}">
                <a16:creationId xmlns:a16="http://schemas.microsoft.com/office/drawing/2014/main" id="{72D392DF-75DE-4A7B-7C0B-0E3E8FCB9070}"/>
              </a:ext>
              <a:ext uri="{C183D7F6-B498-43B3-948B-1728B52AA6E4}">
                <adec:decorative xmlns:adec="http://schemas.microsoft.com/office/drawing/2017/decorative" val="1"/>
              </a:ext>
            </a:extLst>
          </p:cNvPr>
          <p:cNvSpPr>
            <a:spLocks noGrp="1"/>
          </p:cNvSpPr>
          <p:nvPr>
            <p:ph type="pic" sz="quarter" idx="47" hasCustomPrompt="1"/>
          </p:nvPr>
        </p:nvSpPr>
        <p:spPr bwMode="gray">
          <a:xfrm>
            <a:off x="72962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6" name="Subhead 7">
            <a:extLst>
              <a:ext uri="{FF2B5EF4-FFF2-40B4-BE49-F238E27FC236}">
                <a16:creationId xmlns:a16="http://schemas.microsoft.com/office/drawing/2014/main" id="{D77DD3F2-A8EB-3314-6C6D-8F0C1C527063}"/>
              </a:ext>
            </a:extLst>
          </p:cNvPr>
          <p:cNvSpPr>
            <a:spLocks noGrp="1"/>
          </p:cNvSpPr>
          <p:nvPr>
            <p:ph type="body" idx="53" hasCustomPrompt="1"/>
          </p:nvPr>
        </p:nvSpPr>
        <p:spPr>
          <a:xfrm>
            <a:off x="72962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17" name="Text 7">
            <a:extLst>
              <a:ext uri="{FF2B5EF4-FFF2-40B4-BE49-F238E27FC236}">
                <a16:creationId xmlns:a16="http://schemas.microsoft.com/office/drawing/2014/main" id="{3A2879BE-C987-AABA-79A6-2A96C2F43A25}"/>
              </a:ext>
            </a:extLst>
          </p:cNvPr>
          <p:cNvSpPr>
            <a:spLocks noGrp="1"/>
          </p:cNvSpPr>
          <p:nvPr>
            <p:ph type="body" sz="quarter" idx="54" hasCustomPrompt="1"/>
          </p:nvPr>
        </p:nvSpPr>
        <p:spPr>
          <a:xfrm>
            <a:off x="72962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sp>
        <p:nvSpPr>
          <p:cNvPr id="11" name="Picture 8">
            <a:extLst>
              <a:ext uri="{FF2B5EF4-FFF2-40B4-BE49-F238E27FC236}">
                <a16:creationId xmlns:a16="http://schemas.microsoft.com/office/drawing/2014/main" id="{8CCF67AF-DE7D-56DD-0861-DD37407262BF}"/>
              </a:ext>
              <a:ext uri="{C183D7F6-B498-43B3-948B-1728B52AA6E4}">
                <adec:decorative xmlns:adec="http://schemas.microsoft.com/office/drawing/2017/decorative" val="1"/>
              </a:ext>
            </a:extLst>
          </p:cNvPr>
          <p:cNvSpPr>
            <a:spLocks noGrp="1"/>
          </p:cNvSpPr>
          <p:nvPr>
            <p:ph type="pic" sz="quarter" idx="48" hasCustomPrompt="1"/>
          </p:nvPr>
        </p:nvSpPr>
        <p:spPr bwMode="gray">
          <a:xfrm>
            <a:off x="9545364" y="3848820"/>
            <a:ext cx="1125036" cy="1220400"/>
          </a:xfrm>
          <a:prstGeom prst="roundRect">
            <a:avLst/>
          </a:prstGeom>
          <a:solidFill>
            <a:srgbClr val="C1BFFF"/>
          </a:solidFill>
        </p:spPr>
        <p:txBody>
          <a:bodyPr tIns="91440" anchor="t" anchorCtr="0"/>
          <a:lstStyle>
            <a:lvl1pPr marL="0" indent="0" algn="ctr">
              <a:spcAft>
                <a:spcPts val="0"/>
              </a:spcAft>
              <a:buNone/>
              <a:defRPr sz="1400">
                <a:latin typeface="+mj-lt"/>
              </a:defRPr>
            </a:lvl1pPr>
          </a:lstStyle>
          <a:p>
            <a:r>
              <a:rPr lang="en-US" noProof="0" dirty="0"/>
              <a:t>Profile picture</a:t>
            </a:r>
          </a:p>
        </p:txBody>
      </p:sp>
      <p:sp>
        <p:nvSpPr>
          <p:cNvPr id="18" name="Subhead 8">
            <a:extLst>
              <a:ext uri="{FF2B5EF4-FFF2-40B4-BE49-F238E27FC236}">
                <a16:creationId xmlns:a16="http://schemas.microsoft.com/office/drawing/2014/main" id="{9A66DEC6-788C-28B7-2C7A-B76C173BCF1F}"/>
              </a:ext>
            </a:extLst>
          </p:cNvPr>
          <p:cNvSpPr>
            <a:spLocks noGrp="1"/>
          </p:cNvSpPr>
          <p:nvPr>
            <p:ph type="body" idx="55" hasCustomPrompt="1"/>
          </p:nvPr>
        </p:nvSpPr>
        <p:spPr>
          <a:xfrm>
            <a:off x="9545364" y="5270569"/>
            <a:ext cx="2095200" cy="435600"/>
          </a:xfrm>
        </p:spPr>
        <p:txBody>
          <a:bodyPr wrap="none" anchor="t" anchorCtr="0"/>
          <a:lstStyle>
            <a:lvl1pPr marL="0" indent="0">
              <a:spcAft>
                <a:spcPts val="0"/>
              </a:spcAft>
              <a:buNone/>
              <a:defRPr kumimoji="0" lang="en-US" sz="1600" b="1" i="0" u="none" strike="noStrike" kern="1200" cap="none" spc="0" normalizeH="0" baseline="0" dirty="0">
                <a:ln>
                  <a:noFill/>
                </a:ln>
                <a:solidFill>
                  <a:srgbClr val="0D004D"/>
                </a:solidFill>
                <a:effectLst/>
                <a:uLnTx/>
                <a:uFillTx/>
                <a:latin typeface="+mj-lt"/>
                <a:ea typeface="+mn-ea"/>
                <a:cs typeface="Segoe UI Semibold" panose="020B05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err="1"/>
              <a:t>Firstname</a:t>
            </a:r>
            <a:r>
              <a:rPr lang="en-US" noProof="0"/>
              <a:t> </a:t>
            </a:r>
            <a:br>
              <a:rPr lang="en-US" noProof="0"/>
            </a:br>
            <a:r>
              <a:rPr lang="en-US" noProof="0" err="1"/>
              <a:t>Lastname</a:t>
            </a:r>
            <a:endParaRPr lang="en-US" noProof="0"/>
          </a:p>
        </p:txBody>
      </p:sp>
      <p:sp>
        <p:nvSpPr>
          <p:cNvPr id="19" name="Text 8">
            <a:extLst>
              <a:ext uri="{FF2B5EF4-FFF2-40B4-BE49-F238E27FC236}">
                <a16:creationId xmlns:a16="http://schemas.microsoft.com/office/drawing/2014/main" id="{0D38B02E-DC1C-4ACD-EC17-B1CF5BF689F4}"/>
              </a:ext>
            </a:extLst>
          </p:cNvPr>
          <p:cNvSpPr>
            <a:spLocks noGrp="1"/>
          </p:cNvSpPr>
          <p:nvPr>
            <p:ph type="body" sz="quarter" idx="56" hasCustomPrompt="1"/>
          </p:nvPr>
        </p:nvSpPr>
        <p:spPr>
          <a:xfrm>
            <a:off x="9545364" y="5826199"/>
            <a:ext cx="2095200" cy="529200"/>
          </a:xfrm>
        </p:spPr>
        <p:txBody>
          <a:bodyPr>
            <a:noAutofit/>
          </a:bodyPr>
          <a:lstStyle>
            <a:lvl1pPr marL="0" indent="0">
              <a:spcBef>
                <a:spcPts val="0"/>
              </a:spcBef>
              <a:spcAft>
                <a:spcPts val="0"/>
              </a:spcAft>
              <a:buNone/>
              <a:defRPr kumimoji="0" lang="en-US" sz="1200" b="0" i="0" u="none" strike="noStrike" kern="1200" cap="none" spc="0" normalizeH="0" baseline="0" dirty="0">
                <a:ln>
                  <a:noFill/>
                </a:ln>
                <a:solidFill>
                  <a:srgbClr val="0D004D"/>
                </a:solidFill>
                <a:effectLst/>
                <a:uLnTx/>
                <a:uFillTx/>
                <a:latin typeface="+mj-lt"/>
                <a:ea typeface="+mn-ea"/>
                <a:cs typeface="Segoe UI" panose="020B0502040204020203" pitchFamily="34" charset="0"/>
              </a:defRPr>
            </a:lvl1pPr>
            <a:lvl2pPr marL="0" indent="0">
              <a:spcBef>
                <a:spcPts val="0"/>
              </a:spcBef>
              <a:buNone/>
              <a:defRPr sz="1200"/>
            </a:lvl2pPr>
            <a:lvl3pPr marL="0" indent="0">
              <a:spcBef>
                <a:spcPts val="0"/>
              </a:spcBef>
              <a:buNone/>
              <a:defRPr sz="1200"/>
            </a:lvl3pPr>
            <a:lvl4pPr marL="0" indent="0">
              <a:spcBef>
                <a:spcPts val="0"/>
              </a:spcBef>
              <a:buNone/>
              <a:defRPr sz="1200"/>
            </a:lvl4pPr>
            <a:lvl5pPr marL="0" indent="0">
              <a:spcBef>
                <a:spcPts val="0"/>
              </a:spcBef>
              <a:buNone/>
              <a:defRPr sz="1200"/>
            </a:lvl5pPr>
          </a:lstStyle>
          <a:p>
            <a:pPr marL="0" marR="0" lvl="0" indent="0" algn="l" defTabSz="914400" rtl="0" eaLnBrk="1" fontAlgn="auto" latinLnBrk="0" hangingPunct="1">
              <a:lnSpc>
                <a:spcPct val="100000"/>
              </a:lnSpc>
              <a:spcBef>
                <a:spcPts val="0"/>
              </a:spcBef>
              <a:spcAft>
                <a:spcPts val="0"/>
              </a:spcAft>
              <a:buClrTx/>
              <a:buSzTx/>
              <a:buFont typeface="Plus Jakarta Sans" panose="020B0604020202020204" pitchFamily="34" charset="0"/>
              <a:buNone/>
              <a:tabLst/>
              <a:defRPr/>
            </a:pPr>
            <a:r>
              <a:rPr lang="en-US" noProof="0"/>
              <a:t>Place role, location, or </a:t>
            </a:r>
            <a:br>
              <a:rPr lang="en-US" noProof="0"/>
            </a:br>
            <a:r>
              <a:rPr lang="en-US" noProof="0"/>
              <a:t>short bio here</a:t>
            </a:r>
          </a:p>
        </p:txBody>
      </p:sp>
      <p:pic>
        <p:nvPicPr>
          <p:cNvPr id="3" name="Pearson Logo" descr="Pearson Logo">
            <a:extLst>
              <a:ext uri="{FF2B5EF4-FFF2-40B4-BE49-F238E27FC236}">
                <a16:creationId xmlns:a16="http://schemas.microsoft.com/office/drawing/2014/main" id="{68D4D646-23EA-5801-0B6D-1324B504B6FF}"/>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5636797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User Guide: Pictograms and Icons">
    <p:bg>
      <p:bgPr>
        <a:solidFill>
          <a:srgbClr val="0D004D"/>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88" name="Section">
            <a:extLst>
              <a:ext uri="{FF2B5EF4-FFF2-40B4-BE49-F238E27FC236}">
                <a16:creationId xmlns:a16="http://schemas.microsoft.com/office/drawing/2014/main" id="{EBA5F521-577F-6087-09CE-FB6C3058BD6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Pictograms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0" i="0" u="none" strike="noStrike" kern="1200" cap="none" spc="0" normalizeH="0" baseline="0" noProof="0" dirty="0" err="1">
                <a:ln>
                  <a:noFill/>
                </a:ln>
                <a:solidFill>
                  <a:srgbClr val="0D004D"/>
                </a:solidFill>
                <a:effectLst/>
                <a:uLnTx/>
                <a:uFillTx/>
                <a:latin typeface="+mj-lt"/>
                <a:ea typeface="+mj-ea"/>
                <a:cs typeface="Segoe UI" panose="020B0502040204020203" pitchFamily="34" charset="0"/>
              </a:rPr>
              <a:t>Darkmode</a:t>
            </a:r>
            <a:endParaRPr kumimoji="0" lang="en-US" sz="22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endParaRP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335911" cy="467995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b="0" noProof="0" dirty="0">
                <a:latin typeface="+mj-lt"/>
                <a:cs typeface="Segoe UI" panose="020B0502040204020203" pitchFamily="34" charset="0"/>
              </a:rPr>
              <a:t>While pictograms should be used in their original Purple colorway, they can also incorporate one of three accent colors, Amber, Turquoise and Fuchsia.</a:t>
            </a:r>
          </a:p>
          <a:p>
            <a:r>
              <a:rPr lang="en-GB" dirty="0">
                <a:solidFill>
                  <a:srgbClr val="0C004C"/>
                </a:solidFill>
                <a:effectLst/>
                <a:latin typeface="+mj-lt"/>
                <a:cs typeface="Segoe UI" panose="020B0502040204020203" pitchFamily="34" charset="0"/>
              </a:rPr>
              <a:t>Consider using pictograms with accent </a:t>
            </a:r>
            <a:r>
              <a:rPr lang="en-GB" dirty="0" err="1">
                <a:solidFill>
                  <a:srgbClr val="0C004C"/>
                </a:solidFill>
                <a:effectLst/>
                <a:latin typeface="+mj-lt"/>
                <a:cs typeface="Segoe UI" panose="020B0502040204020203" pitchFamily="34" charset="0"/>
              </a:rPr>
              <a:t>colors</a:t>
            </a:r>
            <a:r>
              <a:rPr lang="en-GB" dirty="0">
                <a:solidFill>
                  <a:srgbClr val="0C004C"/>
                </a:solidFill>
                <a:effectLst/>
                <a:latin typeface="+mj-lt"/>
                <a:cs typeface="Segoe UI" panose="020B0502040204020203" pitchFamily="34" charset="0"/>
              </a:rPr>
              <a:t> when: </a:t>
            </a:r>
          </a:p>
          <a:p>
            <a:pPr marL="171450" indent="-171450">
              <a:buFont typeface="Arial" panose="020B0604020202020204" pitchFamily="34" charset="0"/>
              <a:buChar char="•"/>
            </a:pPr>
            <a:r>
              <a:rPr lang="en-GB" dirty="0">
                <a:solidFill>
                  <a:srgbClr val="0C004C"/>
                </a:solidFill>
                <a:effectLst/>
                <a:latin typeface="+mj-lt"/>
                <a:cs typeface="Segoe UI" panose="020B0502040204020203" pitchFamily="34" charset="0"/>
              </a:rPr>
              <a:t>calling additional attention to one in a series </a:t>
            </a:r>
          </a:p>
          <a:p>
            <a:pPr marL="171450" indent="-171450">
              <a:buFont typeface="Arial" panose="020B0604020202020204" pitchFamily="34" charset="0"/>
              <a:buChar char="•"/>
            </a:pPr>
            <a:r>
              <a:rPr lang="en-GB" dirty="0">
                <a:solidFill>
                  <a:srgbClr val="0C004C"/>
                </a:solidFill>
                <a:effectLst/>
                <a:latin typeface="+mj-lt"/>
                <a:cs typeface="Segoe UI" panose="020B0502040204020203" pitchFamily="34" charset="0"/>
              </a:rPr>
              <a:t>complementing the </a:t>
            </a:r>
            <a:r>
              <a:rPr lang="en-GB" dirty="0" err="1">
                <a:solidFill>
                  <a:srgbClr val="0C004C"/>
                </a:solidFill>
                <a:effectLst/>
                <a:latin typeface="+mj-lt"/>
                <a:cs typeface="Segoe UI" panose="020B0502040204020203" pitchFamily="34" charset="0"/>
              </a:rPr>
              <a:t>color</a:t>
            </a:r>
            <a:r>
              <a:rPr lang="en-GB" dirty="0">
                <a:solidFill>
                  <a:srgbClr val="0C004C"/>
                </a:solidFill>
                <a:effectLst/>
                <a:latin typeface="+mj-lt"/>
                <a:cs typeface="Segoe UI" panose="020B0502040204020203" pitchFamily="34" charset="0"/>
              </a:rPr>
              <a:t> of a layout </a:t>
            </a:r>
          </a:p>
          <a:p>
            <a:pPr marL="171450" indent="-171450">
              <a:buFont typeface="Arial" panose="020B0604020202020204" pitchFamily="34" charset="0"/>
              <a:buChar char="•"/>
            </a:pPr>
            <a:r>
              <a:rPr lang="en-GB" dirty="0">
                <a:solidFill>
                  <a:srgbClr val="0C004C"/>
                </a:solidFill>
                <a:effectLst/>
                <a:latin typeface="+mj-lt"/>
                <a:cs typeface="Segoe UI" panose="020B0502040204020203" pitchFamily="34" charset="0"/>
              </a:rPr>
              <a:t>used as a large expressive illustration </a:t>
            </a:r>
          </a:p>
        </p:txBody>
      </p:sp>
      <p:grpSp>
        <p:nvGrpSpPr>
          <p:cNvPr id="3" name="Group 2" descr="pictograms with accent colors">
            <a:extLst>
              <a:ext uri="{FF2B5EF4-FFF2-40B4-BE49-F238E27FC236}">
                <a16:creationId xmlns:a16="http://schemas.microsoft.com/office/drawing/2014/main" id="{7C3C6516-0D1F-DE93-B519-0D14733AECE8}"/>
              </a:ext>
            </a:extLst>
          </p:cNvPr>
          <p:cNvGrpSpPr/>
          <p:nvPr userDrawn="1"/>
        </p:nvGrpSpPr>
        <p:grpSpPr>
          <a:xfrm>
            <a:off x="550164" y="4551619"/>
            <a:ext cx="2159747" cy="680781"/>
            <a:chOff x="550164" y="5125013"/>
            <a:chExt cx="2159747" cy="680781"/>
          </a:xfrm>
        </p:grpSpPr>
        <p:pic>
          <p:nvPicPr>
            <p:cNvPr id="7" name="Picture 6" descr="A colorful cube with purple and yellow squares&#10;&#10;AI-generated content may be incorrect.">
              <a:extLst>
                <a:ext uri="{FF2B5EF4-FFF2-40B4-BE49-F238E27FC236}">
                  <a16:creationId xmlns:a16="http://schemas.microsoft.com/office/drawing/2014/main" id="{310D9A04-0514-F3DF-3835-79964BDE787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164" y="5125013"/>
              <a:ext cx="680781" cy="680781"/>
            </a:xfrm>
            <a:prstGeom prst="rect">
              <a:avLst/>
            </a:prstGeom>
          </p:spPr>
        </p:pic>
        <p:pic>
          <p:nvPicPr>
            <p:cNvPr id="8" name="Picture 7">
              <a:extLst>
                <a:ext uri="{FF2B5EF4-FFF2-40B4-BE49-F238E27FC236}">
                  <a16:creationId xmlns:a16="http://schemas.microsoft.com/office/drawing/2014/main" id="{E6A36EFE-3215-5496-0828-DDC5F070DC32}"/>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289647" y="5125013"/>
              <a:ext cx="680781" cy="680781"/>
            </a:xfrm>
            <a:prstGeom prst="rect">
              <a:avLst/>
            </a:prstGeom>
          </p:spPr>
        </p:pic>
        <p:pic>
          <p:nvPicPr>
            <p:cNvPr id="9" name="Picture 8">
              <a:extLst>
                <a:ext uri="{FF2B5EF4-FFF2-40B4-BE49-F238E27FC236}">
                  <a16:creationId xmlns:a16="http://schemas.microsoft.com/office/drawing/2014/main" id="{B1FB22F5-ED55-1BB7-72C0-203864AEF9FE}"/>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029130" y="5125013"/>
              <a:ext cx="680781" cy="680781"/>
            </a:xfrm>
            <a:prstGeom prst="rect">
              <a:avLst/>
            </a:prstGeom>
          </p:spPr>
        </p:pic>
      </p:grpSp>
      <p:pic>
        <p:nvPicPr>
          <p:cNvPr id="10" name="Picture 9" descr="A purple paper plane">
            <a:extLst>
              <a:ext uri="{FF2B5EF4-FFF2-40B4-BE49-F238E27FC236}">
                <a16:creationId xmlns:a16="http://schemas.microsoft.com/office/drawing/2014/main" id="{169DB5D7-A537-59D3-CAB1-52B43BB61C4C}"/>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653155" y="722826"/>
            <a:ext cx="840821" cy="840821"/>
          </a:xfrm>
          <a:prstGeom prst="rect">
            <a:avLst/>
          </a:prstGeom>
        </p:spPr>
      </p:pic>
      <p:pic>
        <p:nvPicPr>
          <p:cNvPr id="12" name="Picture 11" descr="A purple cube with white lines&#10;">
            <a:extLst>
              <a:ext uri="{FF2B5EF4-FFF2-40B4-BE49-F238E27FC236}">
                <a16:creationId xmlns:a16="http://schemas.microsoft.com/office/drawing/2014/main" id="{10D96894-A8CF-E764-4CF1-EBE546C8E9B0}"/>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4702209" y="722826"/>
            <a:ext cx="840821" cy="840821"/>
          </a:xfrm>
          <a:prstGeom prst="rect">
            <a:avLst/>
          </a:prstGeom>
        </p:spPr>
      </p:pic>
      <p:pic>
        <p:nvPicPr>
          <p:cNvPr id="13" name="Picture 12" descr="A purple square with a white arrow pointing up">
            <a:extLst>
              <a:ext uri="{FF2B5EF4-FFF2-40B4-BE49-F238E27FC236}">
                <a16:creationId xmlns:a16="http://schemas.microsoft.com/office/drawing/2014/main" id="{16252A5B-B67A-E5EC-F842-5D58DB580AAF}"/>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5751263" y="722826"/>
            <a:ext cx="840821" cy="840821"/>
          </a:xfrm>
          <a:prstGeom prst="rect">
            <a:avLst/>
          </a:prstGeom>
        </p:spPr>
      </p:pic>
      <p:pic>
        <p:nvPicPr>
          <p:cNvPr id="15" name="Picture 14" descr="A blue circles with white arrows">
            <a:extLst>
              <a:ext uri="{FF2B5EF4-FFF2-40B4-BE49-F238E27FC236}">
                <a16:creationId xmlns:a16="http://schemas.microsoft.com/office/drawing/2014/main" id="{DCD02F9A-81C9-66FA-33D6-1EC1154483F7}"/>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6800317" y="722826"/>
            <a:ext cx="840821" cy="840821"/>
          </a:xfrm>
          <a:prstGeom prst="rect">
            <a:avLst/>
          </a:prstGeom>
        </p:spPr>
      </p:pic>
      <p:pic>
        <p:nvPicPr>
          <p:cNvPr id="16" name="Picture 15" descr="A globe ">
            <a:extLst>
              <a:ext uri="{FF2B5EF4-FFF2-40B4-BE49-F238E27FC236}">
                <a16:creationId xmlns:a16="http://schemas.microsoft.com/office/drawing/2014/main" id="{F91D6D8C-3C38-6007-7E2C-757FBCC85483}"/>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7849371" y="722826"/>
            <a:ext cx="840821" cy="840821"/>
          </a:xfrm>
          <a:prstGeom prst="rect">
            <a:avLst/>
          </a:prstGeom>
        </p:spPr>
      </p:pic>
      <p:pic>
        <p:nvPicPr>
          <p:cNvPr id="17" name="Picture 16" descr="Stacked circles">
            <a:extLst>
              <a:ext uri="{FF2B5EF4-FFF2-40B4-BE49-F238E27FC236}">
                <a16:creationId xmlns:a16="http://schemas.microsoft.com/office/drawing/2014/main" id="{6A1222E4-DAF6-CD10-7522-6201ECEBE648}"/>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8898425" y="722826"/>
            <a:ext cx="840821" cy="840821"/>
          </a:xfrm>
          <a:prstGeom prst="rect">
            <a:avLst/>
          </a:prstGeom>
        </p:spPr>
      </p:pic>
      <p:pic>
        <p:nvPicPr>
          <p:cNvPr id="18" name="Picture 17" descr="A purple square with a white square&#10;">
            <a:extLst>
              <a:ext uri="{FF2B5EF4-FFF2-40B4-BE49-F238E27FC236}">
                <a16:creationId xmlns:a16="http://schemas.microsoft.com/office/drawing/2014/main" id="{44C14866-7BF0-007D-2608-DCB8954430FA}"/>
              </a:ext>
            </a:extLst>
          </p:cNvPr>
          <p:cNvPicPr>
            <a:picLocks noChangeAspect="1"/>
          </p:cNvPicPr>
          <p:nvPr userDrawn="1"/>
        </p:nvPicPr>
        <p:blipFill>
          <a:blip r:embed="rId11" cstate="screen">
            <a:extLst>
              <a:ext uri="{28A0092B-C50C-407E-A947-70E740481C1C}">
                <a14:useLocalDpi xmlns:a14="http://schemas.microsoft.com/office/drawing/2010/main"/>
              </a:ext>
            </a:extLst>
          </a:blip>
          <a:srcRect/>
          <a:stretch/>
        </p:blipFill>
        <p:spPr>
          <a:xfrm>
            <a:off x="9947479" y="722826"/>
            <a:ext cx="840821" cy="840821"/>
          </a:xfrm>
          <a:prstGeom prst="rect">
            <a:avLst/>
          </a:prstGeom>
        </p:spPr>
      </p:pic>
      <p:pic>
        <p:nvPicPr>
          <p:cNvPr id="19" name="Picture 18" descr="A purple circles with a white arrow&#10;">
            <a:extLst>
              <a:ext uri="{FF2B5EF4-FFF2-40B4-BE49-F238E27FC236}">
                <a16:creationId xmlns:a16="http://schemas.microsoft.com/office/drawing/2014/main" id="{1F1F4AF8-84CB-62AA-07E4-B788AAA0E34D}"/>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10996536" y="722826"/>
            <a:ext cx="840821" cy="840821"/>
          </a:xfrm>
          <a:prstGeom prst="rect">
            <a:avLst/>
          </a:prstGeom>
        </p:spPr>
      </p:pic>
      <p:pic>
        <p:nvPicPr>
          <p:cNvPr id="20" name="Picture 19" descr="A purple circle with a white circle in the middle">
            <a:extLst>
              <a:ext uri="{FF2B5EF4-FFF2-40B4-BE49-F238E27FC236}">
                <a16:creationId xmlns:a16="http://schemas.microsoft.com/office/drawing/2014/main" id="{917AF604-E6BB-6149-0D93-6E19B5DD428D}"/>
              </a:ext>
            </a:extLst>
          </p:cNvPr>
          <p:cNvPicPr>
            <a:picLocks noChangeAspect="1"/>
          </p:cNvPicPr>
          <p:nvPr userDrawn="1"/>
        </p:nvPicPr>
        <p:blipFill>
          <a:blip r:embed="rId13" cstate="screen">
            <a:extLst>
              <a:ext uri="{28A0092B-C50C-407E-A947-70E740481C1C}">
                <a14:useLocalDpi xmlns:a14="http://schemas.microsoft.com/office/drawing/2010/main"/>
              </a:ext>
            </a:extLst>
          </a:blip>
          <a:srcRect/>
          <a:stretch/>
        </p:blipFill>
        <p:spPr>
          <a:xfrm>
            <a:off x="3653155" y="1624884"/>
            <a:ext cx="840821" cy="840821"/>
          </a:xfrm>
          <a:prstGeom prst="rect">
            <a:avLst/>
          </a:prstGeom>
        </p:spPr>
      </p:pic>
      <p:pic>
        <p:nvPicPr>
          <p:cNvPr id="21" name="Picture 20" descr="A purple diamond with a white star&#10;">
            <a:extLst>
              <a:ext uri="{FF2B5EF4-FFF2-40B4-BE49-F238E27FC236}">
                <a16:creationId xmlns:a16="http://schemas.microsoft.com/office/drawing/2014/main" id="{B5BE04BC-6D8A-2B2E-57E2-74BD4BA7870A}"/>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p:blipFill>
        <p:spPr>
          <a:xfrm>
            <a:off x="4702209" y="1624884"/>
            <a:ext cx="840821" cy="840821"/>
          </a:xfrm>
          <a:prstGeom prst="rect">
            <a:avLst/>
          </a:prstGeom>
        </p:spPr>
      </p:pic>
      <p:pic>
        <p:nvPicPr>
          <p:cNvPr id="22" name="Picture 21" descr="A blue squares with a white arrow pointing up&#10;">
            <a:extLst>
              <a:ext uri="{FF2B5EF4-FFF2-40B4-BE49-F238E27FC236}">
                <a16:creationId xmlns:a16="http://schemas.microsoft.com/office/drawing/2014/main" id="{F370C221-EE21-1DE8-4A58-968A6934B05B}"/>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p:blipFill>
        <p:spPr>
          <a:xfrm>
            <a:off x="5751263" y="1624884"/>
            <a:ext cx="840821" cy="840821"/>
          </a:xfrm>
          <a:prstGeom prst="rect">
            <a:avLst/>
          </a:prstGeom>
        </p:spPr>
      </p:pic>
      <p:pic>
        <p:nvPicPr>
          <p:cNvPr id="23" name="Picture 22" descr="A purple and white logo&#10;">
            <a:extLst>
              <a:ext uri="{FF2B5EF4-FFF2-40B4-BE49-F238E27FC236}">
                <a16:creationId xmlns:a16="http://schemas.microsoft.com/office/drawing/2014/main" id="{705C76E5-1942-2587-A4AB-60F50D4E066C}"/>
              </a:ext>
            </a:extLst>
          </p:cNvPr>
          <p:cNvPicPr>
            <a:picLocks noChangeAspect="1"/>
          </p:cNvPicPr>
          <p:nvPr userDrawn="1"/>
        </p:nvPicPr>
        <p:blipFill>
          <a:blip r:embed="rId16" cstate="screen">
            <a:extLst>
              <a:ext uri="{28A0092B-C50C-407E-A947-70E740481C1C}">
                <a14:useLocalDpi xmlns:a14="http://schemas.microsoft.com/office/drawing/2010/main"/>
              </a:ext>
            </a:extLst>
          </a:blip>
          <a:srcRect/>
          <a:stretch/>
        </p:blipFill>
        <p:spPr>
          <a:xfrm>
            <a:off x="6800317" y="1624884"/>
            <a:ext cx="840821" cy="840821"/>
          </a:xfrm>
          <a:prstGeom prst="rect">
            <a:avLst/>
          </a:prstGeom>
        </p:spPr>
      </p:pic>
      <p:pic>
        <p:nvPicPr>
          <p:cNvPr id="24" name="Picture 23" descr="A bright light in a circle">
            <a:extLst>
              <a:ext uri="{FF2B5EF4-FFF2-40B4-BE49-F238E27FC236}">
                <a16:creationId xmlns:a16="http://schemas.microsoft.com/office/drawing/2014/main" id="{DD56DC83-8ECA-B166-1F1B-13263BF3227B}"/>
              </a:ext>
            </a:extLst>
          </p:cNvPr>
          <p:cNvPicPr>
            <a:picLocks noChangeAspect="1"/>
          </p:cNvPicPr>
          <p:nvPr userDrawn="1"/>
        </p:nvPicPr>
        <p:blipFill>
          <a:blip r:embed="rId17" cstate="screen">
            <a:extLst>
              <a:ext uri="{28A0092B-C50C-407E-A947-70E740481C1C}">
                <a14:useLocalDpi xmlns:a14="http://schemas.microsoft.com/office/drawing/2010/main"/>
              </a:ext>
            </a:extLst>
          </a:blip>
          <a:srcRect/>
          <a:stretch/>
        </p:blipFill>
        <p:spPr>
          <a:xfrm>
            <a:off x="7849371" y="1624884"/>
            <a:ext cx="840821" cy="840821"/>
          </a:xfrm>
          <a:prstGeom prst="rect">
            <a:avLst/>
          </a:prstGeom>
        </p:spPr>
      </p:pic>
      <p:pic>
        <p:nvPicPr>
          <p:cNvPr id="25" name="Picture 24" descr="A purple head">
            <a:extLst>
              <a:ext uri="{FF2B5EF4-FFF2-40B4-BE49-F238E27FC236}">
                <a16:creationId xmlns:a16="http://schemas.microsoft.com/office/drawing/2014/main" id="{6EC712BE-E444-F580-E566-0B44F735D403}"/>
              </a:ext>
            </a:extLst>
          </p:cNvPr>
          <p:cNvPicPr>
            <a:picLocks noChangeAspect="1"/>
          </p:cNvPicPr>
          <p:nvPr userDrawn="1"/>
        </p:nvPicPr>
        <p:blipFill>
          <a:blip r:embed="rId18" cstate="screen">
            <a:extLst>
              <a:ext uri="{28A0092B-C50C-407E-A947-70E740481C1C}">
                <a14:useLocalDpi xmlns:a14="http://schemas.microsoft.com/office/drawing/2010/main"/>
              </a:ext>
            </a:extLst>
          </a:blip>
          <a:srcRect/>
          <a:stretch/>
        </p:blipFill>
        <p:spPr>
          <a:xfrm>
            <a:off x="8898425" y="1624884"/>
            <a:ext cx="840821" cy="840821"/>
          </a:xfrm>
          <a:prstGeom prst="rect">
            <a:avLst/>
          </a:prstGeom>
        </p:spPr>
      </p:pic>
      <p:pic>
        <p:nvPicPr>
          <p:cNvPr id="26" name="Picture 25" descr="A group of people in a row&#10;">
            <a:extLst>
              <a:ext uri="{FF2B5EF4-FFF2-40B4-BE49-F238E27FC236}">
                <a16:creationId xmlns:a16="http://schemas.microsoft.com/office/drawing/2014/main" id="{89C6D770-F731-BDCF-7333-74279EC1F8BE}"/>
              </a:ext>
            </a:extLst>
          </p:cNvPr>
          <p:cNvPicPr>
            <a:picLocks noChangeAspect="1"/>
          </p:cNvPicPr>
          <p:nvPr userDrawn="1"/>
        </p:nvPicPr>
        <p:blipFill>
          <a:blip r:embed="rId19" cstate="screen">
            <a:extLst>
              <a:ext uri="{28A0092B-C50C-407E-A947-70E740481C1C}">
                <a14:useLocalDpi xmlns:a14="http://schemas.microsoft.com/office/drawing/2010/main"/>
              </a:ext>
            </a:extLst>
          </a:blip>
          <a:srcRect/>
          <a:stretch/>
        </p:blipFill>
        <p:spPr>
          <a:xfrm>
            <a:off x="9947479" y="1624884"/>
            <a:ext cx="840821" cy="840821"/>
          </a:xfrm>
          <a:prstGeom prst="rect">
            <a:avLst/>
          </a:prstGeom>
        </p:spPr>
      </p:pic>
      <p:pic>
        <p:nvPicPr>
          <p:cNvPr id="27" name="Picture 26" descr="A purple circle with white arrow pointing up&#10;">
            <a:extLst>
              <a:ext uri="{FF2B5EF4-FFF2-40B4-BE49-F238E27FC236}">
                <a16:creationId xmlns:a16="http://schemas.microsoft.com/office/drawing/2014/main" id="{456C2B74-4E43-9DA4-9807-8F6129732934}"/>
              </a:ext>
            </a:extLst>
          </p:cNvPr>
          <p:cNvPicPr>
            <a:picLocks noChangeAspect="1"/>
          </p:cNvPicPr>
          <p:nvPr userDrawn="1"/>
        </p:nvPicPr>
        <p:blipFill>
          <a:blip r:embed="rId20" cstate="screen">
            <a:extLst>
              <a:ext uri="{28A0092B-C50C-407E-A947-70E740481C1C}">
                <a14:useLocalDpi xmlns:a14="http://schemas.microsoft.com/office/drawing/2010/main"/>
              </a:ext>
            </a:extLst>
          </a:blip>
          <a:srcRect/>
          <a:stretch/>
        </p:blipFill>
        <p:spPr>
          <a:xfrm>
            <a:off x="10996536" y="1624884"/>
            <a:ext cx="840821" cy="840821"/>
          </a:xfrm>
          <a:prstGeom prst="rect">
            <a:avLst/>
          </a:prstGeom>
        </p:spPr>
      </p:pic>
      <p:pic>
        <p:nvPicPr>
          <p:cNvPr id="28" name="Picture 27" descr="Speech bubbles">
            <a:extLst>
              <a:ext uri="{FF2B5EF4-FFF2-40B4-BE49-F238E27FC236}">
                <a16:creationId xmlns:a16="http://schemas.microsoft.com/office/drawing/2014/main" id="{CCE81475-FEBB-9EE8-1855-024107B0F8FC}"/>
              </a:ext>
            </a:extLst>
          </p:cNvPr>
          <p:cNvPicPr>
            <a:picLocks noChangeAspect="1"/>
          </p:cNvPicPr>
          <p:nvPr userDrawn="1"/>
        </p:nvPicPr>
        <p:blipFill>
          <a:blip r:embed="rId21" cstate="screen">
            <a:extLst>
              <a:ext uri="{28A0092B-C50C-407E-A947-70E740481C1C}">
                <a14:useLocalDpi xmlns:a14="http://schemas.microsoft.com/office/drawing/2010/main"/>
              </a:ext>
            </a:extLst>
          </a:blip>
          <a:srcRect/>
          <a:stretch/>
        </p:blipFill>
        <p:spPr>
          <a:xfrm>
            <a:off x="3653155" y="2526942"/>
            <a:ext cx="840821" cy="840821"/>
          </a:xfrm>
          <a:prstGeom prst="rect">
            <a:avLst/>
          </a:prstGeom>
        </p:spPr>
      </p:pic>
      <p:pic>
        <p:nvPicPr>
          <p:cNvPr id="29" name="Picture 28" descr="A light bulb with lines coming out of it&#10;">
            <a:extLst>
              <a:ext uri="{FF2B5EF4-FFF2-40B4-BE49-F238E27FC236}">
                <a16:creationId xmlns:a16="http://schemas.microsoft.com/office/drawing/2014/main" id="{53F7685E-A60F-7F07-C240-992BD9F089F0}"/>
              </a:ext>
            </a:extLst>
          </p:cNvPr>
          <p:cNvPicPr>
            <a:picLocks noChangeAspect="1"/>
          </p:cNvPicPr>
          <p:nvPr userDrawn="1"/>
        </p:nvPicPr>
        <p:blipFill>
          <a:blip r:embed="rId22" cstate="screen">
            <a:extLst>
              <a:ext uri="{28A0092B-C50C-407E-A947-70E740481C1C}">
                <a14:useLocalDpi xmlns:a14="http://schemas.microsoft.com/office/drawing/2010/main"/>
              </a:ext>
            </a:extLst>
          </a:blip>
          <a:srcRect/>
          <a:stretch/>
        </p:blipFill>
        <p:spPr>
          <a:xfrm>
            <a:off x="4702209" y="2526942"/>
            <a:ext cx="840821" cy="840821"/>
          </a:xfrm>
          <a:prstGeom prst="rect">
            <a:avLst/>
          </a:prstGeom>
        </p:spPr>
      </p:pic>
      <p:pic>
        <p:nvPicPr>
          <p:cNvPr id="30" name="Picture 29" descr="A purple diamond">
            <a:extLst>
              <a:ext uri="{FF2B5EF4-FFF2-40B4-BE49-F238E27FC236}">
                <a16:creationId xmlns:a16="http://schemas.microsoft.com/office/drawing/2014/main" id="{D2F65CA9-4484-1FF6-2B22-F8FC4C8D7100}"/>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a:xfrm>
            <a:off x="5751263" y="2526942"/>
            <a:ext cx="840821" cy="840821"/>
          </a:xfrm>
          <a:prstGeom prst="rect">
            <a:avLst/>
          </a:prstGeom>
        </p:spPr>
      </p:pic>
      <p:pic>
        <p:nvPicPr>
          <p:cNvPr id="31" name="Picture 30" descr="A purple triangle with a flag on top&#10;">
            <a:extLst>
              <a:ext uri="{FF2B5EF4-FFF2-40B4-BE49-F238E27FC236}">
                <a16:creationId xmlns:a16="http://schemas.microsoft.com/office/drawing/2014/main" id="{588EC5A9-43F1-4D16-2820-AAAB0F83A6BF}"/>
              </a:ext>
            </a:extLst>
          </p:cNvPr>
          <p:cNvPicPr>
            <a:picLocks noChangeAspect="1"/>
          </p:cNvPicPr>
          <p:nvPr userDrawn="1"/>
        </p:nvPicPr>
        <p:blipFill>
          <a:blip r:embed="rId24" cstate="screen">
            <a:extLst>
              <a:ext uri="{28A0092B-C50C-407E-A947-70E740481C1C}">
                <a14:useLocalDpi xmlns:a14="http://schemas.microsoft.com/office/drawing/2010/main"/>
              </a:ext>
            </a:extLst>
          </a:blip>
          <a:srcRect/>
          <a:stretch/>
        </p:blipFill>
        <p:spPr>
          <a:xfrm>
            <a:off x="6800317" y="2526942"/>
            <a:ext cx="840821" cy="840821"/>
          </a:xfrm>
          <a:prstGeom prst="rect">
            <a:avLst/>
          </a:prstGeom>
        </p:spPr>
      </p:pic>
      <p:pic>
        <p:nvPicPr>
          <p:cNvPr id="32" name="Picture 31" descr="A purple eye with white dots&#10;">
            <a:extLst>
              <a:ext uri="{FF2B5EF4-FFF2-40B4-BE49-F238E27FC236}">
                <a16:creationId xmlns:a16="http://schemas.microsoft.com/office/drawing/2014/main" id="{22B13AED-A07E-42DC-F7CF-5B4F50B01EA1}"/>
              </a:ext>
            </a:extLst>
          </p:cNvPr>
          <p:cNvPicPr>
            <a:picLocks noChangeAspect="1"/>
          </p:cNvPicPr>
          <p:nvPr userDrawn="1"/>
        </p:nvPicPr>
        <p:blipFill>
          <a:blip r:embed="rId25" cstate="screen">
            <a:extLst>
              <a:ext uri="{28A0092B-C50C-407E-A947-70E740481C1C}">
                <a14:useLocalDpi xmlns:a14="http://schemas.microsoft.com/office/drawing/2010/main"/>
              </a:ext>
            </a:extLst>
          </a:blip>
          <a:srcRect/>
          <a:stretch/>
        </p:blipFill>
        <p:spPr>
          <a:xfrm>
            <a:off x="7849371" y="2526942"/>
            <a:ext cx="840821" cy="840821"/>
          </a:xfrm>
          <a:prstGeom prst="rect">
            <a:avLst/>
          </a:prstGeom>
        </p:spPr>
      </p:pic>
      <p:pic>
        <p:nvPicPr>
          <p:cNvPr id="33" name="Picture 32" descr="A purple briefcase with white arrow&#10;">
            <a:extLst>
              <a:ext uri="{FF2B5EF4-FFF2-40B4-BE49-F238E27FC236}">
                <a16:creationId xmlns:a16="http://schemas.microsoft.com/office/drawing/2014/main" id="{38514883-D515-0EE3-0DFA-A8771B6B0E6B}"/>
              </a:ext>
            </a:extLst>
          </p:cNvPr>
          <p:cNvPicPr>
            <a:picLocks noChangeAspect="1"/>
          </p:cNvPicPr>
          <p:nvPr userDrawn="1"/>
        </p:nvPicPr>
        <p:blipFill>
          <a:blip r:embed="rId26" cstate="screen">
            <a:extLst>
              <a:ext uri="{28A0092B-C50C-407E-A947-70E740481C1C}">
                <a14:useLocalDpi xmlns:a14="http://schemas.microsoft.com/office/drawing/2010/main"/>
              </a:ext>
            </a:extLst>
          </a:blip>
          <a:srcRect/>
          <a:stretch/>
        </p:blipFill>
        <p:spPr>
          <a:xfrm>
            <a:off x="9947479" y="2526942"/>
            <a:ext cx="840821" cy="840821"/>
          </a:xfrm>
          <a:prstGeom prst="rect">
            <a:avLst/>
          </a:prstGeom>
        </p:spPr>
      </p:pic>
      <p:pic>
        <p:nvPicPr>
          <p:cNvPr id="34" name="Picture 33" descr="A purple head with a chip in the middle&#10;">
            <a:extLst>
              <a:ext uri="{FF2B5EF4-FFF2-40B4-BE49-F238E27FC236}">
                <a16:creationId xmlns:a16="http://schemas.microsoft.com/office/drawing/2014/main" id="{B93BD8E7-F2AA-8F7A-29E3-1E606CDFCB8C}"/>
              </a:ext>
            </a:extLst>
          </p:cNvPr>
          <p:cNvPicPr>
            <a:picLocks noChangeAspect="1"/>
          </p:cNvPicPr>
          <p:nvPr userDrawn="1"/>
        </p:nvPicPr>
        <p:blipFill>
          <a:blip r:embed="rId27" cstate="screen">
            <a:extLst>
              <a:ext uri="{28A0092B-C50C-407E-A947-70E740481C1C}">
                <a14:useLocalDpi xmlns:a14="http://schemas.microsoft.com/office/drawing/2010/main"/>
              </a:ext>
            </a:extLst>
          </a:blip>
          <a:srcRect/>
          <a:stretch/>
        </p:blipFill>
        <p:spPr>
          <a:xfrm>
            <a:off x="10996536" y="2526942"/>
            <a:ext cx="840821" cy="840821"/>
          </a:xfrm>
          <a:prstGeom prst="rect">
            <a:avLst/>
          </a:prstGeom>
        </p:spPr>
      </p:pic>
      <p:pic>
        <p:nvPicPr>
          <p:cNvPr id="35" name="Picture 34" descr="A magnifying glass with a graph&#10;">
            <a:extLst>
              <a:ext uri="{FF2B5EF4-FFF2-40B4-BE49-F238E27FC236}">
                <a16:creationId xmlns:a16="http://schemas.microsoft.com/office/drawing/2014/main" id="{3ABE3EC7-5C13-EF97-BD3E-64D95B5BECF5}"/>
              </a:ext>
            </a:extLst>
          </p:cNvPr>
          <p:cNvPicPr>
            <a:picLocks noChangeAspect="1"/>
          </p:cNvPicPr>
          <p:nvPr userDrawn="1"/>
        </p:nvPicPr>
        <p:blipFill>
          <a:blip r:embed="rId28" cstate="screen">
            <a:extLst>
              <a:ext uri="{28A0092B-C50C-407E-A947-70E740481C1C}">
                <a14:useLocalDpi xmlns:a14="http://schemas.microsoft.com/office/drawing/2010/main"/>
              </a:ext>
            </a:extLst>
          </a:blip>
          <a:srcRect/>
          <a:stretch/>
        </p:blipFill>
        <p:spPr>
          <a:xfrm>
            <a:off x="8898425" y="2526942"/>
            <a:ext cx="840821" cy="840821"/>
          </a:xfrm>
          <a:prstGeom prst="rect">
            <a:avLst/>
          </a:prstGeom>
        </p:spPr>
      </p:pic>
      <p:pic>
        <p:nvPicPr>
          <p:cNvPr id="36" name="Picture 35" descr="A blue circle with a white tick in it&#10;">
            <a:extLst>
              <a:ext uri="{FF2B5EF4-FFF2-40B4-BE49-F238E27FC236}">
                <a16:creationId xmlns:a16="http://schemas.microsoft.com/office/drawing/2014/main" id="{59E95F6E-8295-81BA-5EBC-56CE8751259A}"/>
              </a:ext>
            </a:extLst>
          </p:cNvPr>
          <p:cNvPicPr>
            <a:picLocks noChangeAspect="1"/>
          </p:cNvPicPr>
          <p:nvPr userDrawn="1"/>
        </p:nvPicPr>
        <p:blipFill>
          <a:blip r:embed="rId29" cstate="screen">
            <a:extLst>
              <a:ext uri="{28A0092B-C50C-407E-A947-70E740481C1C}">
                <a14:useLocalDpi xmlns:a14="http://schemas.microsoft.com/office/drawing/2010/main"/>
              </a:ext>
            </a:extLst>
          </a:blip>
          <a:srcRect/>
          <a:stretch/>
        </p:blipFill>
        <p:spPr>
          <a:xfrm>
            <a:off x="3653155" y="3429000"/>
            <a:ext cx="840821" cy="840821"/>
          </a:xfrm>
          <a:prstGeom prst="rect">
            <a:avLst/>
          </a:prstGeom>
        </p:spPr>
      </p:pic>
      <p:pic>
        <p:nvPicPr>
          <p:cNvPr id="37" name="Picture 36" descr="A purple triangle and a white circle&#10;&#10;AI-generat">
            <a:extLst>
              <a:ext uri="{FF2B5EF4-FFF2-40B4-BE49-F238E27FC236}">
                <a16:creationId xmlns:a16="http://schemas.microsoft.com/office/drawing/2014/main" id="{FFEE593B-A589-3BC4-5EA8-72C3195CFF5C}"/>
              </a:ext>
            </a:extLst>
          </p:cNvPr>
          <p:cNvPicPr>
            <a:picLocks noChangeAspect="1"/>
          </p:cNvPicPr>
          <p:nvPr userDrawn="1"/>
        </p:nvPicPr>
        <p:blipFill>
          <a:blip r:embed="rId30" cstate="screen">
            <a:extLst>
              <a:ext uri="{28A0092B-C50C-407E-A947-70E740481C1C}">
                <a14:useLocalDpi xmlns:a14="http://schemas.microsoft.com/office/drawing/2010/main"/>
              </a:ext>
            </a:extLst>
          </a:blip>
          <a:srcRect/>
          <a:stretch/>
        </p:blipFill>
        <p:spPr>
          <a:xfrm>
            <a:off x="4702209" y="3429000"/>
            <a:ext cx="840821" cy="840821"/>
          </a:xfrm>
          <a:prstGeom prst="rect">
            <a:avLst/>
          </a:prstGeom>
        </p:spPr>
      </p:pic>
      <p:pic>
        <p:nvPicPr>
          <p:cNvPr id="38" name="Picture 37" descr="A purple and white tube&#10;">
            <a:extLst>
              <a:ext uri="{FF2B5EF4-FFF2-40B4-BE49-F238E27FC236}">
                <a16:creationId xmlns:a16="http://schemas.microsoft.com/office/drawing/2014/main" id="{775FCB67-94D5-310E-AD3B-3CBD40568921}"/>
              </a:ext>
            </a:extLst>
          </p:cNvPr>
          <p:cNvPicPr>
            <a:picLocks noChangeAspect="1"/>
          </p:cNvPicPr>
          <p:nvPr userDrawn="1"/>
        </p:nvPicPr>
        <p:blipFill>
          <a:blip r:embed="rId31" cstate="screen">
            <a:extLst>
              <a:ext uri="{28A0092B-C50C-407E-A947-70E740481C1C}">
                <a14:useLocalDpi xmlns:a14="http://schemas.microsoft.com/office/drawing/2010/main"/>
              </a:ext>
            </a:extLst>
          </a:blip>
          <a:srcRect/>
          <a:stretch/>
        </p:blipFill>
        <p:spPr>
          <a:xfrm>
            <a:off x="5751263" y="3429000"/>
            <a:ext cx="840821" cy="840821"/>
          </a:xfrm>
          <a:prstGeom prst="rect">
            <a:avLst/>
          </a:prstGeom>
        </p:spPr>
      </p:pic>
      <p:pic>
        <p:nvPicPr>
          <p:cNvPr id="39" name="Picture 38" descr="A purple circle with a white tick&#10;">
            <a:extLst>
              <a:ext uri="{FF2B5EF4-FFF2-40B4-BE49-F238E27FC236}">
                <a16:creationId xmlns:a16="http://schemas.microsoft.com/office/drawing/2014/main" id="{D6A64219-826E-0028-E3B2-CC7BA5D829AF}"/>
              </a:ext>
            </a:extLst>
          </p:cNvPr>
          <p:cNvPicPr>
            <a:picLocks noChangeAspect="1"/>
          </p:cNvPicPr>
          <p:nvPr userDrawn="1"/>
        </p:nvPicPr>
        <p:blipFill>
          <a:blip r:embed="rId32" cstate="screen">
            <a:extLst>
              <a:ext uri="{28A0092B-C50C-407E-A947-70E740481C1C}">
                <a14:useLocalDpi xmlns:a14="http://schemas.microsoft.com/office/drawing/2010/main"/>
              </a:ext>
            </a:extLst>
          </a:blip>
          <a:srcRect/>
          <a:stretch/>
        </p:blipFill>
        <p:spPr>
          <a:xfrm>
            <a:off x="6800317" y="3429000"/>
            <a:ext cx="840821" cy="840821"/>
          </a:xfrm>
          <a:prstGeom prst="rect">
            <a:avLst/>
          </a:prstGeom>
        </p:spPr>
      </p:pic>
      <p:pic>
        <p:nvPicPr>
          <p:cNvPr id="40" name="Picture 39" descr="A blue star with white lines&#10;">
            <a:extLst>
              <a:ext uri="{FF2B5EF4-FFF2-40B4-BE49-F238E27FC236}">
                <a16:creationId xmlns:a16="http://schemas.microsoft.com/office/drawing/2014/main" id="{524E8F65-7C01-4FB7-E0D5-AA4BEA035C6E}"/>
              </a:ext>
            </a:extLst>
          </p:cNvPr>
          <p:cNvPicPr>
            <a:picLocks noChangeAspect="1"/>
          </p:cNvPicPr>
          <p:nvPr userDrawn="1"/>
        </p:nvPicPr>
        <p:blipFill>
          <a:blip r:embed="rId33" cstate="screen">
            <a:extLst>
              <a:ext uri="{28A0092B-C50C-407E-A947-70E740481C1C}">
                <a14:useLocalDpi xmlns:a14="http://schemas.microsoft.com/office/drawing/2010/main"/>
              </a:ext>
            </a:extLst>
          </a:blip>
          <a:srcRect/>
          <a:stretch/>
        </p:blipFill>
        <p:spPr>
          <a:xfrm>
            <a:off x="7849371" y="3429000"/>
            <a:ext cx="840821" cy="840821"/>
          </a:xfrm>
          <a:prstGeom prst="rect">
            <a:avLst/>
          </a:prstGeom>
        </p:spPr>
      </p:pic>
      <p:pic>
        <p:nvPicPr>
          <p:cNvPr id="41" name="Picture 40" descr="A purple circle with a horizontal line">
            <a:extLst>
              <a:ext uri="{FF2B5EF4-FFF2-40B4-BE49-F238E27FC236}">
                <a16:creationId xmlns:a16="http://schemas.microsoft.com/office/drawing/2014/main" id="{9D724AD4-F851-25F4-E8F0-0A997FCA2C5F}"/>
              </a:ext>
            </a:extLst>
          </p:cNvPr>
          <p:cNvPicPr>
            <a:picLocks noChangeAspect="1"/>
          </p:cNvPicPr>
          <p:nvPr userDrawn="1"/>
        </p:nvPicPr>
        <p:blipFill>
          <a:blip r:embed="rId34" cstate="screen">
            <a:extLst>
              <a:ext uri="{28A0092B-C50C-407E-A947-70E740481C1C}">
                <a14:useLocalDpi xmlns:a14="http://schemas.microsoft.com/office/drawing/2010/main"/>
              </a:ext>
            </a:extLst>
          </a:blip>
          <a:srcRect/>
          <a:stretch/>
        </p:blipFill>
        <p:spPr>
          <a:xfrm>
            <a:off x="8898425" y="3429000"/>
            <a:ext cx="840821" cy="840821"/>
          </a:xfrm>
          <a:prstGeom prst="rect">
            <a:avLst/>
          </a:prstGeom>
        </p:spPr>
      </p:pic>
      <p:pic>
        <p:nvPicPr>
          <p:cNvPr id="42" name="Picture 41" descr="A cirle on inclined line in elevation">
            <a:extLst>
              <a:ext uri="{FF2B5EF4-FFF2-40B4-BE49-F238E27FC236}">
                <a16:creationId xmlns:a16="http://schemas.microsoft.com/office/drawing/2014/main" id="{AAB07C3E-AD6B-7CE0-42E4-AA6A0EE2AA6C}"/>
              </a:ext>
            </a:extLst>
          </p:cNvPr>
          <p:cNvPicPr>
            <a:picLocks noChangeAspect="1"/>
          </p:cNvPicPr>
          <p:nvPr userDrawn="1"/>
        </p:nvPicPr>
        <p:blipFill>
          <a:blip r:embed="rId35" cstate="screen">
            <a:extLst>
              <a:ext uri="{28A0092B-C50C-407E-A947-70E740481C1C}">
                <a14:useLocalDpi xmlns:a14="http://schemas.microsoft.com/office/drawing/2010/main"/>
              </a:ext>
            </a:extLst>
          </a:blip>
          <a:srcRect/>
          <a:stretch/>
        </p:blipFill>
        <p:spPr>
          <a:xfrm>
            <a:off x="9947479" y="3429000"/>
            <a:ext cx="840821" cy="840821"/>
          </a:xfrm>
          <a:prstGeom prst="rect">
            <a:avLst/>
          </a:prstGeom>
        </p:spPr>
      </p:pic>
      <p:pic>
        <p:nvPicPr>
          <p:cNvPr id="43" name="Picture 42" descr="A blue and white leaf&#10;">
            <a:extLst>
              <a:ext uri="{FF2B5EF4-FFF2-40B4-BE49-F238E27FC236}">
                <a16:creationId xmlns:a16="http://schemas.microsoft.com/office/drawing/2014/main" id="{5D3EC9C7-A5FF-CDD7-CA98-BD1FEAE82790}"/>
              </a:ext>
            </a:extLst>
          </p:cNvPr>
          <p:cNvPicPr>
            <a:picLocks noChangeAspect="1"/>
          </p:cNvPicPr>
          <p:nvPr userDrawn="1"/>
        </p:nvPicPr>
        <p:blipFill>
          <a:blip r:embed="rId36" cstate="screen">
            <a:extLst>
              <a:ext uri="{28A0092B-C50C-407E-A947-70E740481C1C}">
                <a14:useLocalDpi xmlns:a14="http://schemas.microsoft.com/office/drawing/2010/main"/>
              </a:ext>
            </a:extLst>
          </a:blip>
          <a:srcRect/>
          <a:stretch/>
        </p:blipFill>
        <p:spPr>
          <a:xfrm>
            <a:off x="10996536" y="3429000"/>
            <a:ext cx="840821" cy="840821"/>
          </a:xfrm>
          <a:prstGeom prst="rect">
            <a:avLst/>
          </a:prstGeom>
        </p:spPr>
      </p:pic>
      <p:pic>
        <p:nvPicPr>
          <p:cNvPr id="44" name="Picture 43" descr="4 circles with a square">
            <a:extLst>
              <a:ext uri="{FF2B5EF4-FFF2-40B4-BE49-F238E27FC236}">
                <a16:creationId xmlns:a16="http://schemas.microsoft.com/office/drawing/2014/main" id="{724C3709-E2FE-CF82-C6F9-72B333F814E0}"/>
              </a:ext>
            </a:extLst>
          </p:cNvPr>
          <p:cNvPicPr>
            <a:picLocks noChangeAspect="1"/>
          </p:cNvPicPr>
          <p:nvPr userDrawn="1"/>
        </p:nvPicPr>
        <p:blipFill>
          <a:blip r:embed="rId37" cstate="screen">
            <a:extLst>
              <a:ext uri="{28A0092B-C50C-407E-A947-70E740481C1C}">
                <a14:useLocalDpi xmlns:a14="http://schemas.microsoft.com/office/drawing/2010/main"/>
              </a:ext>
            </a:extLst>
          </a:blip>
          <a:srcRect/>
          <a:stretch/>
        </p:blipFill>
        <p:spPr>
          <a:xfrm>
            <a:off x="3653155" y="4331058"/>
            <a:ext cx="840821" cy="840821"/>
          </a:xfrm>
          <a:prstGeom prst="rect">
            <a:avLst/>
          </a:prstGeom>
        </p:spPr>
      </p:pic>
      <p:pic>
        <p:nvPicPr>
          <p:cNvPr id="45" name="Picture 44" descr="A building of institution&#10;">
            <a:extLst>
              <a:ext uri="{FF2B5EF4-FFF2-40B4-BE49-F238E27FC236}">
                <a16:creationId xmlns:a16="http://schemas.microsoft.com/office/drawing/2014/main" id="{3BDEC2C0-0B91-9DA3-360B-818B5E824BC6}"/>
              </a:ext>
            </a:extLst>
          </p:cNvPr>
          <p:cNvPicPr>
            <a:picLocks noChangeAspect="1"/>
          </p:cNvPicPr>
          <p:nvPr userDrawn="1"/>
        </p:nvPicPr>
        <p:blipFill>
          <a:blip r:embed="rId38" cstate="screen">
            <a:extLst>
              <a:ext uri="{28A0092B-C50C-407E-A947-70E740481C1C}">
                <a14:useLocalDpi xmlns:a14="http://schemas.microsoft.com/office/drawing/2010/main"/>
              </a:ext>
            </a:extLst>
          </a:blip>
          <a:srcRect/>
          <a:stretch/>
        </p:blipFill>
        <p:spPr>
          <a:xfrm>
            <a:off x="4702209" y="4331058"/>
            <a:ext cx="840821" cy="840821"/>
          </a:xfrm>
          <a:prstGeom prst="rect">
            <a:avLst/>
          </a:prstGeom>
        </p:spPr>
      </p:pic>
      <p:pic>
        <p:nvPicPr>
          <p:cNvPr id="46" name="Picture 45" descr="A building">
            <a:extLst>
              <a:ext uri="{FF2B5EF4-FFF2-40B4-BE49-F238E27FC236}">
                <a16:creationId xmlns:a16="http://schemas.microsoft.com/office/drawing/2014/main" id="{1C33CFA7-8B7F-3B62-35C7-F009E97CACE8}"/>
              </a:ext>
            </a:extLst>
          </p:cNvPr>
          <p:cNvPicPr>
            <a:picLocks noChangeAspect="1"/>
          </p:cNvPicPr>
          <p:nvPr userDrawn="1"/>
        </p:nvPicPr>
        <p:blipFill>
          <a:blip r:embed="rId39" cstate="screen">
            <a:extLst>
              <a:ext uri="{28A0092B-C50C-407E-A947-70E740481C1C}">
                <a14:useLocalDpi xmlns:a14="http://schemas.microsoft.com/office/drawing/2010/main"/>
              </a:ext>
            </a:extLst>
          </a:blip>
          <a:srcRect/>
          <a:stretch/>
        </p:blipFill>
        <p:spPr>
          <a:xfrm>
            <a:off x="5751263" y="4331058"/>
            <a:ext cx="840821" cy="840821"/>
          </a:xfrm>
          <a:prstGeom prst="rect">
            <a:avLst/>
          </a:prstGeom>
        </p:spPr>
      </p:pic>
      <p:pic>
        <p:nvPicPr>
          <p:cNvPr id="47" name="Picture 46" descr="A blue and white circle and triangle&#10;">
            <a:extLst>
              <a:ext uri="{FF2B5EF4-FFF2-40B4-BE49-F238E27FC236}">
                <a16:creationId xmlns:a16="http://schemas.microsoft.com/office/drawing/2014/main" id="{66B295D0-E0C1-D989-EC01-55A9DEA3D5C7}"/>
              </a:ext>
            </a:extLst>
          </p:cNvPr>
          <p:cNvPicPr>
            <a:picLocks noChangeAspect="1"/>
          </p:cNvPicPr>
          <p:nvPr userDrawn="1"/>
        </p:nvPicPr>
        <p:blipFill>
          <a:blip r:embed="rId40" cstate="screen">
            <a:extLst>
              <a:ext uri="{28A0092B-C50C-407E-A947-70E740481C1C}">
                <a14:useLocalDpi xmlns:a14="http://schemas.microsoft.com/office/drawing/2010/main"/>
              </a:ext>
            </a:extLst>
          </a:blip>
          <a:srcRect/>
          <a:stretch/>
        </p:blipFill>
        <p:spPr>
          <a:xfrm>
            <a:off x="6800317" y="4331058"/>
            <a:ext cx="840821" cy="840821"/>
          </a:xfrm>
          <a:prstGeom prst="rect">
            <a:avLst/>
          </a:prstGeom>
        </p:spPr>
      </p:pic>
      <p:pic>
        <p:nvPicPr>
          <p:cNvPr id="48" name="Picture 47" descr="A magnifying glass and a piece of paper">
            <a:extLst>
              <a:ext uri="{FF2B5EF4-FFF2-40B4-BE49-F238E27FC236}">
                <a16:creationId xmlns:a16="http://schemas.microsoft.com/office/drawing/2014/main" id="{6662CA20-3547-167E-C046-8FA17E2D2C36}"/>
              </a:ext>
            </a:extLst>
          </p:cNvPr>
          <p:cNvPicPr>
            <a:picLocks noChangeAspect="1"/>
          </p:cNvPicPr>
          <p:nvPr userDrawn="1"/>
        </p:nvPicPr>
        <p:blipFill>
          <a:blip r:embed="rId41" cstate="screen">
            <a:extLst>
              <a:ext uri="{28A0092B-C50C-407E-A947-70E740481C1C}">
                <a14:useLocalDpi xmlns:a14="http://schemas.microsoft.com/office/drawing/2010/main"/>
              </a:ext>
            </a:extLst>
          </a:blip>
          <a:srcRect/>
          <a:stretch/>
        </p:blipFill>
        <p:spPr>
          <a:xfrm>
            <a:off x="7849371" y="4331058"/>
            <a:ext cx="840821" cy="840821"/>
          </a:xfrm>
          <a:prstGeom prst="rect">
            <a:avLst/>
          </a:prstGeom>
        </p:spPr>
      </p:pic>
      <p:pic>
        <p:nvPicPr>
          <p:cNvPr id="49" name="Picture 48" descr="A white circle with a purple circle in the middle&#10;">
            <a:extLst>
              <a:ext uri="{FF2B5EF4-FFF2-40B4-BE49-F238E27FC236}">
                <a16:creationId xmlns:a16="http://schemas.microsoft.com/office/drawing/2014/main" id="{0A8C1679-C634-8374-A07C-87E60CA92092}"/>
              </a:ext>
            </a:extLst>
          </p:cNvPr>
          <p:cNvPicPr>
            <a:picLocks noChangeAspect="1"/>
          </p:cNvPicPr>
          <p:nvPr userDrawn="1"/>
        </p:nvPicPr>
        <p:blipFill>
          <a:blip r:embed="rId42" cstate="screen">
            <a:extLst>
              <a:ext uri="{28A0092B-C50C-407E-A947-70E740481C1C}">
                <a14:useLocalDpi xmlns:a14="http://schemas.microsoft.com/office/drawing/2010/main"/>
              </a:ext>
            </a:extLst>
          </a:blip>
          <a:srcRect/>
          <a:stretch/>
        </p:blipFill>
        <p:spPr>
          <a:xfrm>
            <a:off x="8898425" y="4331058"/>
            <a:ext cx="840821" cy="840821"/>
          </a:xfrm>
          <a:prstGeom prst="rect">
            <a:avLst/>
          </a:prstGeom>
        </p:spPr>
      </p:pic>
      <p:pic>
        <p:nvPicPr>
          <p:cNvPr id="50" name="Picture 49" descr="A diamond in a circle&#10;">
            <a:extLst>
              <a:ext uri="{FF2B5EF4-FFF2-40B4-BE49-F238E27FC236}">
                <a16:creationId xmlns:a16="http://schemas.microsoft.com/office/drawing/2014/main" id="{475B77B4-1C9A-C67F-4793-9C471957BA82}"/>
              </a:ext>
            </a:extLst>
          </p:cNvPr>
          <p:cNvPicPr>
            <a:picLocks noChangeAspect="1"/>
          </p:cNvPicPr>
          <p:nvPr userDrawn="1"/>
        </p:nvPicPr>
        <p:blipFill>
          <a:blip r:embed="rId43" cstate="screen">
            <a:extLst>
              <a:ext uri="{28A0092B-C50C-407E-A947-70E740481C1C}">
                <a14:useLocalDpi xmlns:a14="http://schemas.microsoft.com/office/drawing/2010/main"/>
              </a:ext>
            </a:extLst>
          </a:blip>
          <a:srcRect/>
          <a:stretch/>
        </p:blipFill>
        <p:spPr>
          <a:xfrm>
            <a:off x="9947479" y="4331058"/>
            <a:ext cx="840821" cy="840821"/>
          </a:xfrm>
          <a:prstGeom prst="rect">
            <a:avLst/>
          </a:prstGeom>
        </p:spPr>
      </p:pic>
      <p:pic>
        <p:nvPicPr>
          <p:cNvPr id="51" name="Picture 50" descr="Stacked circuit boards">
            <a:extLst>
              <a:ext uri="{FF2B5EF4-FFF2-40B4-BE49-F238E27FC236}">
                <a16:creationId xmlns:a16="http://schemas.microsoft.com/office/drawing/2014/main" id="{49C6E35F-9DF4-085F-89F2-A443A996AEF2}"/>
              </a:ext>
            </a:extLst>
          </p:cNvPr>
          <p:cNvPicPr>
            <a:picLocks noChangeAspect="1"/>
          </p:cNvPicPr>
          <p:nvPr userDrawn="1"/>
        </p:nvPicPr>
        <p:blipFill>
          <a:blip r:embed="rId44" cstate="screen">
            <a:extLst>
              <a:ext uri="{28A0092B-C50C-407E-A947-70E740481C1C}">
                <a14:useLocalDpi xmlns:a14="http://schemas.microsoft.com/office/drawing/2010/main"/>
              </a:ext>
            </a:extLst>
          </a:blip>
          <a:srcRect/>
          <a:stretch/>
        </p:blipFill>
        <p:spPr>
          <a:xfrm>
            <a:off x="10996536" y="4331058"/>
            <a:ext cx="840821" cy="840821"/>
          </a:xfrm>
          <a:prstGeom prst="rect">
            <a:avLst/>
          </a:prstGeom>
        </p:spPr>
      </p:pic>
      <p:pic>
        <p:nvPicPr>
          <p:cNvPr id="52" name="Picture 51" descr="A purple circle with arrows&#10;">
            <a:extLst>
              <a:ext uri="{FF2B5EF4-FFF2-40B4-BE49-F238E27FC236}">
                <a16:creationId xmlns:a16="http://schemas.microsoft.com/office/drawing/2014/main" id="{28ABBADF-2EEE-FCDF-578F-EF8DCEA8A6D8}"/>
              </a:ext>
            </a:extLst>
          </p:cNvPr>
          <p:cNvPicPr>
            <a:picLocks noChangeAspect="1"/>
          </p:cNvPicPr>
          <p:nvPr userDrawn="1"/>
        </p:nvPicPr>
        <p:blipFill>
          <a:blip r:embed="rId45" cstate="screen">
            <a:extLst>
              <a:ext uri="{28A0092B-C50C-407E-A947-70E740481C1C}">
                <a14:useLocalDpi xmlns:a14="http://schemas.microsoft.com/office/drawing/2010/main"/>
              </a:ext>
            </a:extLst>
          </a:blip>
          <a:srcRect/>
          <a:stretch/>
        </p:blipFill>
        <p:spPr>
          <a:xfrm>
            <a:off x="3653155" y="5233118"/>
            <a:ext cx="840821" cy="840821"/>
          </a:xfrm>
          <a:prstGeom prst="rect">
            <a:avLst/>
          </a:prstGeom>
        </p:spPr>
      </p:pic>
      <p:pic>
        <p:nvPicPr>
          <p:cNvPr id="53" name="Picture 52" descr="A circular arrows and circles&#10;">
            <a:extLst>
              <a:ext uri="{FF2B5EF4-FFF2-40B4-BE49-F238E27FC236}">
                <a16:creationId xmlns:a16="http://schemas.microsoft.com/office/drawing/2014/main" id="{448E86EF-F7F0-3486-6A21-806220E93A3F}"/>
              </a:ext>
            </a:extLst>
          </p:cNvPr>
          <p:cNvPicPr>
            <a:picLocks noChangeAspect="1"/>
          </p:cNvPicPr>
          <p:nvPr userDrawn="1"/>
        </p:nvPicPr>
        <p:blipFill>
          <a:blip r:embed="rId46" cstate="screen">
            <a:extLst>
              <a:ext uri="{28A0092B-C50C-407E-A947-70E740481C1C}">
                <a14:useLocalDpi xmlns:a14="http://schemas.microsoft.com/office/drawing/2010/main"/>
              </a:ext>
            </a:extLst>
          </a:blip>
          <a:srcRect/>
          <a:stretch/>
        </p:blipFill>
        <p:spPr>
          <a:xfrm>
            <a:off x="4702209" y="5233118"/>
            <a:ext cx="840821" cy="840821"/>
          </a:xfrm>
          <a:prstGeom prst="rect">
            <a:avLst/>
          </a:prstGeom>
        </p:spPr>
      </p:pic>
      <p:pic>
        <p:nvPicPr>
          <p:cNvPr id="54" name="Picture 53" descr="A blue and white square with a chess marker&#10;">
            <a:extLst>
              <a:ext uri="{FF2B5EF4-FFF2-40B4-BE49-F238E27FC236}">
                <a16:creationId xmlns:a16="http://schemas.microsoft.com/office/drawing/2014/main" id="{9122647F-C9D8-7F72-B2A8-454BC9AF2CA9}"/>
              </a:ext>
            </a:extLst>
          </p:cNvPr>
          <p:cNvPicPr>
            <a:picLocks noChangeAspect="1"/>
          </p:cNvPicPr>
          <p:nvPr userDrawn="1"/>
        </p:nvPicPr>
        <p:blipFill>
          <a:blip r:embed="rId47" cstate="screen">
            <a:extLst>
              <a:ext uri="{28A0092B-C50C-407E-A947-70E740481C1C}">
                <a14:useLocalDpi xmlns:a14="http://schemas.microsoft.com/office/drawing/2010/main"/>
              </a:ext>
            </a:extLst>
          </a:blip>
          <a:srcRect/>
          <a:stretch/>
        </p:blipFill>
        <p:spPr>
          <a:xfrm>
            <a:off x="5751263" y="5233118"/>
            <a:ext cx="840821" cy="840821"/>
          </a:xfrm>
          <a:prstGeom prst="rect">
            <a:avLst/>
          </a:prstGeom>
        </p:spPr>
      </p:pic>
      <p:pic>
        <p:nvPicPr>
          <p:cNvPr id="55" name="Picture 54" descr="A blue eye with white dots&#10;">
            <a:extLst>
              <a:ext uri="{FF2B5EF4-FFF2-40B4-BE49-F238E27FC236}">
                <a16:creationId xmlns:a16="http://schemas.microsoft.com/office/drawing/2014/main" id="{560F5F43-DB35-CB99-2022-57791B15ADF9}"/>
              </a:ext>
            </a:extLst>
          </p:cNvPr>
          <p:cNvPicPr>
            <a:picLocks noChangeAspect="1"/>
          </p:cNvPicPr>
          <p:nvPr userDrawn="1"/>
        </p:nvPicPr>
        <p:blipFill>
          <a:blip r:embed="rId48" cstate="screen">
            <a:extLst>
              <a:ext uri="{28A0092B-C50C-407E-A947-70E740481C1C}">
                <a14:useLocalDpi xmlns:a14="http://schemas.microsoft.com/office/drawing/2010/main"/>
              </a:ext>
            </a:extLst>
          </a:blip>
          <a:srcRect/>
          <a:stretch/>
        </p:blipFill>
        <p:spPr>
          <a:xfrm>
            <a:off x="6800317" y="5233118"/>
            <a:ext cx="840821" cy="840821"/>
          </a:xfrm>
          <a:prstGeom prst="rect">
            <a:avLst/>
          </a:prstGeom>
        </p:spPr>
      </p:pic>
      <p:pic>
        <p:nvPicPr>
          <p:cNvPr id="56" name="Picture 55" descr="A fingerprint scan&#10;">
            <a:extLst>
              <a:ext uri="{FF2B5EF4-FFF2-40B4-BE49-F238E27FC236}">
                <a16:creationId xmlns:a16="http://schemas.microsoft.com/office/drawing/2014/main" id="{05F1A7CA-8D45-4775-193A-BB58ABC5F30B}"/>
              </a:ext>
            </a:extLst>
          </p:cNvPr>
          <p:cNvPicPr>
            <a:picLocks noChangeAspect="1"/>
          </p:cNvPicPr>
          <p:nvPr userDrawn="1"/>
        </p:nvPicPr>
        <p:blipFill>
          <a:blip r:embed="rId49" cstate="screen">
            <a:extLst>
              <a:ext uri="{28A0092B-C50C-407E-A947-70E740481C1C}">
                <a14:useLocalDpi xmlns:a14="http://schemas.microsoft.com/office/drawing/2010/main"/>
              </a:ext>
            </a:extLst>
          </a:blip>
          <a:srcRect/>
          <a:stretch/>
        </p:blipFill>
        <p:spPr>
          <a:xfrm>
            <a:off x="7849371" y="5233118"/>
            <a:ext cx="840821" cy="840821"/>
          </a:xfrm>
          <a:prstGeom prst="rect">
            <a:avLst/>
          </a:prstGeom>
        </p:spPr>
      </p:pic>
      <p:pic>
        <p:nvPicPr>
          <p:cNvPr id="57" name="Picture 56" descr="A purple circle with squares and lines&#10;">
            <a:extLst>
              <a:ext uri="{FF2B5EF4-FFF2-40B4-BE49-F238E27FC236}">
                <a16:creationId xmlns:a16="http://schemas.microsoft.com/office/drawing/2014/main" id="{6008D849-77CE-0D1B-3611-13FC004DE314}"/>
              </a:ext>
            </a:extLst>
          </p:cNvPr>
          <p:cNvPicPr>
            <a:picLocks noChangeAspect="1"/>
          </p:cNvPicPr>
          <p:nvPr userDrawn="1"/>
        </p:nvPicPr>
        <p:blipFill>
          <a:blip r:embed="rId50" cstate="screen">
            <a:extLst>
              <a:ext uri="{28A0092B-C50C-407E-A947-70E740481C1C}">
                <a14:useLocalDpi xmlns:a14="http://schemas.microsoft.com/office/drawing/2010/main"/>
              </a:ext>
            </a:extLst>
          </a:blip>
          <a:srcRect/>
          <a:stretch/>
        </p:blipFill>
        <p:spPr>
          <a:xfrm>
            <a:off x="9947479" y="5233118"/>
            <a:ext cx="840821" cy="840821"/>
          </a:xfrm>
          <a:prstGeom prst="rect">
            <a:avLst/>
          </a:prstGeom>
        </p:spPr>
      </p:pic>
      <p:pic>
        <p:nvPicPr>
          <p:cNvPr id="58" name="Picture 57" descr="A purple head">
            <a:extLst>
              <a:ext uri="{FF2B5EF4-FFF2-40B4-BE49-F238E27FC236}">
                <a16:creationId xmlns:a16="http://schemas.microsoft.com/office/drawing/2014/main" id="{777E055D-88AA-5D71-D6D9-8D387E113543}"/>
              </a:ext>
            </a:extLst>
          </p:cNvPr>
          <p:cNvPicPr>
            <a:picLocks noChangeAspect="1"/>
          </p:cNvPicPr>
          <p:nvPr userDrawn="1"/>
        </p:nvPicPr>
        <p:blipFill>
          <a:blip r:embed="rId51" cstate="screen">
            <a:extLst>
              <a:ext uri="{28A0092B-C50C-407E-A947-70E740481C1C}">
                <a14:useLocalDpi xmlns:a14="http://schemas.microsoft.com/office/drawing/2010/main"/>
              </a:ext>
            </a:extLst>
          </a:blip>
          <a:srcRect/>
          <a:stretch/>
        </p:blipFill>
        <p:spPr>
          <a:xfrm>
            <a:off x="8898425" y="5233118"/>
            <a:ext cx="840821" cy="840821"/>
          </a:xfrm>
          <a:prstGeom prst="rect">
            <a:avLst/>
          </a:prstGeom>
        </p:spPr>
      </p:pic>
      <p:pic>
        <p:nvPicPr>
          <p:cNvPr id="59" name="Pearson Logo" descr="Pearson Logo">
            <a:extLst>
              <a:ext uri="{FF2B5EF4-FFF2-40B4-BE49-F238E27FC236}">
                <a16:creationId xmlns:a16="http://schemas.microsoft.com/office/drawing/2014/main" id="{7B94B3CB-CD59-3397-9219-E265352D6495}"/>
              </a:ext>
            </a:extLst>
          </p:cNvPr>
          <p:cNvPicPr/>
          <p:nvPr userDrawn="1"/>
        </p:nvPicPr>
        <p:blipFill>
          <a:blip r:embed="rId52">
            <a:extLst>
              <a:ext uri="{96DAC541-7B7A-43D3-8B79-37D633B846F1}">
                <asvg:svgBlip xmlns:asvg="http://schemas.microsoft.com/office/drawing/2016/SVG/main" r:embed="rId5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123680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Dark">
    <p:bg bwMode="gray">
      <p:bgRef idx="1001">
        <a:schemeClr val="bg2"/>
      </p:bgRef>
    </p:bg>
    <p:spTree>
      <p:nvGrpSpPr>
        <p:cNvPr id="1" name=""/>
        <p:cNvGrpSpPr/>
        <p:nvPr/>
      </p:nvGrpSpPr>
      <p:grpSpPr>
        <a:xfrm>
          <a:off x="0" y="0"/>
          <a:ext cx="0" cy="0"/>
          <a:chOff x="0" y="0"/>
          <a:chExt cx="0" cy="0"/>
        </a:xfrm>
      </p:grpSpPr>
      <p:pic>
        <p:nvPicPr>
          <p:cNvPr id="3" name="Pearson Logo" descr="Pearson Logo">
            <a:extLst>
              <a:ext uri="{FF2B5EF4-FFF2-40B4-BE49-F238E27FC236}">
                <a16:creationId xmlns:a16="http://schemas.microsoft.com/office/drawing/2014/main" id="{D50E3FEF-4225-652E-365D-289A15BB99D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683224849"/>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earson Logo" descr="Pearson Logo">
            <a:extLst>
              <a:ext uri="{FF2B5EF4-FFF2-40B4-BE49-F238E27FC236}">
                <a16:creationId xmlns:a16="http://schemas.microsoft.com/office/drawing/2014/main" id="{30573AE3-9C05-B929-75E7-A5CC0ED87249}"/>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7802786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r Guide: Visual Identity Overview">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B4CAF6E-EF57-881D-B808-1008F7021F6A}"/>
              </a:ext>
              <a:ext uri="{C183D7F6-B498-43B3-948B-1728B52AA6E4}">
                <adec:decorative xmlns:adec="http://schemas.microsoft.com/office/drawing/2017/decorative" val="1"/>
              </a:ext>
            </a:extLst>
          </p:cNvPr>
          <p:cNvSpPr/>
          <p:nvPr userDrawn="1"/>
        </p:nvSpPr>
        <p:spPr bwMode="gray">
          <a:xfrm>
            <a:off x="9200092" y="3424003"/>
            <a:ext cx="2991908" cy="3433997"/>
          </a:xfrm>
          <a:prstGeom prst="rect">
            <a:avLst/>
          </a:prstGeom>
          <a:blipFill>
            <a:blip r:embed="rId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7" name="Section">
            <a:extLst>
              <a:ext uri="{FF2B5EF4-FFF2-40B4-BE49-F238E27FC236}">
                <a16:creationId xmlns:a16="http://schemas.microsoft.com/office/drawing/2014/main" id="{F5DEE79E-ACD7-E44F-A566-85F5BB2BBCDB}"/>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Visual Identity </a:t>
            </a:r>
            <a:b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b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Overview</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738855"/>
            <a:ext cx="2178824" cy="488376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600" dirty="0">
                <a:latin typeface="+mj-lt"/>
                <a:cs typeface="Segoe UI" panose="020B0502040204020203" pitchFamily="34" charset="0"/>
              </a:rPr>
              <a:t>This User Guide </a:t>
            </a:r>
            <a:r>
              <a:rPr lang="en-US" sz="1600" noProof="1">
                <a:latin typeface="+mj-lt"/>
                <a:cs typeface="Segoe UI" panose="020B0502040204020203" pitchFamily="34" charset="0"/>
              </a:rPr>
              <a:t>section is a concise guide through visual expressions that make up the Pearson brand and apply to PowerPoint presentations. </a:t>
            </a:r>
          </a:p>
          <a:p>
            <a:endParaRPr lang="en-US" sz="1600" noProof="1">
              <a:latin typeface="+mj-lt"/>
              <a:cs typeface="Segoe UI" panose="020B0502040204020203" pitchFamily="34" charset="0"/>
            </a:endParaRPr>
          </a:p>
          <a:p>
            <a:r>
              <a:rPr lang="en-US" sz="1600" noProof="1">
                <a:latin typeface="+mj-lt"/>
                <a:cs typeface="Segoe UI" panose="020B0502040204020203" pitchFamily="34" charset="0"/>
              </a:rPr>
              <a:t>From logo usage to typography, color palettes, and imagery, these guidelines will ensure consistency, clarity and impact in every interaction. </a:t>
            </a:r>
          </a:p>
        </p:txBody>
      </p:sp>
      <p:grpSp>
        <p:nvGrpSpPr>
          <p:cNvPr id="23" name="Group 22">
            <a:extLst>
              <a:ext uri="{FF2B5EF4-FFF2-40B4-BE49-F238E27FC236}">
                <a16:creationId xmlns:a16="http://schemas.microsoft.com/office/drawing/2014/main" id="{5F4DA418-0812-19B5-AED0-730FD1E04333}"/>
              </a:ext>
            </a:extLst>
          </p:cNvPr>
          <p:cNvGrpSpPr/>
          <p:nvPr userDrawn="1"/>
        </p:nvGrpSpPr>
        <p:grpSpPr>
          <a:xfrm>
            <a:off x="6522173" y="3664380"/>
            <a:ext cx="2382503" cy="2958239"/>
            <a:chOff x="6522173" y="3752068"/>
            <a:chExt cx="2382503" cy="2958239"/>
          </a:xfrm>
        </p:grpSpPr>
        <p:grpSp>
          <p:nvGrpSpPr>
            <p:cNvPr id="24" name="Group 23" descr="Pictograms">
              <a:extLst>
                <a:ext uri="{FF2B5EF4-FFF2-40B4-BE49-F238E27FC236}">
                  <a16:creationId xmlns:a16="http://schemas.microsoft.com/office/drawing/2014/main" id="{12EE70C3-B2A5-3C4F-2520-2C7C5E743815}"/>
                </a:ext>
              </a:extLst>
            </p:cNvPr>
            <p:cNvGrpSpPr/>
            <p:nvPr/>
          </p:nvGrpSpPr>
          <p:grpSpPr bwMode="gray">
            <a:xfrm>
              <a:off x="6537356" y="3752068"/>
              <a:ext cx="2352137" cy="2325648"/>
              <a:chOff x="6523974" y="3755934"/>
              <a:chExt cx="2352137" cy="2325648"/>
            </a:xfrm>
          </p:grpSpPr>
          <p:pic>
            <p:nvPicPr>
              <p:cNvPr id="35" name="Picture 34" descr="A circular object with arrows pointing to the center&#10;&#10;Description automatically generated">
                <a:extLst>
                  <a:ext uri="{FF2B5EF4-FFF2-40B4-BE49-F238E27FC236}">
                    <a16:creationId xmlns:a16="http://schemas.microsoft.com/office/drawing/2014/main" id="{A917109F-25A2-E3E2-59EA-48A30635FF0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bwMode="gray">
              <a:xfrm>
                <a:off x="6523974" y="4594740"/>
                <a:ext cx="649224" cy="649224"/>
              </a:xfrm>
              <a:prstGeom prst="rect">
                <a:avLst/>
              </a:prstGeom>
            </p:spPr>
          </p:pic>
          <p:pic>
            <p:nvPicPr>
              <p:cNvPr id="36" name="Picture 35" descr="A circular arrows and circles with a purple circle around them&#10;&#10;Description automatically generated with medium confidence">
                <a:extLst>
                  <a:ext uri="{FF2B5EF4-FFF2-40B4-BE49-F238E27FC236}">
                    <a16:creationId xmlns:a16="http://schemas.microsoft.com/office/drawing/2014/main" id="{7EF81594-425D-859B-7CF0-C849B40B8FB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bwMode="gray">
              <a:xfrm>
                <a:off x="8226887" y="3757122"/>
                <a:ext cx="649224" cy="649224"/>
              </a:xfrm>
              <a:prstGeom prst="rect">
                <a:avLst/>
              </a:prstGeom>
            </p:spPr>
          </p:pic>
          <p:pic>
            <p:nvPicPr>
              <p:cNvPr id="37" name="Picture 36" descr="A blue and white squares with a person silhouette&#10;&#10;Description automatically generated">
                <a:extLst>
                  <a:ext uri="{FF2B5EF4-FFF2-40B4-BE49-F238E27FC236}">
                    <a16:creationId xmlns:a16="http://schemas.microsoft.com/office/drawing/2014/main" id="{A173BFA9-918B-A863-C3C7-A5ACDAC7319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bwMode="gray">
              <a:xfrm>
                <a:off x="6523974" y="5432358"/>
                <a:ext cx="649224" cy="649224"/>
              </a:xfrm>
              <a:prstGeom prst="rect">
                <a:avLst/>
              </a:prstGeom>
            </p:spPr>
          </p:pic>
          <p:pic>
            <p:nvPicPr>
              <p:cNvPr id="38" name="Picture 37" descr="A magnifying glass with a graph&#10;&#10;Description automatically generated">
                <a:extLst>
                  <a:ext uri="{FF2B5EF4-FFF2-40B4-BE49-F238E27FC236}">
                    <a16:creationId xmlns:a16="http://schemas.microsoft.com/office/drawing/2014/main" id="{498BB379-BB56-4881-2DA1-CB675297334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bwMode="gray">
              <a:xfrm>
                <a:off x="8226887" y="5432358"/>
                <a:ext cx="649224" cy="649224"/>
              </a:xfrm>
              <a:prstGeom prst="rect">
                <a:avLst/>
              </a:prstGeom>
            </p:spPr>
          </p:pic>
          <p:pic>
            <p:nvPicPr>
              <p:cNvPr id="39" name="Picture 38" descr="A purple briefcase with a arrow pointing to the top&#10;&#10;Description automatically generated">
                <a:extLst>
                  <a:ext uri="{FF2B5EF4-FFF2-40B4-BE49-F238E27FC236}">
                    <a16:creationId xmlns:a16="http://schemas.microsoft.com/office/drawing/2014/main" id="{549DE231-CBA8-B514-BD42-03F5B6FDDA9A}"/>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bwMode="gray">
              <a:xfrm>
                <a:off x="7375431" y="4594740"/>
                <a:ext cx="649224" cy="649224"/>
              </a:xfrm>
              <a:prstGeom prst="rect">
                <a:avLst/>
              </a:prstGeom>
            </p:spPr>
          </p:pic>
          <p:pic>
            <p:nvPicPr>
              <p:cNvPr id="40" name="Picture 39" descr="A purple head with a chip in the middle&#10;&#10;Description automatically generated">
                <a:extLst>
                  <a:ext uri="{FF2B5EF4-FFF2-40B4-BE49-F238E27FC236}">
                    <a16:creationId xmlns:a16="http://schemas.microsoft.com/office/drawing/2014/main" id="{9BCF2FE1-38ED-A6BA-BE42-0276AA7B5BB8}"/>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bwMode="gray">
              <a:xfrm>
                <a:off x="8226887" y="4594740"/>
                <a:ext cx="649224" cy="649224"/>
              </a:xfrm>
              <a:prstGeom prst="rect">
                <a:avLst/>
              </a:prstGeom>
            </p:spPr>
          </p:pic>
          <p:pic>
            <p:nvPicPr>
              <p:cNvPr id="41" name="Picture 40" descr="A purple and white cube with white squares&#10;&#10;Description automatically generated">
                <a:extLst>
                  <a:ext uri="{FF2B5EF4-FFF2-40B4-BE49-F238E27FC236}">
                    <a16:creationId xmlns:a16="http://schemas.microsoft.com/office/drawing/2014/main" id="{098F7173-956E-3A7D-A978-C39BDD90BFD0}"/>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bwMode="gray">
              <a:xfrm>
                <a:off x="7376620" y="5432358"/>
                <a:ext cx="649224" cy="649224"/>
              </a:xfrm>
              <a:prstGeom prst="rect">
                <a:avLst/>
              </a:prstGeom>
            </p:spPr>
          </p:pic>
          <p:pic>
            <p:nvPicPr>
              <p:cNvPr id="58" name="Picture 57" descr="A purple triangle with a flag on top&#10;&#10;Description automatically generated">
                <a:extLst>
                  <a:ext uri="{FF2B5EF4-FFF2-40B4-BE49-F238E27FC236}">
                    <a16:creationId xmlns:a16="http://schemas.microsoft.com/office/drawing/2014/main" id="{2DA985A5-5D1F-A711-0D42-652FCEFE0322}"/>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bwMode="gray">
              <a:xfrm>
                <a:off x="6523974" y="3755934"/>
                <a:ext cx="649224" cy="649224"/>
              </a:xfrm>
              <a:prstGeom prst="rect">
                <a:avLst/>
              </a:prstGeom>
            </p:spPr>
          </p:pic>
          <p:pic>
            <p:nvPicPr>
              <p:cNvPr id="62" name="Picture 61" descr="A purple and white building&#10;&#10;Description automatically generated">
                <a:extLst>
                  <a:ext uri="{FF2B5EF4-FFF2-40B4-BE49-F238E27FC236}">
                    <a16:creationId xmlns:a16="http://schemas.microsoft.com/office/drawing/2014/main" id="{8C090666-25F1-54AC-B885-A85E6BBE2C66}"/>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bwMode="gray">
              <a:xfrm>
                <a:off x="7375431" y="3757122"/>
                <a:ext cx="649224" cy="649224"/>
              </a:xfrm>
              <a:prstGeom prst="rect">
                <a:avLst/>
              </a:prstGeom>
            </p:spPr>
          </p:pic>
        </p:grpSp>
        <p:grpSp>
          <p:nvGrpSpPr>
            <p:cNvPr id="25" name="Group 24">
              <a:extLst>
                <a:ext uri="{FF2B5EF4-FFF2-40B4-BE49-F238E27FC236}">
                  <a16:creationId xmlns:a16="http://schemas.microsoft.com/office/drawing/2014/main" id="{E0BC9DFB-BD5F-0FB1-9CC8-2B02E781D7A5}"/>
                </a:ext>
              </a:extLst>
            </p:cNvPr>
            <p:cNvGrpSpPr/>
            <p:nvPr userDrawn="1"/>
          </p:nvGrpSpPr>
          <p:grpSpPr>
            <a:xfrm>
              <a:off x="6522173" y="6298827"/>
              <a:ext cx="2382503" cy="411480"/>
              <a:chOff x="6490929" y="6298827"/>
              <a:chExt cx="2382503" cy="411480"/>
            </a:xfrm>
          </p:grpSpPr>
          <p:pic>
            <p:nvPicPr>
              <p:cNvPr id="26" name="Graphic 25">
                <a:extLst>
                  <a:ext uri="{FF2B5EF4-FFF2-40B4-BE49-F238E27FC236}">
                    <a16:creationId xmlns:a16="http://schemas.microsoft.com/office/drawing/2014/main" id="{8786DFA5-7835-5B1C-F850-7CDBC57F7051}"/>
                  </a:ext>
                </a:extLst>
              </p:cNvPr>
              <p:cNvPicPr>
                <a:picLocks noChangeAspect="1"/>
              </p:cNvPicPr>
              <p:nvPr userDrawn="1"/>
            </p:nvPicPr>
            <p:blipFill>
              <a:blip r:embed="rId12">
                <a:extLst>
                  <a:ext uri="{96DAC541-7B7A-43D3-8B79-37D633B846F1}">
                    <asvg:svgBlip xmlns:asvg="http://schemas.microsoft.com/office/drawing/2016/SVG/main" r:embed="rId13"/>
                  </a:ext>
                </a:extLst>
              </a:blip>
              <a:srcRect/>
              <a:stretch/>
            </p:blipFill>
            <p:spPr>
              <a:xfrm>
                <a:off x="6983685" y="6298827"/>
                <a:ext cx="411480" cy="411480"/>
              </a:xfrm>
              <a:prstGeom prst="rect">
                <a:avLst/>
              </a:prstGeom>
            </p:spPr>
          </p:pic>
          <p:pic>
            <p:nvPicPr>
              <p:cNvPr id="31" name="Graphic 30">
                <a:extLst>
                  <a:ext uri="{FF2B5EF4-FFF2-40B4-BE49-F238E27FC236}">
                    <a16:creationId xmlns:a16="http://schemas.microsoft.com/office/drawing/2014/main" id="{91626D5D-BB31-E2AE-81FD-89B33E82F7EA}"/>
                  </a:ext>
                </a:extLst>
              </p:cNvPr>
              <p:cNvPicPr>
                <a:picLocks noChangeAspect="1"/>
              </p:cNvPicPr>
              <p:nvPr userDrawn="1"/>
            </p:nvPicPr>
            <p:blipFill>
              <a:blip r:embed="rId14">
                <a:extLst>
                  <a:ext uri="{96DAC541-7B7A-43D3-8B79-37D633B846F1}">
                    <asvg:svgBlip xmlns:asvg="http://schemas.microsoft.com/office/drawing/2016/SVG/main" r:embed="rId15"/>
                  </a:ext>
                </a:extLst>
              </a:blip>
              <a:srcRect/>
              <a:stretch/>
            </p:blipFill>
            <p:spPr>
              <a:xfrm>
                <a:off x="7476441" y="6298827"/>
                <a:ext cx="411480" cy="411480"/>
              </a:xfrm>
              <a:prstGeom prst="rect">
                <a:avLst/>
              </a:prstGeom>
            </p:spPr>
          </p:pic>
          <p:pic>
            <p:nvPicPr>
              <p:cNvPr id="32" name="Graphic 31">
                <a:extLst>
                  <a:ext uri="{FF2B5EF4-FFF2-40B4-BE49-F238E27FC236}">
                    <a16:creationId xmlns:a16="http://schemas.microsoft.com/office/drawing/2014/main" id="{6F88F4AD-5371-21A8-9D21-4DFF290E6BAF}"/>
                  </a:ext>
                </a:extLst>
              </p:cNvPr>
              <p:cNvPicPr>
                <a:picLocks noChangeAspect="1"/>
              </p:cNvPicPr>
              <p:nvPr userDrawn="1"/>
            </p:nvPicPr>
            <p:blipFill>
              <a:blip r:embed="rId16">
                <a:extLst>
                  <a:ext uri="{96DAC541-7B7A-43D3-8B79-37D633B846F1}">
                    <asvg:svgBlip xmlns:asvg="http://schemas.microsoft.com/office/drawing/2016/SVG/main" r:embed="rId17"/>
                  </a:ext>
                </a:extLst>
              </a:blip>
              <a:srcRect/>
              <a:stretch/>
            </p:blipFill>
            <p:spPr>
              <a:xfrm>
                <a:off x="6490929" y="6298827"/>
                <a:ext cx="411480" cy="411480"/>
              </a:xfrm>
              <a:prstGeom prst="rect">
                <a:avLst/>
              </a:prstGeom>
            </p:spPr>
          </p:pic>
          <p:pic>
            <p:nvPicPr>
              <p:cNvPr id="33" name="Graphic 32">
                <a:extLst>
                  <a:ext uri="{FF2B5EF4-FFF2-40B4-BE49-F238E27FC236}">
                    <a16:creationId xmlns:a16="http://schemas.microsoft.com/office/drawing/2014/main" id="{8EBD9DF6-9496-75B0-BAB6-2F9CD35B4AF0}"/>
                  </a:ext>
                </a:extLst>
              </p:cNvPr>
              <p:cNvPicPr>
                <a:picLocks noChangeAspect="1"/>
              </p:cNvPicPr>
              <p:nvPr userDrawn="1"/>
            </p:nvPicPr>
            <p:blipFill>
              <a:blip r:embed="rId18">
                <a:extLst>
                  <a:ext uri="{96DAC541-7B7A-43D3-8B79-37D633B846F1}">
                    <asvg:svgBlip xmlns:asvg="http://schemas.microsoft.com/office/drawing/2016/SVG/main" r:embed="rId19"/>
                  </a:ext>
                </a:extLst>
              </a:blip>
              <a:srcRect/>
              <a:stretch/>
            </p:blipFill>
            <p:spPr>
              <a:xfrm>
                <a:off x="8461952" y="6298827"/>
                <a:ext cx="411480" cy="411480"/>
              </a:xfrm>
              <a:prstGeom prst="rect">
                <a:avLst/>
              </a:prstGeom>
            </p:spPr>
          </p:pic>
          <p:pic>
            <p:nvPicPr>
              <p:cNvPr id="34" name="Graphic 33">
                <a:extLst>
                  <a:ext uri="{FF2B5EF4-FFF2-40B4-BE49-F238E27FC236}">
                    <a16:creationId xmlns:a16="http://schemas.microsoft.com/office/drawing/2014/main" id="{D37428F6-6809-3EB9-7BF2-7C1D56939273}"/>
                  </a:ext>
                </a:extLst>
              </p:cNvPr>
              <p:cNvPicPr>
                <a:picLocks noChangeAspect="1"/>
              </p:cNvPicPr>
              <p:nvPr userDrawn="1"/>
            </p:nvPicPr>
            <p:blipFill>
              <a:blip r:embed="rId20">
                <a:extLst>
                  <a:ext uri="{96DAC541-7B7A-43D3-8B79-37D633B846F1}">
                    <asvg:svgBlip xmlns:asvg="http://schemas.microsoft.com/office/drawing/2016/SVG/main" r:embed="rId21"/>
                  </a:ext>
                </a:extLst>
              </a:blip>
              <a:srcRect/>
              <a:stretch/>
            </p:blipFill>
            <p:spPr>
              <a:xfrm>
                <a:off x="7969197" y="6298827"/>
                <a:ext cx="411480" cy="411480"/>
              </a:xfrm>
              <a:prstGeom prst="rect">
                <a:avLst/>
              </a:prstGeom>
            </p:spPr>
          </p:pic>
        </p:grpSp>
      </p:grpSp>
      <p:pic>
        <p:nvPicPr>
          <p:cNvPr id="63" name="Picture 62">
            <a:extLst>
              <a:ext uri="{FF2B5EF4-FFF2-40B4-BE49-F238E27FC236}">
                <a16:creationId xmlns:a16="http://schemas.microsoft.com/office/drawing/2014/main" id="{9FFD688C-49E6-2C30-91DB-32225BB97234}"/>
              </a:ext>
            </a:extLst>
          </p:cNvPr>
          <p:cNvPicPr>
            <a:picLocks noChangeAspect="1"/>
          </p:cNvPicPr>
          <p:nvPr userDrawn="1"/>
        </p:nvPicPr>
        <p:blipFill>
          <a:blip r:embed="rId22"/>
          <a:stretch>
            <a:fillRect/>
          </a:stretch>
        </p:blipFill>
        <p:spPr>
          <a:xfrm>
            <a:off x="3216271" y="5143500"/>
            <a:ext cx="2990089" cy="1716405"/>
          </a:xfrm>
          <a:prstGeom prst="rect">
            <a:avLst/>
          </a:prstGeom>
        </p:spPr>
      </p:pic>
      <p:grpSp>
        <p:nvGrpSpPr>
          <p:cNvPr id="64" name="Group 63" descr="Font and primary color">
            <a:extLst>
              <a:ext uri="{FF2B5EF4-FFF2-40B4-BE49-F238E27FC236}">
                <a16:creationId xmlns:a16="http://schemas.microsoft.com/office/drawing/2014/main" id="{A6DFA56E-A2FC-BCD1-A5CA-FD4E00B78973}"/>
              </a:ext>
            </a:extLst>
          </p:cNvPr>
          <p:cNvGrpSpPr/>
          <p:nvPr userDrawn="1"/>
        </p:nvGrpSpPr>
        <p:grpSpPr bwMode="gray">
          <a:xfrm>
            <a:off x="3216273" y="3429000"/>
            <a:ext cx="2990088" cy="1714500"/>
            <a:chOff x="3216273" y="3429000"/>
            <a:chExt cx="2990088" cy="1714500"/>
          </a:xfrm>
        </p:grpSpPr>
        <p:sp>
          <p:nvSpPr>
            <p:cNvPr id="65" name="Rectangle 64" descr="Font and Primary Color">
              <a:extLst>
                <a:ext uri="{FF2B5EF4-FFF2-40B4-BE49-F238E27FC236}">
                  <a16:creationId xmlns:a16="http://schemas.microsoft.com/office/drawing/2014/main" id="{749BCF6B-91E0-768E-D580-994569D65F25}"/>
                </a:ext>
                <a:ext uri="{C183D7F6-B498-43B3-948B-1728B52AA6E4}">
                  <adec:decorative xmlns:adec="http://schemas.microsoft.com/office/drawing/2017/decorative" val="0"/>
                </a:ext>
              </a:extLst>
            </p:cNvPr>
            <p:cNvSpPr/>
            <p:nvPr/>
          </p:nvSpPr>
          <p:spPr bwMode="gray">
            <a:xfrm>
              <a:off x="3216273" y="3429000"/>
              <a:ext cx="2990088" cy="1714500"/>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66" name="Title 1">
              <a:extLst>
                <a:ext uri="{FF2B5EF4-FFF2-40B4-BE49-F238E27FC236}">
                  <a16:creationId xmlns:a16="http://schemas.microsoft.com/office/drawing/2014/main" id="{A43B1642-633C-9AE6-F717-D1B3687F2DF1}"/>
                </a:ext>
              </a:extLst>
            </p:cNvPr>
            <p:cNvSpPr txBox="1">
              <a:spLocks/>
            </p:cNvSpPr>
            <p:nvPr/>
          </p:nvSpPr>
          <p:spPr bwMode="gray">
            <a:xfrm>
              <a:off x="3483144" y="3912301"/>
              <a:ext cx="2500246" cy="7478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j-lt"/>
                  <a:ea typeface="+mj-ea"/>
                  <a:cs typeface="Segoe UI" panose="020B0502040204020203" pitchFamily="34" charset="0"/>
                </a:rPr>
                <a:t>Helping people realize the life they imagine</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mj-lt"/>
                  <a:ea typeface="+mj-ea"/>
                  <a:cs typeface="Segoe UI" panose="020B0502040204020203" pitchFamily="34" charset="0"/>
                </a:rPr>
                <a:t>through learning</a:t>
              </a:r>
            </a:p>
          </p:txBody>
        </p:sp>
      </p:grpSp>
      <p:pic>
        <p:nvPicPr>
          <p:cNvPr id="68" name="Picture 67" descr="Imagery">
            <a:extLst>
              <a:ext uri="{FF2B5EF4-FFF2-40B4-BE49-F238E27FC236}">
                <a16:creationId xmlns:a16="http://schemas.microsoft.com/office/drawing/2014/main" id="{FEB86737-7087-0CDE-FD20-C190D69F924A}"/>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bwMode="gray">
          <a:xfrm>
            <a:off x="9200092" y="0"/>
            <a:ext cx="2990088" cy="3429000"/>
          </a:xfrm>
          <a:custGeom>
            <a:avLst/>
            <a:gdLst>
              <a:gd name="connsiteX0" fmla="*/ 0 w 2990088"/>
              <a:gd name="connsiteY0" fmla="*/ 0 h 3429000"/>
              <a:gd name="connsiteX1" fmla="*/ 2990088 w 2990088"/>
              <a:gd name="connsiteY1" fmla="*/ 0 h 3429000"/>
              <a:gd name="connsiteX2" fmla="*/ 2990088 w 2990088"/>
              <a:gd name="connsiteY2" fmla="*/ 3429000 h 3429000"/>
              <a:gd name="connsiteX3" fmla="*/ 0 w 2990088"/>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2990088" h="3429000">
                <a:moveTo>
                  <a:pt x="0" y="0"/>
                </a:moveTo>
                <a:lnTo>
                  <a:pt x="2990088" y="0"/>
                </a:lnTo>
                <a:lnTo>
                  <a:pt x="2990088" y="3429000"/>
                </a:lnTo>
                <a:lnTo>
                  <a:pt x="0" y="3429000"/>
                </a:lnTo>
                <a:close/>
              </a:path>
            </a:pathLst>
          </a:custGeom>
        </p:spPr>
      </p:pic>
      <p:grpSp>
        <p:nvGrpSpPr>
          <p:cNvPr id="69" name="Group 68" descr="Line Waves accent image">
            <a:extLst>
              <a:ext uri="{FF2B5EF4-FFF2-40B4-BE49-F238E27FC236}">
                <a16:creationId xmlns:a16="http://schemas.microsoft.com/office/drawing/2014/main" id="{297B05D1-98CF-A20B-9558-2304CCAF3B29}"/>
              </a:ext>
            </a:extLst>
          </p:cNvPr>
          <p:cNvGrpSpPr/>
          <p:nvPr userDrawn="1"/>
        </p:nvGrpSpPr>
        <p:grpSpPr bwMode="gray">
          <a:xfrm>
            <a:off x="5256703" y="-319"/>
            <a:ext cx="3943388" cy="3429319"/>
            <a:chOff x="5256703" y="-319"/>
            <a:chExt cx="3943388" cy="3429319"/>
          </a:xfrm>
        </p:grpSpPr>
        <p:sp>
          <p:nvSpPr>
            <p:cNvPr id="70" name="Rectangle 69" descr="Line Waves accent image">
              <a:extLst>
                <a:ext uri="{FF2B5EF4-FFF2-40B4-BE49-F238E27FC236}">
                  <a16:creationId xmlns:a16="http://schemas.microsoft.com/office/drawing/2014/main" id="{6F040833-E700-B738-7047-5FDF148C053E}"/>
                </a:ext>
                <a:ext uri="{C183D7F6-B498-43B3-948B-1728B52AA6E4}">
                  <adec:decorative xmlns:adec="http://schemas.microsoft.com/office/drawing/2017/decorative" val="0"/>
                </a:ext>
              </a:extLst>
            </p:cNvPr>
            <p:cNvSpPr/>
            <p:nvPr/>
          </p:nvSpPr>
          <p:spPr bwMode="gray">
            <a:xfrm>
              <a:off x="6208183" y="0"/>
              <a:ext cx="2991908" cy="3429000"/>
            </a:xfrm>
            <a:prstGeom prst="rect">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71" name="Freeform 54" descr="Line Waves accent design">
              <a:extLst>
                <a:ext uri="{FF2B5EF4-FFF2-40B4-BE49-F238E27FC236}">
                  <a16:creationId xmlns:a16="http://schemas.microsoft.com/office/drawing/2014/main" id="{EA945C34-CE91-602E-E4BA-535DC3FC6CA4}"/>
                </a:ext>
                <a:ext uri="{C183D7F6-B498-43B3-948B-1728B52AA6E4}">
                  <adec:decorative xmlns:adec="http://schemas.microsoft.com/office/drawing/2017/decorative" val="0"/>
                </a:ext>
              </a:extLst>
            </p:cNvPr>
            <p:cNvSpPr/>
            <p:nvPr/>
          </p:nvSpPr>
          <p:spPr bwMode="gray">
            <a:xfrm>
              <a:off x="5256703" y="-319"/>
              <a:ext cx="3835368" cy="3424322"/>
            </a:xfrm>
            <a:custGeom>
              <a:avLst/>
              <a:gdLst>
                <a:gd name="connsiteX0" fmla="*/ 2624913 w 3835368"/>
                <a:gd name="connsiteY0" fmla="*/ 522161 h 3424322"/>
                <a:gd name="connsiteX1" fmla="*/ 2851617 w 3835368"/>
                <a:gd name="connsiteY1" fmla="*/ 687337 h 3424322"/>
                <a:gd name="connsiteX2" fmla="*/ 3472452 w 3835368"/>
                <a:gd name="connsiteY2" fmla="*/ 1679982 h 3424322"/>
                <a:gd name="connsiteX3" fmla="*/ 2851617 w 3835368"/>
                <a:gd name="connsiteY3" fmla="*/ 2672626 h 3424322"/>
                <a:gd name="connsiteX4" fmla="*/ 2650137 w 3835368"/>
                <a:gd name="connsiteY4" fmla="*/ 2821000 h 3424322"/>
                <a:gd name="connsiteX5" fmla="*/ 2650137 w 3835368"/>
                <a:gd name="connsiteY5" fmla="*/ 2821317 h 3424322"/>
                <a:gd name="connsiteX6" fmla="*/ 3819288 w 3835368"/>
                <a:gd name="connsiteY6" fmla="*/ 1677446 h 3424322"/>
                <a:gd name="connsiteX7" fmla="*/ 2624913 w 3835368"/>
                <a:gd name="connsiteY7" fmla="*/ 522161 h 3424322"/>
                <a:gd name="connsiteX8" fmla="*/ 2223214 w 3835368"/>
                <a:gd name="connsiteY8" fmla="*/ 314184 h 3424322"/>
                <a:gd name="connsiteX9" fmla="*/ 3109851 w 3835368"/>
                <a:gd name="connsiteY9" fmla="*/ 1683152 h 3424322"/>
                <a:gd name="connsiteX10" fmla="*/ 2244655 w 3835368"/>
                <a:gd name="connsiteY10" fmla="*/ 3036585 h 3424322"/>
                <a:gd name="connsiteX11" fmla="*/ 2244970 w 3835368"/>
                <a:gd name="connsiteY11" fmla="*/ 3036902 h 3424322"/>
                <a:gd name="connsiteX12" fmla="*/ 2502574 w 3835368"/>
                <a:gd name="connsiteY12" fmla="*/ 2898357 h 3424322"/>
                <a:gd name="connsiteX13" fmla="*/ 2481764 w 3835368"/>
                <a:gd name="connsiteY13" fmla="*/ 2903112 h 3424322"/>
                <a:gd name="connsiteX14" fmla="*/ 2481764 w 3835368"/>
                <a:gd name="connsiteY14" fmla="*/ 2887261 h 3424322"/>
                <a:gd name="connsiteX15" fmla="*/ 2568158 w 3835368"/>
                <a:gd name="connsiteY15" fmla="*/ 2857142 h 3424322"/>
                <a:gd name="connsiteX16" fmla="*/ 2842158 w 3835368"/>
                <a:gd name="connsiteY16" fmla="*/ 2660579 h 3424322"/>
                <a:gd name="connsiteX17" fmla="*/ 3457002 w 3835368"/>
                <a:gd name="connsiteY17" fmla="*/ 1680299 h 3424322"/>
                <a:gd name="connsiteX18" fmla="*/ 2842158 w 3835368"/>
                <a:gd name="connsiteY18" fmla="*/ 700019 h 3424322"/>
                <a:gd name="connsiteX19" fmla="*/ 2543879 w 3835368"/>
                <a:gd name="connsiteY19" fmla="*/ 487921 h 3424322"/>
                <a:gd name="connsiteX20" fmla="*/ 2481449 w 3835368"/>
                <a:gd name="connsiteY20" fmla="*/ 467313 h 3424322"/>
                <a:gd name="connsiteX21" fmla="*/ 2481449 w 3835368"/>
                <a:gd name="connsiteY21" fmla="*/ 451461 h 3424322"/>
                <a:gd name="connsiteX22" fmla="*/ 2485863 w 3835368"/>
                <a:gd name="connsiteY22" fmla="*/ 452095 h 3424322"/>
                <a:gd name="connsiteX23" fmla="*/ 2223214 w 3835368"/>
                <a:gd name="connsiteY23" fmla="*/ 314184 h 3424322"/>
                <a:gd name="connsiteX24" fmla="*/ 1853362 w 3835368"/>
                <a:gd name="connsiteY24" fmla="*/ 121425 h 3424322"/>
                <a:gd name="connsiteX25" fmla="*/ 2747251 w 3835368"/>
                <a:gd name="connsiteY25" fmla="*/ 1686005 h 3424322"/>
                <a:gd name="connsiteX26" fmla="*/ 2746936 w 3835368"/>
                <a:gd name="connsiteY26" fmla="*/ 1686323 h 3424322"/>
                <a:gd name="connsiteX27" fmla="*/ 1865343 w 3835368"/>
                <a:gd name="connsiteY27" fmla="*/ 3241075 h 3424322"/>
                <a:gd name="connsiteX28" fmla="*/ 2157000 w 3835368"/>
                <a:gd name="connsiteY28" fmla="*/ 3077483 h 3424322"/>
                <a:gd name="connsiteX29" fmla="*/ 2157000 w 3835368"/>
                <a:gd name="connsiteY29" fmla="*/ 3067338 h 3424322"/>
                <a:gd name="connsiteX30" fmla="*/ 2178441 w 3835368"/>
                <a:gd name="connsiteY30" fmla="*/ 3062582 h 3424322"/>
                <a:gd name="connsiteX31" fmla="*/ 2512979 w 3835368"/>
                <a:gd name="connsiteY31" fmla="*/ 2789296 h 3424322"/>
                <a:gd name="connsiteX32" fmla="*/ 3093771 w 3835368"/>
                <a:gd name="connsiteY32" fmla="*/ 1682835 h 3424322"/>
                <a:gd name="connsiteX33" fmla="*/ 2512979 w 3835368"/>
                <a:gd name="connsiteY33" fmla="*/ 576374 h 3424322"/>
                <a:gd name="connsiteX34" fmla="*/ 2164568 w 3835368"/>
                <a:gd name="connsiteY34" fmla="*/ 293577 h 3424322"/>
                <a:gd name="connsiteX35" fmla="*/ 2157315 w 3835368"/>
                <a:gd name="connsiteY35" fmla="*/ 292309 h 3424322"/>
                <a:gd name="connsiteX36" fmla="*/ 2157315 w 3835368"/>
                <a:gd name="connsiteY36" fmla="*/ 288504 h 3424322"/>
                <a:gd name="connsiteX37" fmla="*/ 1853362 w 3835368"/>
                <a:gd name="connsiteY37" fmla="*/ 121425 h 3424322"/>
                <a:gd name="connsiteX38" fmla="*/ 609799 w 3835368"/>
                <a:gd name="connsiteY38" fmla="*/ 317 h 3424322"/>
                <a:gd name="connsiteX39" fmla="*/ 626825 w 3835368"/>
                <a:gd name="connsiteY39" fmla="*/ 317 h 3424322"/>
                <a:gd name="connsiteX40" fmla="*/ 933932 w 3835368"/>
                <a:gd name="connsiteY40" fmla="*/ 1700589 h 3424322"/>
                <a:gd name="connsiteX41" fmla="*/ 617681 w 3835368"/>
                <a:gd name="connsiteY41" fmla="*/ 3424322 h 3424322"/>
                <a:gd name="connsiteX42" fmla="*/ 600655 w 3835368"/>
                <a:gd name="connsiteY42" fmla="*/ 3424322 h 3424322"/>
                <a:gd name="connsiteX43" fmla="*/ 918167 w 3835368"/>
                <a:gd name="connsiteY43" fmla="*/ 1700589 h 3424322"/>
                <a:gd name="connsiteX44" fmla="*/ 609799 w 3835368"/>
                <a:gd name="connsiteY44" fmla="*/ 317 h 3424322"/>
                <a:gd name="connsiteX45" fmla="*/ 312782 w 3835368"/>
                <a:gd name="connsiteY45" fmla="*/ 317 h 3424322"/>
                <a:gd name="connsiteX46" fmla="*/ 329178 w 3835368"/>
                <a:gd name="connsiteY46" fmla="*/ 317 h 3424322"/>
                <a:gd name="connsiteX47" fmla="*/ 571332 w 3835368"/>
                <a:gd name="connsiteY47" fmla="*/ 1703443 h 3424322"/>
                <a:gd name="connsiteX48" fmla="*/ 323818 w 3835368"/>
                <a:gd name="connsiteY48" fmla="*/ 3424322 h 3424322"/>
                <a:gd name="connsiteX49" fmla="*/ 307422 w 3835368"/>
                <a:gd name="connsiteY49" fmla="*/ 3424322 h 3424322"/>
                <a:gd name="connsiteX50" fmla="*/ 555567 w 3835368"/>
                <a:gd name="connsiteY50" fmla="*/ 1703443 h 3424322"/>
                <a:gd name="connsiteX51" fmla="*/ 312782 w 3835368"/>
                <a:gd name="connsiteY51" fmla="*/ 317 h 3424322"/>
                <a:gd name="connsiteX52" fmla="*/ 2838 w 3835368"/>
                <a:gd name="connsiteY52" fmla="*/ 317 h 3424322"/>
                <a:gd name="connsiteX53" fmla="*/ 19234 w 3835368"/>
                <a:gd name="connsiteY53" fmla="*/ 317 h 3424322"/>
                <a:gd name="connsiteX54" fmla="*/ 208732 w 3835368"/>
                <a:gd name="connsiteY54" fmla="*/ 1706296 h 3424322"/>
                <a:gd name="connsiteX55" fmla="*/ 16396 w 3835368"/>
                <a:gd name="connsiteY55" fmla="*/ 3424322 h 3424322"/>
                <a:gd name="connsiteX56" fmla="*/ 0 w 3835368"/>
                <a:gd name="connsiteY56" fmla="*/ 3424322 h 3424322"/>
                <a:gd name="connsiteX57" fmla="*/ 192967 w 3835368"/>
                <a:gd name="connsiteY57" fmla="*/ 1706296 h 3424322"/>
                <a:gd name="connsiteX58" fmla="*/ 2838 w 3835368"/>
                <a:gd name="connsiteY58" fmla="*/ 317 h 3424322"/>
                <a:gd name="connsiteX59" fmla="*/ 890420 w 3835368"/>
                <a:gd name="connsiteY59" fmla="*/ 317 h 3424322"/>
                <a:gd name="connsiteX60" fmla="*/ 908077 w 3835368"/>
                <a:gd name="connsiteY60" fmla="*/ 317 h 3424322"/>
                <a:gd name="connsiteX61" fmla="*/ 1296533 w 3835368"/>
                <a:gd name="connsiteY61" fmla="*/ 1697419 h 3424322"/>
                <a:gd name="connsiteX62" fmla="*/ 893258 w 3835368"/>
                <a:gd name="connsiteY62" fmla="*/ 3424322 h 3424322"/>
                <a:gd name="connsiteX63" fmla="*/ 875601 w 3835368"/>
                <a:gd name="connsiteY63" fmla="*/ 3424322 h 3424322"/>
                <a:gd name="connsiteX64" fmla="*/ 1280768 w 3835368"/>
                <a:gd name="connsiteY64" fmla="*/ 1697419 h 3424322"/>
                <a:gd name="connsiteX65" fmla="*/ 890420 w 3835368"/>
                <a:gd name="connsiteY65" fmla="*/ 317 h 3424322"/>
                <a:gd name="connsiteX66" fmla="*/ 1374414 w 3835368"/>
                <a:gd name="connsiteY66" fmla="*/ 317 h 3424322"/>
                <a:gd name="connsiteX67" fmla="*/ 1394593 w 3835368"/>
                <a:gd name="connsiteY67" fmla="*/ 317 h 3424322"/>
                <a:gd name="connsiteX68" fmla="*/ 1540895 w 3835368"/>
                <a:gd name="connsiteY68" fmla="*/ 198782 h 3424322"/>
                <a:gd name="connsiteX69" fmla="*/ 2021735 w 3835368"/>
                <a:gd name="connsiteY69" fmla="*/ 1691712 h 3424322"/>
                <a:gd name="connsiteX70" fmla="*/ 2021104 w 3835368"/>
                <a:gd name="connsiteY70" fmla="*/ 1691712 h 3424322"/>
                <a:gd name="connsiteX71" fmla="*/ 1540264 w 3835368"/>
                <a:gd name="connsiteY71" fmla="*/ 3184642 h 3424322"/>
                <a:gd name="connsiteX72" fmla="*/ 1359594 w 3835368"/>
                <a:gd name="connsiteY72" fmla="*/ 3424322 h 3424322"/>
                <a:gd name="connsiteX73" fmla="*/ 1339415 w 3835368"/>
                <a:gd name="connsiteY73" fmla="*/ 3424322 h 3424322"/>
                <a:gd name="connsiteX74" fmla="*/ 1527337 w 3835368"/>
                <a:gd name="connsiteY74" fmla="*/ 3175765 h 3424322"/>
                <a:gd name="connsiteX75" fmla="*/ 2005654 w 3835368"/>
                <a:gd name="connsiteY75" fmla="*/ 1691712 h 3424322"/>
                <a:gd name="connsiteX76" fmla="*/ 1527652 w 3835368"/>
                <a:gd name="connsiteY76" fmla="*/ 207660 h 3424322"/>
                <a:gd name="connsiteX77" fmla="*/ 1374414 w 3835368"/>
                <a:gd name="connsiteY77" fmla="*/ 317 h 3424322"/>
                <a:gd name="connsiteX78" fmla="*/ 1148656 w 3835368"/>
                <a:gd name="connsiteY78" fmla="*/ 317 h 3424322"/>
                <a:gd name="connsiteX79" fmla="*/ 1165051 w 3835368"/>
                <a:gd name="connsiteY79" fmla="*/ 317 h 3424322"/>
                <a:gd name="connsiteX80" fmla="*/ 1659134 w 3835368"/>
                <a:gd name="connsiteY80" fmla="*/ 1694565 h 3424322"/>
                <a:gd name="connsiteX81" fmla="*/ 1142349 w 3835368"/>
                <a:gd name="connsiteY81" fmla="*/ 3424322 h 3424322"/>
                <a:gd name="connsiteX82" fmla="*/ 1126269 w 3835368"/>
                <a:gd name="connsiteY82" fmla="*/ 3424322 h 3424322"/>
                <a:gd name="connsiteX83" fmla="*/ 1643369 w 3835368"/>
                <a:gd name="connsiteY83" fmla="*/ 1694565 h 3424322"/>
                <a:gd name="connsiteX84" fmla="*/ 1148656 w 3835368"/>
                <a:gd name="connsiteY84" fmla="*/ 317 h 3424322"/>
                <a:gd name="connsiteX85" fmla="*/ 1650620 w 3835368"/>
                <a:gd name="connsiteY85" fmla="*/ 0 h 3424322"/>
                <a:gd name="connsiteX86" fmla="*/ 1680890 w 3835368"/>
                <a:gd name="connsiteY86" fmla="*/ 0 h 3424322"/>
                <a:gd name="connsiteX87" fmla="*/ 1833497 w 3835368"/>
                <a:gd name="connsiteY87" fmla="*/ 105573 h 3424322"/>
                <a:gd name="connsiteX88" fmla="*/ 1833497 w 3835368"/>
                <a:gd name="connsiteY88" fmla="*/ 102086 h 3424322"/>
                <a:gd name="connsiteX89" fmla="*/ 2174657 w 3835368"/>
                <a:gd name="connsiteY89" fmla="*/ 279627 h 3424322"/>
                <a:gd name="connsiteX90" fmla="*/ 2549239 w 3835368"/>
                <a:gd name="connsiteY90" fmla="*/ 472703 h 3424322"/>
                <a:gd name="connsiteX91" fmla="*/ 3179219 w 3835368"/>
                <a:gd name="connsiteY91" fmla="*/ 809080 h 3424322"/>
                <a:gd name="connsiteX92" fmla="*/ 3179534 w 3835368"/>
                <a:gd name="connsiteY92" fmla="*/ 809080 h 3424322"/>
                <a:gd name="connsiteX93" fmla="*/ 3835368 w 3835368"/>
                <a:gd name="connsiteY93" fmla="*/ 1676811 h 3424322"/>
                <a:gd name="connsiteX94" fmla="*/ 3179534 w 3835368"/>
                <a:gd name="connsiteY94" fmla="*/ 2544543 h 3424322"/>
                <a:gd name="connsiteX95" fmla="*/ 2574149 w 3835368"/>
                <a:gd name="connsiteY95" fmla="*/ 2871092 h 3424322"/>
                <a:gd name="connsiteX96" fmla="*/ 2190738 w 3835368"/>
                <a:gd name="connsiteY96" fmla="*/ 3074947 h 3424322"/>
                <a:gd name="connsiteX97" fmla="*/ 1837596 w 3835368"/>
                <a:gd name="connsiteY97" fmla="*/ 3262633 h 3424322"/>
                <a:gd name="connsiteX98" fmla="*/ 1581569 w 3835368"/>
                <a:gd name="connsiteY98" fmla="*/ 3424005 h 3424322"/>
                <a:gd name="connsiteX99" fmla="*/ 1534273 w 3835368"/>
                <a:gd name="connsiteY99" fmla="*/ 3424005 h 3424322"/>
                <a:gd name="connsiteX100" fmla="*/ 2185062 w 3835368"/>
                <a:gd name="connsiteY100" fmla="*/ 2918013 h 3424322"/>
                <a:gd name="connsiteX101" fmla="*/ 2731801 w 3835368"/>
                <a:gd name="connsiteY101" fmla="*/ 1685688 h 3424322"/>
                <a:gd name="connsiteX102" fmla="*/ 2185062 w 3835368"/>
                <a:gd name="connsiteY102" fmla="*/ 453364 h 3424322"/>
                <a:gd name="connsiteX103" fmla="*/ 1650620 w 3835368"/>
                <a:gd name="connsiteY103" fmla="*/ 0 h 3424322"/>
                <a:gd name="connsiteX104" fmla="*/ 1552876 w 3835368"/>
                <a:gd name="connsiteY104" fmla="*/ 0 h 3424322"/>
                <a:gd name="connsiteX105" fmla="*/ 1576524 w 3835368"/>
                <a:gd name="connsiteY105" fmla="*/ 0 h 3424322"/>
                <a:gd name="connsiteX106" fmla="*/ 1868811 w 3835368"/>
                <a:gd name="connsiteY106" fmla="*/ 320525 h 3424322"/>
                <a:gd name="connsiteX107" fmla="*/ 2384650 w 3835368"/>
                <a:gd name="connsiteY107" fmla="*/ 1688542 h 3424322"/>
                <a:gd name="connsiteX108" fmla="*/ 1868811 w 3835368"/>
                <a:gd name="connsiteY108" fmla="*/ 3056559 h 3424322"/>
                <a:gd name="connsiteX109" fmla="*/ 1868496 w 3835368"/>
                <a:gd name="connsiteY109" fmla="*/ 3056242 h 3424322"/>
                <a:gd name="connsiteX110" fmla="*/ 1523868 w 3835368"/>
                <a:gd name="connsiteY110" fmla="*/ 3424005 h 3424322"/>
                <a:gd name="connsiteX111" fmla="*/ 1499274 w 3835368"/>
                <a:gd name="connsiteY111" fmla="*/ 3424005 h 3424322"/>
                <a:gd name="connsiteX112" fmla="*/ 1856199 w 3835368"/>
                <a:gd name="connsiteY112" fmla="*/ 3046730 h 3424322"/>
                <a:gd name="connsiteX113" fmla="*/ 2368570 w 3835368"/>
                <a:gd name="connsiteY113" fmla="*/ 1688542 h 3424322"/>
                <a:gd name="connsiteX114" fmla="*/ 1856199 w 3835368"/>
                <a:gd name="connsiteY114" fmla="*/ 330353 h 3424322"/>
                <a:gd name="connsiteX115" fmla="*/ 1552876 w 3835368"/>
                <a:gd name="connsiteY115" fmla="*/ 0 h 342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3835368" h="3424322">
                  <a:moveTo>
                    <a:pt x="2624913" y="522161"/>
                  </a:moveTo>
                  <a:cubicBezTo>
                    <a:pt x="2699009" y="571302"/>
                    <a:pt x="2776259" y="626783"/>
                    <a:pt x="2851617" y="687337"/>
                  </a:cubicBezTo>
                  <a:cubicBezTo>
                    <a:pt x="3134761" y="914336"/>
                    <a:pt x="3472452" y="1271003"/>
                    <a:pt x="3472452" y="1679982"/>
                  </a:cubicBezTo>
                  <a:cubicBezTo>
                    <a:pt x="3472452" y="2088960"/>
                    <a:pt x="3134761" y="2445627"/>
                    <a:pt x="2851617" y="2672626"/>
                  </a:cubicBezTo>
                  <a:cubicBezTo>
                    <a:pt x="2784457" y="2726523"/>
                    <a:pt x="2716351" y="2775981"/>
                    <a:pt x="2650137" y="2821000"/>
                  </a:cubicBezTo>
                  <a:lnTo>
                    <a:pt x="2650137" y="2821317"/>
                  </a:lnTo>
                  <a:cubicBezTo>
                    <a:pt x="3011161" y="2656457"/>
                    <a:pt x="3819288" y="2215141"/>
                    <a:pt x="3819288" y="1677446"/>
                  </a:cubicBezTo>
                  <a:cubicBezTo>
                    <a:pt x="3819288" y="1139750"/>
                    <a:pt x="2971748" y="676875"/>
                    <a:pt x="2624913" y="522161"/>
                  </a:cubicBezTo>
                  <a:close/>
                  <a:moveTo>
                    <a:pt x="2223214" y="314184"/>
                  </a:moveTo>
                  <a:cubicBezTo>
                    <a:pt x="2602211" y="586836"/>
                    <a:pt x="3109851" y="1107412"/>
                    <a:pt x="3109851" y="1683152"/>
                  </a:cubicBezTo>
                  <a:cubicBezTo>
                    <a:pt x="3109851" y="2258892"/>
                    <a:pt x="2620814" y="2760446"/>
                    <a:pt x="2244655" y="3036585"/>
                  </a:cubicBezTo>
                  <a:lnTo>
                    <a:pt x="2244970" y="3036902"/>
                  </a:lnTo>
                  <a:cubicBezTo>
                    <a:pt x="2307716" y="3008686"/>
                    <a:pt x="2397893" y="2962081"/>
                    <a:pt x="2502574" y="2898357"/>
                  </a:cubicBezTo>
                  <a:cubicBezTo>
                    <a:pt x="2492800" y="2901210"/>
                    <a:pt x="2485233" y="2903112"/>
                    <a:pt x="2481764" y="2903112"/>
                  </a:cubicBezTo>
                  <a:lnTo>
                    <a:pt x="2481764" y="2887261"/>
                  </a:lnTo>
                  <a:cubicBezTo>
                    <a:pt x="2489331" y="2887261"/>
                    <a:pt x="2520547" y="2876799"/>
                    <a:pt x="2568158" y="2857142"/>
                  </a:cubicBezTo>
                  <a:cubicBezTo>
                    <a:pt x="2654867" y="2801661"/>
                    <a:pt x="2748197" y="2736034"/>
                    <a:pt x="2842158" y="2660579"/>
                  </a:cubicBezTo>
                  <a:cubicBezTo>
                    <a:pt x="3122779" y="2435799"/>
                    <a:pt x="3457002" y="2082937"/>
                    <a:pt x="3457002" y="1680299"/>
                  </a:cubicBezTo>
                  <a:cubicBezTo>
                    <a:pt x="3457002" y="1277661"/>
                    <a:pt x="3122779" y="924798"/>
                    <a:pt x="2842158" y="700019"/>
                  </a:cubicBezTo>
                  <a:cubicBezTo>
                    <a:pt x="2739368" y="617589"/>
                    <a:pt x="2637210" y="546573"/>
                    <a:pt x="2543879" y="487921"/>
                  </a:cubicBezTo>
                  <a:cubicBezTo>
                    <a:pt x="2509826" y="474288"/>
                    <a:pt x="2487755" y="467313"/>
                    <a:pt x="2481449" y="467313"/>
                  </a:cubicBezTo>
                  <a:lnTo>
                    <a:pt x="2481449" y="451461"/>
                  </a:lnTo>
                  <a:cubicBezTo>
                    <a:pt x="2482395" y="451461"/>
                    <a:pt x="2484287" y="452095"/>
                    <a:pt x="2485863" y="452095"/>
                  </a:cubicBezTo>
                  <a:cubicBezTo>
                    <a:pt x="2375822" y="385835"/>
                    <a:pt x="2282807" y="339230"/>
                    <a:pt x="2223214" y="314184"/>
                  </a:cubicBezTo>
                  <a:close/>
                  <a:moveTo>
                    <a:pt x="1853362" y="121425"/>
                  </a:moveTo>
                  <a:cubicBezTo>
                    <a:pt x="2226683" y="414368"/>
                    <a:pt x="2747251" y="1008496"/>
                    <a:pt x="2747251" y="1686005"/>
                  </a:cubicBezTo>
                  <a:lnTo>
                    <a:pt x="2746936" y="1686323"/>
                  </a:lnTo>
                  <a:cubicBezTo>
                    <a:pt x="2746936" y="2356540"/>
                    <a:pt x="2237718" y="2944961"/>
                    <a:pt x="1865343" y="3241075"/>
                  </a:cubicBezTo>
                  <a:cubicBezTo>
                    <a:pt x="1922729" y="3222369"/>
                    <a:pt x="2029617" y="3164985"/>
                    <a:pt x="2157000" y="3077483"/>
                  </a:cubicBezTo>
                  <a:lnTo>
                    <a:pt x="2157000" y="3067338"/>
                  </a:lnTo>
                  <a:cubicBezTo>
                    <a:pt x="2161099" y="3067338"/>
                    <a:pt x="2168982" y="3065436"/>
                    <a:pt x="2178441" y="3062582"/>
                  </a:cubicBezTo>
                  <a:cubicBezTo>
                    <a:pt x="2283122" y="2989347"/>
                    <a:pt x="2399470" y="2896772"/>
                    <a:pt x="2512979" y="2789296"/>
                  </a:cubicBezTo>
                  <a:cubicBezTo>
                    <a:pt x="2777835" y="2537885"/>
                    <a:pt x="3093771" y="2142222"/>
                    <a:pt x="3093771" y="1682835"/>
                  </a:cubicBezTo>
                  <a:cubicBezTo>
                    <a:pt x="3093771" y="1223448"/>
                    <a:pt x="2777835" y="827468"/>
                    <a:pt x="2512979" y="576374"/>
                  </a:cubicBezTo>
                  <a:cubicBezTo>
                    <a:pt x="2394425" y="464143"/>
                    <a:pt x="2272717" y="368398"/>
                    <a:pt x="2164568" y="293577"/>
                  </a:cubicBezTo>
                  <a:cubicBezTo>
                    <a:pt x="2162045" y="292943"/>
                    <a:pt x="2159207" y="292309"/>
                    <a:pt x="2157315" y="292309"/>
                  </a:cubicBezTo>
                  <a:lnTo>
                    <a:pt x="2157315" y="288504"/>
                  </a:lnTo>
                  <a:cubicBezTo>
                    <a:pt x="2020158" y="194344"/>
                    <a:pt x="1906648" y="135058"/>
                    <a:pt x="1853362" y="121425"/>
                  </a:cubicBezTo>
                  <a:close/>
                  <a:moveTo>
                    <a:pt x="609799" y="317"/>
                  </a:moveTo>
                  <a:lnTo>
                    <a:pt x="626825" y="317"/>
                  </a:lnTo>
                  <a:cubicBezTo>
                    <a:pt x="764298" y="356350"/>
                    <a:pt x="933932" y="931456"/>
                    <a:pt x="933932" y="1700589"/>
                  </a:cubicBezTo>
                  <a:cubicBezTo>
                    <a:pt x="933932" y="2469722"/>
                    <a:pt x="756416" y="3071142"/>
                    <a:pt x="617681" y="3424322"/>
                  </a:cubicBezTo>
                  <a:lnTo>
                    <a:pt x="600655" y="3424322"/>
                  </a:lnTo>
                  <a:cubicBezTo>
                    <a:pt x="739389" y="3073362"/>
                    <a:pt x="918167" y="2454505"/>
                    <a:pt x="918167" y="1700589"/>
                  </a:cubicBezTo>
                  <a:cubicBezTo>
                    <a:pt x="918167" y="946674"/>
                    <a:pt x="746957" y="354131"/>
                    <a:pt x="609799" y="317"/>
                  </a:cubicBezTo>
                  <a:close/>
                  <a:moveTo>
                    <a:pt x="312782" y="317"/>
                  </a:moveTo>
                  <a:lnTo>
                    <a:pt x="329178" y="317"/>
                  </a:lnTo>
                  <a:cubicBezTo>
                    <a:pt x="486200" y="512016"/>
                    <a:pt x="571332" y="1097901"/>
                    <a:pt x="571332" y="1703443"/>
                  </a:cubicBezTo>
                  <a:cubicBezTo>
                    <a:pt x="571332" y="2308984"/>
                    <a:pt x="483993" y="2908502"/>
                    <a:pt x="323818" y="3424322"/>
                  </a:cubicBezTo>
                  <a:lnTo>
                    <a:pt x="307422" y="3424322"/>
                  </a:lnTo>
                  <a:cubicBezTo>
                    <a:pt x="467912" y="2908819"/>
                    <a:pt x="555567" y="2302009"/>
                    <a:pt x="555567" y="1703443"/>
                  </a:cubicBezTo>
                  <a:cubicBezTo>
                    <a:pt x="555567" y="1104876"/>
                    <a:pt x="470119" y="511698"/>
                    <a:pt x="312782" y="317"/>
                  </a:cubicBezTo>
                  <a:close/>
                  <a:moveTo>
                    <a:pt x="2838" y="317"/>
                  </a:moveTo>
                  <a:lnTo>
                    <a:pt x="19234" y="317"/>
                  </a:lnTo>
                  <a:cubicBezTo>
                    <a:pt x="142203" y="510113"/>
                    <a:pt x="208732" y="1095682"/>
                    <a:pt x="208732" y="1706296"/>
                  </a:cubicBezTo>
                  <a:cubicBezTo>
                    <a:pt x="208732" y="2316910"/>
                    <a:pt x="141257" y="2911673"/>
                    <a:pt x="16396" y="3424322"/>
                  </a:cubicBezTo>
                  <a:lnTo>
                    <a:pt x="0" y="3424322"/>
                  </a:lnTo>
                  <a:cubicBezTo>
                    <a:pt x="125176" y="2912307"/>
                    <a:pt x="192967" y="2312472"/>
                    <a:pt x="192967" y="1706296"/>
                  </a:cubicBezTo>
                  <a:cubicBezTo>
                    <a:pt x="192967" y="1100120"/>
                    <a:pt x="126122" y="509796"/>
                    <a:pt x="2838" y="317"/>
                  </a:cubicBezTo>
                  <a:close/>
                  <a:moveTo>
                    <a:pt x="890420" y="317"/>
                  </a:moveTo>
                  <a:lnTo>
                    <a:pt x="908077" y="317"/>
                  </a:lnTo>
                  <a:cubicBezTo>
                    <a:pt x="1063207" y="317355"/>
                    <a:pt x="1296533" y="898484"/>
                    <a:pt x="1296533" y="1697419"/>
                  </a:cubicBezTo>
                  <a:cubicBezTo>
                    <a:pt x="1296533" y="2496353"/>
                    <a:pt x="1047757" y="3116479"/>
                    <a:pt x="893258" y="3424322"/>
                  </a:cubicBezTo>
                  <a:lnTo>
                    <a:pt x="875601" y="3424322"/>
                  </a:lnTo>
                  <a:cubicBezTo>
                    <a:pt x="1029154" y="3120283"/>
                    <a:pt x="1280768" y="2473844"/>
                    <a:pt x="1280768" y="1697419"/>
                  </a:cubicBezTo>
                  <a:cubicBezTo>
                    <a:pt x="1280768" y="920994"/>
                    <a:pt x="1044604" y="313867"/>
                    <a:pt x="890420" y="317"/>
                  </a:cubicBezTo>
                  <a:close/>
                  <a:moveTo>
                    <a:pt x="1374414" y="317"/>
                  </a:moveTo>
                  <a:lnTo>
                    <a:pt x="1394593" y="317"/>
                  </a:lnTo>
                  <a:cubicBezTo>
                    <a:pt x="1443466" y="60871"/>
                    <a:pt x="1492653" y="127132"/>
                    <a:pt x="1540895" y="198782"/>
                  </a:cubicBezTo>
                  <a:cubicBezTo>
                    <a:pt x="1720619" y="466362"/>
                    <a:pt x="2021735" y="1015788"/>
                    <a:pt x="2021735" y="1691712"/>
                  </a:cubicBezTo>
                  <a:lnTo>
                    <a:pt x="2021104" y="1691712"/>
                  </a:lnTo>
                  <a:cubicBezTo>
                    <a:pt x="2021104" y="2367953"/>
                    <a:pt x="1719988" y="2917379"/>
                    <a:pt x="1540264" y="3184642"/>
                  </a:cubicBezTo>
                  <a:cubicBezTo>
                    <a:pt x="1480672" y="3273095"/>
                    <a:pt x="1419818" y="3352989"/>
                    <a:pt x="1359594" y="3424322"/>
                  </a:cubicBezTo>
                  <a:lnTo>
                    <a:pt x="1339415" y="3424322"/>
                  </a:lnTo>
                  <a:cubicBezTo>
                    <a:pt x="1401845" y="3351087"/>
                    <a:pt x="1465222" y="3268023"/>
                    <a:pt x="1527337" y="3175765"/>
                  </a:cubicBezTo>
                  <a:cubicBezTo>
                    <a:pt x="1706115" y="2909770"/>
                    <a:pt x="2005654" y="2363515"/>
                    <a:pt x="2005654" y="1691712"/>
                  </a:cubicBezTo>
                  <a:cubicBezTo>
                    <a:pt x="2005654" y="1019910"/>
                    <a:pt x="1706115" y="473654"/>
                    <a:pt x="1527652" y="207660"/>
                  </a:cubicBezTo>
                  <a:cubicBezTo>
                    <a:pt x="1477203" y="132205"/>
                    <a:pt x="1425493" y="63090"/>
                    <a:pt x="1374414" y="317"/>
                  </a:cubicBezTo>
                  <a:close/>
                  <a:moveTo>
                    <a:pt x="1148656" y="317"/>
                  </a:moveTo>
                  <a:lnTo>
                    <a:pt x="1165051" y="317"/>
                  </a:lnTo>
                  <a:cubicBezTo>
                    <a:pt x="1427700" y="421660"/>
                    <a:pt x="1659134" y="1009130"/>
                    <a:pt x="1659134" y="1694565"/>
                  </a:cubicBezTo>
                  <a:cubicBezTo>
                    <a:pt x="1659134" y="2380001"/>
                    <a:pt x="1414142" y="3002028"/>
                    <a:pt x="1142349" y="3424322"/>
                  </a:cubicBezTo>
                  <a:lnTo>
                    <a:pt x="1126269" y="3424322"/>
                  </a:lnTo>
                  <a:cubicBezTo>
                    <a:pt x="1397431" y="3004565"/>
                    <a:pt x="1643369" y="2362564"/>
                    <a:pt x="1643369" y="1694565"/>
                  </a:cubicBezTo>
                  <a:cubicBezTo>
                    <a:pt x="1643369" y="1026567"/>
                    <a:pt x="1410674" y="419124"/>
                    <a:pt x="1148656" y="317"/>
                  </a:cubicBezTo>
                  <a:close/>
                  <a:moveTo>
                    <a:pt x="1650620" y="0"/>
                  </a:moveTo>
                  <a:lnTo>
                    <a:pt x="1680890" y="0"/>
                  </a:lnTo>
                  <a:cubicBezTo>
                    <a:pt x="1726609" y="27899"/>
                    <a:pt x="1778004" y="63090"/>
                    <a:pt x="1833497" y="105573"/>
                  </a:cubicBezTo>
                  <a:lnTo>
                    <a:pt x="1833497" y="102086"/>
                  </a:lnTo>
                  <a:cubicBezTo>
                    <a:pt x="1876694" y="102086"/>
                    <a:pt x="2009753" y="166445"/>
                    <a:pt x="2174657" y="279627"/>
                  </a:cubicBezTo>
                  <a:cubicBezTo>
                    <a:pt x="2230151" y="294211"/>
                    <a:pt x="2376452" y="363959"/>
                    <a:pt x="2549239" y="472703"/>
                  </a:cubicBezTo>
                  <a:cubicBezTo>
                    <a:pt x="2669686" y="519624"/>
                    <a:pt x="2926975" y="640416"/>
                    <a:pt x="3179219" y="809080"/>
                  </a:cubicBezTo>
                  <a:lnTo>
                    <a:pt x="3179534" y="809080"/>
                  </a:lnTo>
                  <a:cubicBezTo>
                    <a:pt x="3478758" y="1009130"/>
                    <a:pt x="3835368" y="1322046"/>
                    <a:pt x="3835368" y="1676811"/>
                  </a:cubicBezTo>
                  <a:cubicBezTo>
                    <a:pt x="3835368" y="2031576"/>
                    <a:pt x="3478758" y="2344493"/>
                    <a:pt x="3179534" y="2544543"/>
                  </a:cubicBezTo>
                  <a:cubicBezTo>
                    <a:pt x="2943055" y="2702745"/>
                    <a:pt x="2702793" y="2818463"/>
                    <a:pt x="2574149" y="2871092"/>
                  </a:cubicBezTo>
                  <a:cubicBezTo>
                    <a:pt x="2405460" y="2978884"/>
                    <a:pt x="2258528" y="3052120"/>
                    <a:pt x="2190738" y="3074947"/>
                  </a:cubicBezTo>
                  <a:cubicBezTo>
                    <a:pt x="2022680" y="3192251"/>
                    <a:pt x="1885523" y="3259463"/>
                    <a:pt x="1837596" y="3262633"/>
                  </a:cubicBezTo>
                  <a:cubicBezTo>
                    <a:pt x="1735438" y="3341258"/>
                    <a:pt x="1645576" y="3396740"/>
                    <a:pt x="1581569" y="3424005"/>
                  </a:cubicBezTo>
                  <a:lnTo>
                    <a:pt x="1534273" y="3424005"/>
                  </a:lnTo>
                  <a:cubicBezTo>
                    <a:pt x="1644945" y="3396423"/>
                    <a:pt x="1926197" y="3205566"/>
                    <a:pt x="2185062" y="2918013"/>
                  </a:cubicBezTo>
                  <a:cubicBezTo>
                    <a:pt x="2636894" y="2416460"/>
                    <a:pt x="2731801" y="1971022"/>
                    <a:pt x="2731801" y="1685688"/>
                  </a:cubicBezTo>
                  <a:cubicBezTo>
                    <a:pt x="2731801" y="1400355"/>
                    <a:pt x="2636894" y="954917"/>
                    <a:pt x="2185062" y="453364"/>
                  </a:cubicBezTo>
                  <a:cubicBezTo>
                    <a:pt x="1993042" y="240314"/>
                    <a:pt x="1788724" y="79893"/>
                    <a:pt x="1650620" y="0"/>
                  </a:cubicBezTo>
                  <a:close/>
                  <a:moveTo>
                    <a:pt x="1552876" y="0"/>
                  </a:moveTo>
                  <a:lnTo>
                    <a:pt x="1576524" y="0"/>
                  </a:lnTo>
                  <a:cubicBezTo>
                    <a:pt x="1672061" y="88453"/>
                    <a:pt x="1772959" y="196880"/>
                    <a:pt x="1868811" y="320525"/>
                  </a:cubicBezTo>
                  <a:cubicBezTo>
                    <a:pt x="2061463" y="569082"/>
                    <a:pt x="2384650" y="1076659"/>
                    <a:pt x="2384650" y="1688542"/>
                  </a:cubicBezTo>
                  <a:cubicBezTo>
                    <a:pt x="2384650" y="2300424"/>
                    <a:pt x="2061463" y="2808318"/>
                    <a:pt x="1868811" y="3056559"/>
                  </a:cubicBezTo>
                  <a:lnTo>
                    <a:pt x="1868496" y="3056242"/>
                  </a:lnTo>
                  <a:cubicBezTo>
                    <a:pt x="1754986" y="3202713"/>
                    <a:pt x="1633909" y="3328260"/>
                    <a:pt x="1523868" y="3424005"/>
                  </a:cubicBezTo>
                  <a:lnTo>
                    <a:pt x="1499274" y="3424005"/>
                  </a:lnTo>
                  <a:cubicBezTo>
                    <a:pt x="1609315" y="3331113"/>
                    <a:pt x="1733861" y="3204298"/>
                    <a:pt x="1856199" y="3046730"/>
                  </a:cubicBezTo>
                  <a:cubicBezTo>
                    <a:pt x="2047589" y="2800075"/>
                    <a:pt x="2368570" y="2295669"/>
                    <a:pt x="2368570" y="1688542"/>
                  </a:cubicBezTo>
                  <a:cubicBezTo>
                    <a:pt x="2368570" y="1081415"/>
                    <a:pt x="2047589" y="577008"/>
                    <a:pt x="1856199" y="330353"/>
                  </a:cubicBezTo>
                  <a:cubicBezTo>
                    <a:pt x="1753410" y="197831"/>
                    <a:pt x="1649044" y="87185"/>
                    <a:pt x="1552876" y="0"/>
                  </a:cubicBezTo>
                  <a:close/>
                </a:path>
              </a:pathLst>
            </a:custGeom>
            <a:solidFill>
              <a:srgbClr val="0D004D"/>
            </a:solidFill>
            <a:ln w="2045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mj-lt"/>
                <a:ea typeface="+mn-ea"/>
                <a:cs typeface="+mn-cs"/>
              </a:endParaRPr>
            </a:p>
          </p:txBody>
        </p:sp>
      </p:grpSp>
      <p:grpSp>
        <p:nvGrpSpPr>
          <p:cNvPr id="72" name="Group 71" descr="Pearson logo, Graphic Waves accent image">
            <a:extLst>
              <a:ext uri="{FF2B5EF4-FFF2-40B4-BE49-F238E27FC236}">
                <a16:creationId xmlns:a16="http://schemas.microsoft.com/office/drawing/2014/main" id="{26F73939-7B28-5AB5-A84E-E923B3E0561C}"/>
              </a:ext>
            </a:extLst>
          </p:cNvPr>
          <p:cNvGrpSpPr/>
          <p:nvPr userDrawn="1"/>
        </p:nvGrpSpPr>
        <p:grpSpPr bwMode="gray">
          <a:xfrm>
            <a:off x="3216271" y="-2"/>
            <a:ext cx="2990089" cy="3429002"/>
            <a:chOff x="3216271" y="-2"/>
            <a:chExt cx="2990089" cy="3429002"/>
          </a:xfrm>
        </p:grpSpPr>
        <p:pic>
          <p:nvPicPr>
            <p:cNvPr id="73" name="Graphic Waves" descr="Graphic Waves accent image">
              <a:extLst>
                <a:ext uri="{FF2B5EF4-FFF2-40B4-BE49-F238E27FC236}">
                  <a16:creationId xmlns:a16="http://schemas.microsoft.com/office/drawing/2014/main" id="{8B3889FA-B81F-DA53-036A-0F8C91695850}"/>
                </a:ext>
                <a:ext uri="{C183D7F6-B498-43B3-948B-1728B52AA6E4}">
                  <adec:decorative xmlns:adec="http://schemas.microsoft.com/office/drawing/2017/decorative" val="0"/>
                </a:ext>
              </a:extLst>
            </p:cNvPr>
            <p:cNvPicPr/>
            <p:nvPr/>
          </p:nvPicPr>
          <p:blipFill>
            <a:blip r:embed="rId24" cstate="screen">
              <a:extLst>
                <a:ext uri="{28A0092B-C50C-407E-A947-70E740481C1C}">
                  <a14:useLocalDpi xmlns:a14="http://schemas.microsoft.com/office/drawing/2010/main"/>
                </a:ext>
              </a:extLst>
            </a:blip>
            <a:srcRect/>
            <a:stretch/>
          </p:blipFill>
          <p:spPr bwMode="gray">
            <a:xfrm rot="16200000">
              <a:off x="2996815" y="219454"/>
              <a:ext cx="3429002" cy="2990089"/>
            </a:xfrm>
            <a:prstGeom prst="rect">
              <a:avLst/>
            </a:prstGeom>
          </p:spPr>
        </p:pic>
        <p:pic>
          <p:nvPicPr>
            <p:cNvPr id="74" name="Pearson Logo" descr="Pearson Logo">
              <a:extLst>
                <a:ext uri="{FF2B5EF4-FFF2-40B4-BE49-F238E27FC236}">
                  <a16:creationId xmlns:a16="http://schemas.microsoft.com/office/drawing/2014/main" id="{61EE9138-C0BD-1933-F011-16F8029DABE6}"/>
                </a:ext>
                <a:ext uri="{C183D7F6-B498-43B3-948B-1728B52AA6E4}">
                  <adec:decorative xmlns:adec="http://schemas.microsoft.com/office/drawing/2017/decorative" val="0"/>
                </a:ext>
              </a:extLst>
            </p:cNvPr>
            <p:cNvPicPr/>
            <p:nvPr/>
          </p:nvPicPr>
          <p:blipFill>
            <a:blip r:embed="rId25">
              <a:extLst>
                <a:ext uri="{96DAC541-7B7A-43D3-8B79-37D633B846F1}">
                  <asvg:svgBlip xmlns:asvg="http://schemas.microsoft.com/office/drawing/2016/SVG/main" r:embed="rId26"/>
                </a:ext>
              </a:extLst>
            </a:blip>
            <a:stretch>
              <a:fillRect/>
            </a:stretch>
          </p:blipFill>
          <p:spPr bwMode="gray">
            <a:xfrm>
              <a:off x="3782677" y="1528770"/>
              <a:ext cx="1857278" cy="371456"/>
            </a:xfrm>
            <a:prstGeom prst="rect">
              <a:avLst/>
            </a:prstGeom>
          </p:spPr>
        </p:pic>
      </p:grpSp>
    </p:spTree>
    <p:extLst>
      <p:ext uri="{BB962C8B-B14F-4D97-AF65-F5344CB8AC3E}">
        <p14:creationId xmlns:p14="http://schemas.microsoft.com/office/powerpoint/2010/main" val="19956531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User Guide: PowerPoint Template Overview">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19" name="Section">
            <a:extLst>
              <a:ext uri="{FF2B5EF4-FFF2-40B4-BE49-F238E27FC236}">
                <a16:creationId xmlns:a16="http://schemas.microsoft.com/office/drawing/2014/main" id="{BFCB3A81-1EE5-0199-ACC2-9BC7391F76DA}"/>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33609"/>
            <a:ext cx="2529586"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PowerPoint</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Template Overview</a:t>
            </a:r>
          </a:p>
        </p:txBody>
      </p:sp>
      <p:grpSp>
        <p:nvGrpSpPr>
          <p:cNvPr id="23" name="Group 22" descr="Slide Preview">
            <a:extLst>
              <a:ext uri="{FF2B5EF4-FFF2-40B4-BE49-F238E27FC236}">
                <a16:creationId xmlns:a16="http://schemas.microsoft.com/office/drawing/2014/main" id="{795660F2-A973-1C54-CBC9-B909B929814D}"/>
              </a:ext>
            </a:extLst>
          </p:cNvPr>
          <p:cNvGrpSpPr/>
          <p:nvPr userDrawn="1"/>
        </p:nvGrpSpPr>
        <p:grpSpPr>
          <a:xfrm>
            <a:off x="3629914" y="772631"/>
            <a:ext cx="8181226" cy="5312738"/>
            <a:chOff x="4160429" y="548640"/>
            <a:chExt cx="4747673" cy="3083052"/>
          </a:xfrm>
        </p:grpSpPr>
        <p:pic>
          <p:nvPicPr>
            <p:cNvPr id="29" name="Picture 28">
              <a:extLst>
                <a:ext uri="{FF2B5EF4-FFF2-40B4-BE49-F238E27FC236}">
                  <a16:creationId xmlns:a16="http://schemas.microsoft.com/office/drawing/2014/main" id="{59EA7322-BBC6-C4CC-9D13-EF15BA4FF67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4160429" y="552450"/>
              <a:ext cx="1105408" cy="621792"/>
            </a:xfrm>
            <a:prstGeom prst="rect">
              <a:avLst/>
            </a:prstGeom>
          </p:spPr>
        </p:pic>
        <p:pic>
          <p:nvPicPr>
            <p:cNvPr id="31" name="Picture 30">
              <a:extLst>
                <a:ext uri="{FF2B5EF4-FFF2-40B4-BE49-F238E27FC236}">
                  <a16:creationId xmlns:a16="http://schemas.microsoft.com/office/drawing/2014/main" id="{F5620CB6-639A-BBDC-3B3E-D93AB3B3438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gray">
            <a:xfrm>
              <a:off x="5365956" y="552450"/>
              <a:ext cx="1105408" cy="621792"/>
            </a:xfrm>
            <a:prstGeom prst="rect">
              <a:avLst/>
            </a:prstGeom>
          </p:spPr>
        </p:pic>
        <p:pic>
          <p:nvPicPr>
            <p:cNvPr id="41" name="Picture 40">
              <a:extLst>
                <a:ext uri="{FF2B5EF4-FFF2-40B4-BE49-F238E27FC236}">
                  <a16:creationId xmlns:a16="http://schemas.microsoft.com/office/drawing/2014/main" id="{E89A5837-04CB-099D-6F1C-A79BF60A445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gray">
            <a:xfrm>
              <a:off x="6571482" y="548640"/>
              <a:ext cx="1105408" cy="621792"/>
            </a:xfrm>
            <a:prstGeom prst="rect">
              <a:avLst/>
            </a:prstGeom>
          </p:spPr>
        </p:pic>
        <p:pic>
          <p:nvPicPr>
            <p:cNvPr id="46" name="Picture 45">
              <a:extLst>
                <a:ext uri="{FF2B5EF4-FFF2-40B4-BE49-F238E27FC236}">
                  <a16:creationId xmlns:a16="http://schemas.microsoft.com/office/drawing/2014/main" id="{7FAFDD96-C393-BC56-B04F-2942113F02C6}"/>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bwMode="gray">
            <a:xfrm>
              <a:off x="5365954" y="3009899"/>
              <a:ext cx="1105408" cy="621792"/>
            </a:xfrm>
            <a:prstGeom prst="rect">
              <a:avLst/>
            </a:prstGeom>
          </p:spPr>
        </p:pic>
        <p:pic>
          <p:nvPicPr>
            <p:cNvPr id="47" name="Picture 46">
              <a:extLst>
                <a:ext uri="{FF2B5EF4-FFF2-40B4-BE49-F238E27FC236}">
                  <a16:creationId xmlns:a16="http://schemas.microsoft.com/office/drawing/2014/main" id="{BB17D0E1-06C7-25F0-6C8D-24A2ACD15702}"/>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bwMode="gray">
            <a:xfrm>
              <a:off x="6571482" y="1371600"/>
              <a:ext cx="1105408" cy="621792"/>
            </a:xfrm>
            <a:prstGeom prst="rect">
              <a:avLst/>
            </a:prstGeom>
          </p:spPr>
        </p:pic>
        <p:pic>
          <p:nvPicPr>
            <p:cNvPr id="48" name="Picture 47">
              <a:extLst>
                <a:ext uri="{FF2B5EF4-FFF2-40B4-BE49-F238E27FC236}">
                  <a16:creationId xmlns:a16="http://schemas.microsoft.com/office/drawing/2014/main" id="{3D2E0097-C257-B820-226A-29921D001B69}"/>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bwMode="gray">
            <a:xfrm>
              <a:off x="7777008" y="1371600"/>
              <a:ext cx="1105408" cy="621792"/>
            </a:xfrm>
            <a:prstGeom prst="rect">
              <a:avLst/>
            </a:prstGeom>
          </p:spPr>
        </p:pic>
        <p:pic>
          <p:nvPicPr>
            <p:cNvPr id="50" name="Picture 49">
              <a:extLst>
                <a:ext uri="{FF2B5EF4-FFF2-40B4-BE49-F238E27FC236}">
                  <a16:creationId xmlns:a16="http://schemas.microsoft.com/office/drawing/2014/main" id="{E76B5754-5231-6A1C-C527-F834C94802BB}"/>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bwMode="gray">
            <a:xfrm>
              <a:off x="5365956" y="1371600"/>
              <a:ext cx="1105408" cy="621792"/>
            </a:xfrm>
            <a:prstGeom prst="rect">
              <a:avLst/>
            </a:prstGeom>
          </p:spPr>
        </p:pic>
        <p:pic>
          <p:nvPicPr>
            <p:cNvPr id="66" name="Picture 65">
              <a:extLst>
                <a:ext uri="{FF2B5EF4-FFF2-40B4-BE49-F238E27FC236}">
                  <a16:creationId xmlns:a16="http://schemas.microsoft.com/office/drawing/2014/main" id="{DD7CE829-C8EC-6192-1F31-08A2D200BC52}"/>
                </a:ext>
              </a:extLst>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bwMode="gray">
            <a:xfrm>
              <a:off x="7802694" y="2190750"/>
              <a:ext cx="1105408" cy="621792"/>
            </a:xfrm>
            <a:prstGeom prst="rect">
              <a:avLst/>
            </a:prstGeom>
          </p:spPr>
        </p:pic>
        <p:pic>
          <p:nvPicPr>
            <p:cNvPr id="76" name="Picture 75">
              <a:extLst>
                <a:ext uri="{FF2B5EF4-FFF2-40B4-BE49-F238E27FC236}">
                  <a16:creationId xmlns:a16="http://schemas.microsoft.com/office/drawing/2014/main" id="{4EC736C4-87C8-E3A5-4649-272ABBBC4533}"/>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bwMode="gray">
            <a:xfrm>
              <a:off x="7777008" y="3009899"/>
              <a:ext cx="1105408" cy="621792"/>
            </a:xfrm>
            <a:prstGeom prst="rect">
              <a:avLst/>
            </a:prstGeom>
            <a:ln w="3175">
              <a:solidFill>
                <a:srgbClr val="C1BFFF"/>
              </a:solidFill>
            </a:ln>
          </p:spPr>
        </p:pic>
        <p:pic>
          <p:nvPicPr>
            <p:cNvPr id="79" name="Picture 78">
              <a:extLst>
                <a:ext uri="{FF2B5EF4-FFF2-40B4-BE49-F238E27FC236}">
                  <a16:creationId xmlns:a16="http://schemas.microsoft.com/office/drawing/2014/main" id="{2139647E-7084-C988-BBAA-315FF0DF1F55}"/>
                </a:ext>
              </a:extLst>
            </p:cNvPr>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bwMode="gray">
            <a:xfrm>
              <a:off x="6569400" y="2190750"/>
              <a:ext cx="1105408" cy="621792"/>
            </a:xfrm>
            <a:prstGeom prst="rect">
              <a:avLst/>
            </a:prstGeom>
          </p:spPr>
        </p:pic>
        <p:pic>
          <p:nvPicPr>
            <p:cNvPr id="81" name="Picture 80">
              <a:extLst>
                <a:ext uri="{FF2B5EF4-FFF2-40B4-BE49-F238E27FC236}">
                  <a16:creationId xmlns:a16="http://schemas.microsoft.com/office/drawing/2014/main" id="{5BD7527B-CE87-869D-30A3-817A82440DB1}"/>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bwMode="gray">
            <a:xfrm>
              <a:off x="4160429" y="2190750"/>
              <a:ext cx="1105408" cy="621792"/>
            </a:xfrm>
            <a:prstGeom prst="rect">
              <a:avLst/>
            </a:prstGeom>
          </p:spPr>
        </p:pic>
        <p:pic>
          <p:nvPicPr>
            <p:cNvPr id="83" name="Picture 82">
              <a:extLst>
                <a:ext uri="{FF2B5EF4-FFF2-40B4-BE49-F238E27FC236}">
                  <a16:creationId xmlns:a16="http://schemas.microsoft.com/office/drawing/2014/main" id="{8984C9CC-368A-4029-D1BC-939E46F40CC6}"/>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bwMode="gray">
            <a:xfrm>
              <a:off x="6569400" y="3009899"/>
              <a:ext cx="1105408" cy="621792"/>
            </a:xfrm>
            <a:prstGeom prst="rect">
              <a:avLst/>
            </a:prstGeom>
          </p:spPr>
        </p:pic>
        <p:pic>
          <p:nvPicPr>
            <p:cNvPr id="88" name="Picture 87">
              <a:extLst>
                <a:ext uri="{FF2B5EF4-FFF2-40B4-BE49-F238E27FC236}">
                  <a16:creationId xmlns:a16="http://schemas.microsoft.com/office/drawing/2014/main" id="{250E2C0C-640E-1EC9-8254-B45ED181423C}"/>
                </a:ext>
              </a:extLst>
            </p:cNvPr>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bwMode="gray">
            <a:xfrm>
              <a:off x="5365955" y="2190750"/>
              <a:ext cx="1105408" cy="621792"/>
            </a:xfrm>
            <a:prstGeom prst="rect">
              <a:avLst/>
            </a:prstGeom>
            <a:ln w="3175">
              <a:solidFill>
                <a:srgbClr val="C1BFFF"/>
              </a:solidFill>
            </a:ln>
          </p:spPr>
        </p:pic>
        <p:pic>
          <p:nvPicPr>
            <p:cNvPr id="89" name="Picture 88">
              <a:extLst>
                <a:ext uri="{FF2B5EF4-FFF2-40B4-BE49-F238E27FC236}">
                  <a16:creationId xmlns:a16="http://schemas.microsoft.com/office/drawing/2014/main" id="{73D3599F-D3C7-F989-203A-EE043AB2EF91}"/>
                </a:ext>
              </a:extLst>
            </p:cNvPr>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4160429" y="3009900"/>
              <a:ext cx="1105408" cy="621792"/>
            </a:xfrm>
            <a:prstGeom prst="rect">
              <a:avLst/>
            </a:prstGeom>
          </p:spPr>
        </p:pic>
        <p:pic>
          <p:nvPicPr>
            <p:cNvPr id="90" name="Picture 89">
              <a:extLst>
                <a:ext uri="{FF2B5EF4-FFF2-40B4-BE49-F238E27FC236}">
                  <a16:creationId xmlns:a16="http://schemas.microsoft.com/office/drawing/2014/main" id="{E495B4B1-8B6E-44F0-8837-BA0D467DEC9B}"/>
                </a:ext>
              </a:extLst>
            </p:cNvPr>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7777008" y="548640"/>
              <a:ext cx="1105408" cy="621792"/>
            </a:xfrm>
            <a:prstGeom prst="rect">
              <a:avLst/>
            </a:prstGeom>
          </p:spPr>
        </p:pic>
        <p:pic>
          <p:nvPicPr>
            <p:cNvPr id="91" name="Picture 90">
              <a:extLst>
                <a:ext uri="{FF2B5EF4-FFF2-40B4-BE49-F238E27FC236}">
                  <a16:creationId xmlns:a16="http://schemas.microsoft.com/office/drawing/2014/main" id="{A694B096-DFD3-ACC0-EF48-D34C836372BD}"/>
                </a:ext>
              </a:extLst>
            </p:cNvPr>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4160429" y="1371600"/>
              <a:ext cx="1105408" cy="621792"/>
            </a:xfrm>
            <a:prstGeom prst="rect">
              <a:avLst/>
            </a:prstGeom>
          </p:spPr>
        </p:pic>
      </p:grpSp>
      <p:sp>
        <p:nvSpPr>
          <p:cNvPr id="2" name="Text Placeholder 1">
            <a:extLst>
              <a:ext uri="{FF2B5EF4-FFF2-40B4-BE49-F238E27FC236}">
                <a16:creationId xmlns:a16="http://schemas.microsoft.com/office/drawing/2014/main" id="{2AE14173-EE69-CB64-E6B1-1C7C7E3622B5}"/>
              </a:ext>
            </a:extLst>
          </p:cNvPr>
          <p:cNvSpPr txBox="1">
            <a:spLocks/>
          </p:cNvSpPr>
          <p:nvPr userDrawn="1"/>
        </p:nvSpPr>
        <p:spPr bwMode="gray">
          <a:xfrm>
            <a:off x="567880" y="1397187"/>
            <a:ext cx="2432772" cy="368083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b="1" kern="1200" dirty="0">
                <a:solidFill>
                  <a:schemeClr val="tx2"/>
                </a:solidFill>
                <a:effectLst/>
                <a:latin typeface="+mj-lt"/>
                <a:ea typeface="+mn-ea"/>
                <a:cs typeface="+mn-cs"/>
              </a:rPr>
              <a:t>This template is designed to help you create effective video course slides. With various layouts available, you can tailor your content to fit your topic. </a:t>
            </a:r>
            <a:endParaRPr lang="en-US" sz="1100" kern="1200" dirty="0">
              <a:solidFill>
                <a:schemeClr val="tx2"/>
              </a:solidFill>
              <a:effectLst/>
              <a:latin typeface="+mj-lt"/>
              <a:ea typeface="+mn-ea"/>
              <a:cs typeface="+mn-cs"/>
            </a:endParaRP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kern="1200" dirty="0">
                <a:solidFill>
                  <a:schemeClr val="tx2"/>
                </a:solidFill>
                <a:effectLst/>
                <a:latin typeface="+mj-lt"/>
                <a:ea typeface="+mn-ea"/>
                <a:cs typeface="+mn-cs"/>
              </a:rPr>
              <a:t>Be sure to craft clear, concise language and break down complex information into smaller segments. Highlight key points with bullet points and avoid overcrowding slides with text. Enhance your content with visuals like images, graphs, and charts to make your points memorable. Practice presenting your content confidently to enrich the learning experience. </a:t>
            </a: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kern="1200" dirty="0">
                <a:solidFill>
                  <a:schemeClr val="tx2"/>
                </a:solidFill>
                <a:effectLst/>
                <a:latin typeface="+mj-lt"/>
                <a:ea typeface="+mn-ea"/>
                <a:cs typeface="+mn-cs"/>
              </a:rPr>
              <a:t>Refer to the </a:t>
            </a:r>
            <a:r>
              <a:rPr lang="en-US" sz="1100" b="1" kern="1200" dirty="0">
                <a:solidFill>
                  <a:schemeClr val="tx2"/>
                </a:solidFill>
                <a:effectLst/>
                <a:latin typeface="+mj-lt"/>
                <a:ea typeface="+mn-ea"/>
                <a:cs typeface="+mn-cs"/>
              </a:rPr>
              <a:t>User Guide </a:t>
            </a:r>
            <a:r>
              <a:rPr lang="en-US" sz="1100" b="0" kern="1200" dirty="0">
                <a:solidFill>
                  <a:schemeClr val="tx2"/>
                </a:solidFill>
                <a:effectLst/>
                <a:latin typeface="+mj-lt"/>
                <a:ea typeface="+mn-ea"/>
                <a:cs typeface="+mn-cs"/>
              </a:rPr>
              <a:t>in</a:t>
            </a:r>
            <a:r>
              <a:rPr lang="en-US" sz="1100" b="1" kern="1200" dirty="0">
                <a:solidFill>
                  <a:schemeClr val="tx2"/>
                </a:solidFill>
                <a:effectLst/>
                <a:latin typeface="+mj-lt"/>
                <a:ea typeface="+mn-ea"/>
                <a:cs typeface="+mn-cs"/>
              </a:rPr>
              <a:t> Slides 37-44 </a:t>
            </a:r>
            <a:r>
              <a:rPr lang="en-US" sz="1100" kern="1200" dirty="0">
                <a:solidFill>
                  <a:schemeClr val="tx2"/>
                </a:solidFill>
                <a:effectLst/>
                <a:latin typeface="+mj-lt"/>
                <a:ea typeface="+mn-ea"/>
                <a:cs typeface="+mn-cs"/>
              </a:rPr>
              <a:t>for more details on design, color, and icons you can use to create visually appealing slides with ease.</a:t>
            </a:r>
          </a:p>
        </p:txBody>
      </p:sp>
      <p:pic>
        <p:nvPicPr>
          <p:cNvPr id="5" name="Pearson Logo" descr="Pearson Logo">
            <a:extLst>
              <a:ext uri="{FF2B5EF4-FFF2-40B4-BE49-F238E27FC236}">
                <a16:creationId xmlns:a16="http://schemas.microsoft.com/office/drawing/2014/main" id="{88E577D6-E363-6115-B906-8B3928DF670F}"/>
              </a:ext>
            </a:extLst>
          </p:cNvPr>
          <p:cNvPicPr/>
          <p:nvPr userDrawn="1"/>
        </p:nvPicPr>
        <p:blipFill>
          <a:blip r:embed="rId18">
            <a:extLst>
              <a:ext uri="{96DAC541-7B7A-43D3-8B79-37D633B846F1}">
                <asvg:svgBlip xmlns:asvg="http://schemas.microsoft.com/office/drawing/2016/SVG/main" r:embed="rId19"/>
              </a:ext>
            </a:extLst>
          </a:blip>
          <a:stretch>
            <a:fillRect/>
          </a:stretch>
        </p:blipFill>
        <p:spPr>
          <a:xfrm>
            <a:off x="420229" y="6430897"/>
            <a:ext cx="1115612" cy="223122"/>
          </a:xfrm>
          <a:prstGeom prst="rect">
            <a:avLst/>
          </a:prstGeom>
        </p:spPr>
      </p:pic>
      <p:sp>
        <p:nvSpPr>
          <p:cNvPr id="7" name="Rounded Rectangle text">
            <a:extLst>
              <a:ext uri="{FF2B5EF4-FFF2-40B4-BE49-F238E27FC236}">
                <a16:creationId xmlns:a16="http://schemas.microsoft.com/office/drawing/2014/main" id="{6053DDE2-1275-56C7-2993-E2282A376E60}"/>
              </a:ext>
            </a:extLst>
          </p:cNvPr>
          <p:cNvSpPr>
            <a:spLocks/>
          </p:cNvSpPr>
          <p:nvPr userDrawn="1"/>
        </p:nvSpPr>
        <p:spPr>
          <a:xfrm>
            <a:off x="488782" y="4941880"/>
            <a:ext cx="2500945" cy="128503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endParaRPr lang="en-US" sz="1100" b="1" kern="1200" dirty="0">
              <a:solidFill>
                <a:srgbClr val="512EAB"/>
              </a:solidFill>
              <a:effectLst/>
              <a:latin typeface="+mj-lt"/>
              <a:ea typeface="+mn-ea"/>
              <a:cs typeface="+mn-cs"/>
            </a:endParaRP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US" sz="1100" b="1" i="1" kern="1200" dirty="0">
                <a:solidFill>
                  <a:srgbClr val="12A2F3"/>
                </a:solidFill>
                <a:effectLst/>
                <a:latin typeface="+mj-lt"/>
                <a:ea typeface="+mn-ea"/>
                <a:cs typeface="+mn-cs"/>
              </a:rPr>
              <a:t>NOTE: </a:t>
            </a:r>
            <a:r>
              <a:rPr lang="en-US" sz="1100" i="1" kern="1200" dirty="0">
                <a:solidFill>
                  <a:srgbClr val="12A2F3"/>
                </a:solidFill>
                <a:effectLst/>
                <a:latin typeface="+mj-lt"/>
                <a:ea typeface="+mn-ea"/>
                <a:cs typeface="+mn-cs"/>
              </a:rPr>
              <a:t>If your video course is Microsoft Press branded, use </a:t>
            </a:r>
            <a:r>
              <a:rPr lang="en-US" sz="1100" b="1" i="1" kern="1200" dirty="0">
                <a:solidFill>
                  <a:srgbClr val="12A2F3"/>
                </a:solidFill>
                <a:effectLst/>
                <a:latin typeface="+mj-lt"/>
                <a:ea typeface="+mn-ea"/>
                <a:cs typeface="+mn-cs"/>
              </a:rPr>
              <a:t>Slides 45-50</a:t>
            </a:r>
            <a:r>
              <a:rPr lang="en-US" sz="1100" i="1" kern="1200" dirty="0">
                <a:solidFill>
                  <a:srgbClr val="12A2F3"/>
                </a:solidFill>
                <a:effectLst/>
                <a:latin typeface="+mj-lt"/>
                <a:ea typeface="+mn-ea"/>
                <a:cs typeface="+mn-cs"/>
              </a:rPr>
              <a:t> at the end of the deck when building your presentation. </a:t>
            </a:r>
          </a:p>
        </p:txBody>
      </p:sp>
      <p:pic>
        <p:nvPicPr>
          <p:cNvPr id="4" name="Picture 3" descr="A black background with grey text&#10;&#10;AI-generated content may be incorrect.">
            <a:extLst>
              <a:ext uri="{FF2B5EF4-FFF2-40B4-BE49-F238E27FC236}">
                <a16:creationId xmlns:a16="http://schemas.microsoft.com/office/drawing/2014/main" id="{F553760A-0F52-FAE5-08FC-E8906991AA2C}"/>
              </a:ext>
            </a:extLst>
          </p:cNvPr>
          <p:cNvPicPr>
            <a:picLocks noChangeAspect="1"/>
          </p:cNvPicPr>
          <p:nvPr userDrawn="1"/>
        </p:nvPicPr>
        <p:blipFill>
          <a:blip r:embed="rId20"/>
          <a:stretch>
            <a:fillRect/>
          </a:stretch>
        </p:blipFill>
        <p:spPr>
          <a:xfrm>
            <a:off x="650567" y="4915381"/>
            <a:ext cx="858640" cy="482985"/>
          </a:xfrm>
          <a:prstGeom prst="rect">
            <a:avLst/>
          </a:prstGeom>
        </p:spPr>
      </p:pic>
    </p:spTree>
    <p:extLst>
      <p:ext uri="{BB962C8B-B14F-4D97-AF65-F5344CB8AC3E}">
        <p14:creationId xmlns:p14="http://schemas.microsoft.com/office/powerpoint/2010/main" val="37648681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User Guide: Color Palette">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 name="Section">
            <a:extLst>
              <a:ext uri="{FF2B5EF4-FFF2-40B4-BE49-F238E27FC236}">
                <a16:creationId xmlns:a16="http://schemas.microsoft.com/office/drawing/2014/main" id="{267FD5A7-2F40-29A2-DD34-E71622772FE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Color Palette</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3" y="1091953"/>
            <a:ext cx="2432733" cy="549527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1" noProof="0" dirty="0">
                <a:latin typeface="+mj-lt"/>
                <a:cs typeface="Segoe UI" panose="020B0502040204020203" pitchFamily="34" charset="0"/>
              </a:rPr>
              <a:t>Pearson Purple is the cornerstone of our brand identity. This lead color is the foundation for all design and branding touchpoints, supported by the primary purples.</a:t>
            </a:r>
          </a:p>
          <a:p>
            <a:endParaRPr lang="en-US" sz="1200" b="1" noProof="0" dirty="0">
              <a:latin typeface="+mj-lt"/>
              <a:cs typeface="Segoe UI" panose="020B0502040204020203" pitchFamily="34" charset="0"/>
            </a:endParaRPr>
          </a:p>
          <a:p>
            <a:r>
              <a:rPr lang="en-US" sz="1200" b="1" noProof="0" dirty="0">
                <a:latin typeface="+mj-lt"/>
                <a:cs typeface="Segoe UI" panose="020B0502040204020203" pitchFamily="34" charset="0"/>
              </a:rPr>
              <a:t>Primary colors: </a:t>
            </a:r>
            <a:r>
              <a:rPr lang="en-US" sz="1200" noProof="0" dirty="0">
                <a:latin typeface="+mj-lt"/>
                <a:cs typeface="Segoe UI" panose="020B0502040204020203" pitchFamily="34" charset="0"/>
              </a:rPr>
              <a:t>The key supporting colors, reinforcing Pearson Purple as the backbone of this brand system. Use these in backgrounds, gradients, and as primary colors within graphic elements.</a:t>
            </a:r>
          </a:p>
          <a:p>
            <a:r>
              <a:rPr lang="en-US" sz="1200" b="1" noProof="0" dirty="0">
                <a:latin typeface="+mj-lt"/>
                <a:cs typeface="Segoe UI" panose="020B0502040204020203" pitchFamily="34" charset="0"/>
              </a:rPr>
              <a:t>Secondary color: </a:t>
            </a:r>
            <a:r>
              <a:rPr lang="en-US" sz="1200" noProof="0" dirty="0">
                <a:latin typeface="+mj-lt"/>
                <a:cs typeface="Segoe UI" panose="020B0502040204020203" pitchFamily="34" charset="0"/>
              </a:rPr>
              <a:t>Use Amethyst to complement the primary palette and to emphasize shifts in content or highlight key messaging. </a:t>
            </a:r>
          </a:p>
          <a:p>
            <a:r>
              <a:rPr lang="en-US" sz="1200" b="1" noProof="0" dirty="0">
                <a:latin typeface="+mj-lt"/>
                <a:cs typeface="Segoe UI" panose="020B0502040204020203" pitchFamily="34" charset="0"/>
              </a:rPr>
              <a:t>Accent colors: </a:t>
            </a:r>
            <a:r>
              <a:rPr lang="en-US" sz="1200" noProof="0" dirty="0">
                <a:latin typeface="+mj-lt"/>
                <a:cs typeface="Segoe UI" panose="020B0502040204020203" pitchFamily="34" charset="0"/>
              </a:rPr>
              <a:t>Whenever possible, use the full-strength version of each accent color. When differentiation is needed, tints of these colors can be applied thoughtfully to maintain visual clarity and consistency.</a:t>
            </a:r>
          </a:p>
          <a:p>
            <a:endParaRPr lang="en-US" sz="1200" noProof="0" dirty="0">
              <a:latin typeface="+mj-lt"/>
              <a:cs typeface="Segoe UI" panose="020B0502040204020203" pitchFamily="34" charset="0"/>
            </a:endParaRPr>
          </a:p>
        </p:txBody>
      </p:sp>
      <p:grpSp>
        <p:nvGrpSpPr>
          <p:cNvPr id="20" name="Group 19">
            <a:extLst>
              <a:ext uri="{FF2B5EF4-FFF2-40B4-BE49-F238E27FC236}">
                <a16:creationId xmlns:a16="http://schemas.microsoft.com/office/drawing/2014/main" id="{D1107CD9-65E0-13D9-46AB-8F5EBBCC8A4D}"/>
              </a:ext>
              <a:ext uri="{C183D7F6-B498-43B3-948B-1728B52AA6E4}">
                <adec:decorative xmlns:adec="http://schemas.microsoft.com/office/drawing/2017/decorative" val="1"/>
              </a:ext>
            </a:extLst>
          </p:cNvPr>
          <p:cNvGrpSpPr/>
          <p:nvPr userDrawn="1"/>
        </p:nvGrpSpPr>
        <p:grpSpPr bwMode="gray">
          <a:xfrm>
            <a:off x="4294187" y="1185478"/>
            <a:ext cx="1730376" cy="4833245"/>
            <a:chOff x="4294187" y="1368396"/>
            <a:chExt cx="1730376" cy="4273416"/>
          </a:xfrm>
        </p:grpSpPr>
        <p:sp>
          <p:nvSpPr>
            <p:cNvPr id="21" name="Rectangle 20">
              <a:extLst>
                <a:ext uri="{FF2B5EF4-FFF2-40B4-BE49-F238E27FC236}">
                  <a16:creationId xmlns:a16="http://schemas.microsoft.com/office/drawing/2014/main" id="{6E986EC7-2AD2-DB77-AF26-C6EE859722EC}"/>
                </a:ext>
              </a:extLst>
            </p:cNvPr>
            <p:cNvSpPr/>
            <p:nvPr/>
          </p:nvSpPr>
          <p:spPr bwMode="gray">
            <a:xfrm>
              <a:off x="4294188" y="1368396"/>
              <a:ext cx="1730374" cy="2177551"/>
            </a:xfrm>
            <a:prstGeom prst="rect">
              <a:avLst/>
            </a:prstGeom>
            <a:solidFill>
              <a:srgbClr val="0D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2" name="Rectangle 21">
              <a:extLst>
                <a:ext uri="{FF2B5EF4-FFF2-40B4-BE49-F238E27FC236}">
                  <a16:creationId xmlns:a16="http://schemas.microsoft.com/office/drawing/2014/main" id="{0A324378-83D1-D5EF-0BBE-1EE2FF67E0F3}"/>
                </a:ext>
              </a:extLst>
            </p:cNvPr>
            <p:cNvSpPr/>
            <p:nvPr/>
          </p:nvSpPr>
          <p:spPr bwMode="gray">
            <a:xfrm>
              <a:off x="4294187" y="3545947"/>
              <a:ext cx="930483" cy="1110902"/>
            </a:xfrm>
            <a:prstGeom prst="rect">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nvGrpSpPr>
            <p:cNvPr id="23" name="Group 22">
              <a:extLst>
                <a:ext uri="{FF2B5EF4-FFF2-40B4-BE49-F238E27FC236}">
                  <a16:creationId xmlns:a16="http://schemas.microsoft.com/office/drawing/2014/main" id="{727E7931-7069-B7D5-BFF3-4D9B6A8D692E}"/>
                </a:ext>
              </a:extLst>
            </p:cNvPr>
            <p:cNvGrpSpPr/>
            <p:nvPr/>
          </p:nvGrpSpPr>
          <p:grpSpPr bwMode="gray">
            <a:xfrm>
              <a:off x="4294187" y="5083857"/>
              <a:ext cx="1730374" cy="557955"/>
              <a:chOff x="548639" y="5537577"/>
              <a:chExt cx="2667635" cy="640052"/>
            </a:xfrm>
          </p:grpSpPr>
          <p:sp>
            <p:nvSpPr>
              <p:cNvPr id="31" name="Rectangle 30">
                <a:extLst>
                  <a:ext uri="{FF2B5EF4-FFF2-40B4-BE49-F238E27FC236}">
                    <a16:creationId xmlns:a16="http://schemas.microsoft.com/office/drawing/2014/main" id="{037ECA06-D18B-8942-7506-9CB037696E8D}"/>
                  </a:ext>
                </a:extLst>
              </p:cNvPr>
              <p:cNvSpPr/>
              <p:nvPr/>
            </p:nvSpPr>
            <p:spPr bwMode="gray">
              <a:xfrm>
                <a:off x="548639" y="5537577"/>
                <a:ext cx="2667635" cy="213217"/>
              </a:xfrm>
              <a:prstGeom prst="rect">
                <a:avLst/>
              </a:prstGeom>
              <a:solidFill>
                <a:srgbClr val="DF41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2" name="Rectangle 31">
                <a:extLst>
                  <a:ext uri="{FF2B5EF4-FFF2-40B4-BE49-F238E27FC236}">
                    <a16:creationId xmlns:a16="http://schemas.microsoft.com/office/drawing/2014/main" id="{77973ED2-1002-5E34-F5B7-F2852DD59D30}"/>
                  </a:ext>
                </a:extLst>
              </p:cNvPr>
              <p:cNvSpPr/>
              <p:nvPr/>
            </p:nvSpPr>
            <p:spPr bwMode="gray">
              <a:xfrm>
                <a:off x="548639" y="5752812"/>
                <a:ext cx="2667635" cy="213218"/>
              </a:xfrm>
              <a:prstGeom prst="rect">
                <a:avLst/>
              </a:prstGeom>
              <a:solidFill>
                <a:srgbClr val="FFC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3" name="Rectangle 32">
                <a:extLst>
                  <a:ext uri="{FF2B5EF4-FFF2-40B4-BE49-F238E27FC236}">
                    <a16:creationId xmlns:a16="http://schemas.microsoft.com/office/drawing/2014/main" id="{25103BCF-85AC-430B-A63D-42C6A6AB8E7A}"/>
                  </a:ext>
                </a:extLst>
              </p:cNvPr>
              <p:cNvSpPr/>
              <p:nvPr/>
            </p:nvSpPr>
            <p:spPr bwMode="gray">
              <a:xfrm>
                <a:off x="548639" y="5964411"/>
                <a:ext cx="2667635" cy="213218"/>
              </a:xfrm>
              <a:prstGeom prst="rect">
                <a:avLst/>
              </a:prstGeom>
              <a:solidFill>
                <a:srgbClr val="56E2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sp>
          <p:nvSpPr>
            <p:cNvPr id="24" name="Rectangle 23">
              <a:extLst>
                <a:ext uri="{FF2B5EF4-FFF2-40B4-BE49-F238E27FC236}">
                  <a16:creationId xmlns:a16="http://schemas.microsoft.com/office/drawing/2014/main" id="{0006FF7A-B2F1-65D5-E5F7-D46AB47010AF}"/>
                </a:ext>
              </a:extLst>
            </p:cNvPr>
            <p:cNvSpPr/>
            <p:nvPr/>
          </p:nvSpPr>
          <p:spPr bwMode="gray">
            <a:xfrm>
              <a:off x="5623493" y="1368396"/>
              <a:ext cx="401070" cy="2177551"/>
            </a:xfrm>
            <a:prstGeom prst="rect">
              <a:avLst/>
            </a:prstGeom>
            <a:solidFill>
              <a:srgbClr val="0D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5" name="Rectangle 24">
              <a:extLst>
                <a:ext uri="{FF2B5EF4-FFF2-40B4-BE49-F238E27FC236}">
                  <a16:creationId xmlns:a16="http://schemas.microsoft.com/office/drawing/2014/main" id="{7A7CA108-34F3-55BF-57C4-C08DFB86A5B3}"/>
                </a:ext>
              </a:extLst>
            </p:cNvPr>
            <p:cNvSpPr/>
            <p:nvPr/>
          </p:nvSpPr>
          <p:spPr bwMode="gray">
            <a:xfrm>
              <a:off x="5224670" y="3545947"/>
              <a:ext cx="799893" cy="1110902"/>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nvGrpSpPr>
            <p:cNvPr id="26" name="Group 25">
              <a:extLst>
                <a:ext uri="{FF2B5EF4-FFF2-40B4-BE49-F238E27FC236}">
                  <a16:creationId xmlns:a16="http://schemas.microsoft.com/office/drawing/2014/main" id="{F56274A5-8035-D7CC-D422-F52877731AA3}"/>
                </a:ext>
              </a:extLst>
            </p:cNvPr>
            <p:cNvGrpSpPr/>
            <p:nvPr/>
          </p:nvGrpSpPr>
          <p:grpSpPr bwMode="gray">
            <a:xfrm>
              <a:off x="5623493" y="5083857"/>
              <a:ext cx="401070" cy="557954"/>
              <a:chOff x="548639" y="5537577"/>
              <a:chExt cx="2667635" cy="640052"/>
            </a:xfrm>
          </p:grpSpPr>
          <p:sp>
            <p:nvSpPr>
              <p:cNvPr id="28" name="Rectangle 27">
                <a:extLst>
                  <a:ext uri="{FF2B5EF4-FFF2-40B4-BE49-F238E27FC236}">
                    <a16:creationId xmlns:a16="http://schemas.microsoft.com/office/drawing/2014/main" id="{8ACB260B-5130-A7C0-D074-374147DE992E}"/>
                  </a:ext>
                </a:extLst>
              </p:cNvPr>
              <p:cNvSpPr/>
              <p:nvPr/>
            </p:nvSpPr>
            <p:spPr bwMode="gray">
              <a:xfrm>
                <a:off x="548639" y="5537577"/>
                <a:ext cx="2667635" cy="213218"/>
              </a:xfrm>
              <a:prstGeom prst="rect">
                <a:avLst/>
              </a:prstGeom>
              <a:solidFill>
                <a:srgbClr val="EFA0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29" name="Rectangle 28">
                <a:extLst>
                  <a:ext uri="{FF2B5EF4-FFF2-40B4-BE49-F238E27FC236}">
                    <a16:creationId xmlns:a16="http://schemas.microsoft.com/office/drawing/2014/main" id="{D90D97F1-4994-E763-7575-9C7294D22915}"/>
                  </a:ext>
                </a:extLst>
              </p:cNvPr>
              <p:cNvSpPr/>
              <p:nvPr/>
            </p:nvSpPr>
            <p:spPr bwMode="gray">
              <a:xfrm>
                <a:off x="548639" y="5752813"/>
                <a:ext cx="2667635" cy="213218"/>
              </a:xfrm>
              <a:prstGeom prst="rect">
                <a:avLst/>
              </a:prstGeom>
              <a:solidFill>
                <a:srgbClr val="FFE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30" name="Rectangle 29">
                <a:extLst>
                  <a:ext uri="{FF2B5EF4-FFF2-40B4-BE49-F238E27FC236}">
                    <a16:creationId xmlns:a16="http://schemas.microsoft.com/office/drawing/2014/main" id="{24DC421A-46CF-147D-E315-C11ED06596C6}"/>
                  </a:ext>
                </a:extLst>
              </p:cNvPr>
              <p:cNvSpPr/>
              <p:nvPr/>
            </p:nvSpPr>
            <p:spPr bwMode="gray">
              <a:xfrm>
                <a:off x="548639" y="5964411"/>
                <a:ext cx="2667635" cy="213218"/>
              </a:xfrm>
              <a:prstGeom prst="rect">
                <a:avLst/>
              </a:prstGeom>
              <a:solidFill>
                <a:srgbClr val="B3F2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sp>
          <p:nvSpPr>
            <p:cNvPr id="27" name="Rectangle 26">
              <a:extLst>
                <a:ext uri="{FF2B5EF4-FFF2-40B4-BE49-F238E27FC236}">
                  <a16:creationId xmlns:a16="http://schemas.microsoft.com/office/drawing/2014/main" id="{C5650621-A00F-C333-274D-C7A743B381FA}"/>
                </a:ext>
              </a:extLst>
            </p:cNvPr>
            <p:cNvSpPr/>
            <p:nvPr/>
          </p:nvSpPr>
          <p:spPr bwMode="gray">
            <a:xfrm>
              <a:off x="4294187" y="4648757"/>
              <a:ext cx="1730374" cy="442414"/>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sp>
        <p:nvSpPr>
          <p:cNvPr id="34" name="Subhead 1">
            <a:extLst>
              <a:ext uri="{FF2B5EF4-FFF2-40B4-BE49-F238E27FC236}">
                <a16:creationId xmlns:a16="http://schemas.microsoft.com/office/drawing/2014/main" id="{052232CE-5162-C5BC-3B5C-E6129E74FC2C}"/>
              </a:ext>
            </a:extLst>
          </p:cNvPr>
          <p:cNvSpPr txBox="1">
            <a:spLocks/>
          </p:cNvSpPr>
          <p:nvPr userDrawn="1"/>
        </p:nvSpPr>
        <p:spPr bwMode="gray">
          <a:xfrm>
            <a:off x="7094973" y="938169"/>
            <a:ext cx="800175"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mj-cs"/>
              </a:rPr>
              <a:t>Pearson Purple</a:t>
            </a:r>
          </a:p>
        </p:txBody>
      </p:sp>
      <p:cxnSp>
        <p:nvCxnSpPr>
          <p:cNvPr id="35" name="Straight Connector 34">
            <a:extLst>
              <a:ext uri="{FF2B5EF4-FFF2-40B4-BE49-F238E27FC236}">
                <a16:creationId xmlns:a16="http://schemas.microsoft.com/office/drawing/2014/main" id="{A876E7CF-68A5-1193-2438-A9FFF99E4169}"/>
              </a:ext>
              <a:ext uri="{C183D7F6-B498-43B3-948B-1728B52AA6E4}">
                <adec:decorative xmlns:adec="http://schemas.microsoft.com/office/drawing/2017/decorative" val="1"/>
              </a:ext>
            </a:extLst>
          </p:cNvPr>
          <p:cNvCxnSpPr>
            <a:cxnSpLocks/>
          </p:cNvCxnSpPr>
          <p:nvPr userDrawn="1"/>
        </p:nvCxnSpPr>
        <p:spPr bwMode="gray">
          <a:xfrm>
            <a:off x="7094972" y="1185478"/>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36" name="Swatch 1">
            <a:extLst>
              <a:ext uri="{FF2B5EF4-FFF2-40B4-BE49-F238E27FC236}">
                <a16:creationId xmlns:a16="http://schemas.microsoft.com/office/drawing/2014/main" id="{1CE9060D-0348-F49D-2593-609CB6832DD0}"/>
              </a:ext>
              <a:ext uri="{C183D7F6-B498-43B3-948B-1728B52AA6E4}">
                <adec:decorative xmlns:adec="http://schemas.microsoft.com/office/drawing/2017/decorative" val="1"/>
              </a:ext>
            </a:extLst>
          </p:cNvPr>
          <p:cNvSpPr/>
          <p:nvPr userDrawn="1"/>
        </p:nvSpPr>
        <p:spPr bwMode="gray">
          <a:xfrm>
            <a:off x="7094972" y="1270515"/>
            <a:ext cx="800175" cy="244360"/>
          </a:xfrm>
          <a:prstGeom prst="rect">
            <a:avLst/>
          </a:prstGeom>
          <a:solidFill>
            <a:srgbClr val="0D00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Text</a:t>
            </a:r>
          </a:p>
        </p:txBody>
      </p:sp>
      <p:sp>
        <p:nvSpPr>
          <p:cNvPr id="37" name="Color 1">
            <a:extLst>
              <a:ext uri="{FF2B5EF4-FFF2-40B4-BE49-F238E27FC236}">
                <a16:creationId xmlns:a16="http://schemas.microsoft.com/office/drawing/2014/main" id="{4E5B2A94-D280-1CEA-36AD-3DC041FD9E6A}"/>
              </a:ext>
            </a:extLst>
          </p:cNvPr>
          <p:cNvSpPr txBox="1">
            <a:spLocks/>
          </p:cNvSpPr>
          <p:nvPr userDrawn="1"/>
        </p:nvSpPr>
        <p:spPr bwMode="gray">
          <a:xfrm>
            <a:off x="8029411" y="1270516"/>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Pearson Purple</a:t>
            </a:r>
          </a:p>
        </p:txBody>
      </p:sp>
      <p:sp>
        <p:nvSpPr>
          <p:cNvPr id="38" name="HEX 1">
            <a:extLst>
              <a:ext uri="{FF2B5EF4-FFF2-40B4-BE49-F238E27FC236}">
                <a16:creationId xmlns:a16="http://schemas.microsoft.com/office/drawing/2014/main" id="{0C326F51-2D19-C1F1-E825-5F7E224F9F3B}"/>
              </a:ext>
            </a:extLst>
          </p:cNvPr>
          <p:cNvSpPr txBox="1">
            <a:spLocks/>
          </p:cNvSpPr>
          <p:nvPr userDrawn="1"/>
        </p:nvSpPr>
        <p:spPr bwMode="gray">
          <a:xfrm>
            <a:off x="8971017" y="1270516"/>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#0D004D</a:t>
            </a:r>
          </a:p>
        </p:txBody>
      </p:sp>
      <p:sp>
        <p:nvSpPr>
          <p:cNvPr id="39" name="RGB 1">
            <a:extLst>
              <a:ext uri="{FF2B5EF4-FFF2-40B4-BE49-F238E27FC236}">
                <a16:creationId xmlns:a16="http://schemas.microsoft.com/office/drawing/2014/main" id="{629845AA-E2D2-0003-4C13-6046322A95E0}"/>
              </a:ext>
            </a:extLst>
          </p:cNvPr>
          <p:cNvSpPr txBox="1">
            <a:spLocks/>
          </p:cNvSpPr>
          <p:nvPr userDrawn="1"/>
        </p:nvSpPr>
        <p:spPr bwMode="gray">
          <a:xfrm>
            <a:off x="9765449" y="1270516"/>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R13 G0 B77</a:t>
            </a:r>
          </a:p>
        </p:txBody>
      </p:sp>
      <p:sp>
        <p:nvSpPr>
          <p:cNvPr id="40" name="Subhead 2">
            <a:extLst>
              <a:ext uri="{FF2B5EF4-FFF2-40B4-BE49-F238E27FC236}">
                <a16:creationId xmlns:a16="http://schemas.microsoft.com/office/drawing/2014/main" id="{D69037FD-5176-4397-664D-2A2294443715}"/>
              </a:ext>
            </a:extLst>
          </p:cNvPr>
          <p:cNvSpPr txBox="1">
            <a:spLocks/>
          </p:cNvSpPr>
          <p:nvPr userDrawn="1"/>
        </p:nvSpPr>
        <p:spPr bwMode="gray">
          <a:xfrm>
            <a:off x="7094973" y="1774883"/>
            <a:ext cx="800175"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mj-cs"/>
              </a:rPr>
              <a:t>Primary Colors</a:t>
            </a:r>
          </a:p>
        </p:txBody>
      </p:sp>
      <p:cxnSp>
        <p:nvCxnSpPr>
          <p:cNvPr id="41" name="Straight Connector 40">
            <a:extLst>
              <a:ext uri="{FF2B5EF4-FFF2-40B4-BE49-F238E27FC236}">
                <a16:creationId xmlns:a16="http://schemas.microsoft.com/office/drawing/2014/main" id="{18890CAB-CB18-F8DC-DA2B-77F8A906FF73}"/>
              </a:ext>
              <a:ext uri="{C183D7F6-B498-43B3-948B-1728B52AA6E4}">
                <adec:decorative xmlns:adec="http://schemas.microsoft.com/office/drawing/2017/decorative" val="1"/>
              </a:ext>
            </a:extLst>
          </p:cNvPr>
          <p:cNvCxnSpPr>
            <a:cxnSpLocks/>
          </p:cNvCxnSpPr>
          <p:nvPr userDrawn="1"/>
        </p:nvCxnSpPr>
        <p:spPr bwMode="gray">
          <a:xfrm>
            <a:off x="7094972" y="2022019"/>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42" name="Swatch 2">
            <a:extLst>
              <a:ext uri="{FF2B5EF4-FFF2-40B4-BE49-F238E27FC236}">
                <a16:creationId xmlns:a16="http://schemas.microsoft.com/office/drawing/2014/main" id="{B4CC379D-2B26-06C3-B433-AC2F54D6A098}"/>
              </a:ext>
              <a:ext uri="{C183D7F6-B498-43B3-948B-1728B52AA6E4}">
                <adec:decorative xmlns:adec="http://schemas.microsoft.com/office/drawing/2017/decorative" val="1"/>
              </a:ext>
            </a:extLst>
          </p:cNvPr>
          <p:cNvSpPr/>
          <p:nvPr userDrawn="1"/>
        </p:nvSpPr>
        <p:spPr bwMode="gray">
          <a:xfrm>
            <a:off x="7094972" y="2082882"/>
            <a:ext cx="800175" cy="244360"/>
          </a:xfrm>
          <a:prstGeom prst="rect">
            <a:avLst/>
          </a:prstGeom>
          <a:solidFill>
            <a:srgbClr val="C1B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Text</a:t>
            </a:r>
          </a:p>
        </p:txBody>
      </p:sp>
      <p:sp>
        <p:nvSpPr>
          <p:cNvPr id="43" name="Color 2">
            <a:extLst>
              <a:ext uri="{FF2B5EF4-FFF2-40B4-BE49-F238E27FC236}">
                <a16:creationId xmlns:a16="http://schemas.microsoft.com/office/drawing/2014/main" id="{ACEB3293-F257-0271-2A15-9E55FE2F8444}"/>
              </a:ext>
            </a:extLst>
          </p:cNvPr>
          <p:cNvSpPr txBox="1">
            <a:spLocks/>
          </p:cNvSpPr>
          <p:nvPr userDrawn="1"/>
        </p:nvSpPr>
        <p:spPr bwMode="gray">
          <a:xfrm>
            <a:off x="8029411" y="208288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Light Purple</a:t>
            </a:r>
          </a:p>
        </p:txBody>
      </p:sp>
      <p:sp>
        <p:nvSpPr>
          <p:cNvPr id="44" name="HEX 2">
            <a:extLst>
              <a:ext uri="{FF2B5EF4-FFF2-40B4-BE49-F238E27FC236}">
                <a16:creationId xmlns:a16="http://schemas.microsoft.com/office/drawing/2014/main" id="{73A8D1E7-C90F-3253-DDE2-ED90603FBD48}"/>
              </a:ext>
            </a:extLst>
          </p:cNvPr>
          <p:cNvSpPr txBox="1">
            <a:spLocks/>
          </p:cNvSpPr>
          <p:nvPr userDrawn="1"/>
        </p:nvSpPr>
        <p:spPr bwMode="gray">
          <a:xfrm>
            <a:off x="8971017" y="208288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#C1BFFF</a:t>
            </a:r>
          </a:p>
        </p:txBody>
      </p:sp>
      <p:sp>
        <p:nvSpPr>
          <p:cNvPr id="45" name="RGB 2">
            <a:extLst>
              <a:ext uri="{FF2B5EF4-FFF2-40B4-BE49-F238E27FC236}">
                <a16:creationId xmlns:a16="http://schemas.microsoft.com/office/drawing/2014/main" id="{57F1D5CE-12CB-EC70-9F7A-958836867956}"/>
              </a:ext>
            </a:extLst>
          </p:cNvPr>
          <p:cNvSpPr txBox="1">
            <a:spLocks/>
          </p:cNvSpPr>
          <p:nvPr userDrawn="1"/>
        </p:nvSpPr>
        <p:spPr bwMode="gray">
          <a:xfrm>
            <a:off x="9765449" y="208288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R193 G191 B255</a:t>
            </a:r>
          </a:p>
        </p:txBody>
      </p:sp>
      <p:cxnSp>
        <p:nvCxnSpPr>
          <p:cNvPr id="46" name="Straight Connector 45">
            <a:extLst>
              <a:ext uri="{FF2B5EF4-FFF2-40B4-BE49-F238E27FC236}">
                <a16:creationId xmlns:a16="http://schemas.microsoft.com/office/drawing/2014/main" id="{5B0E85AD-5A5F-1607-2BD4-344A8FD66C96}"/>
              </a:ext>
              <a:ext uri="{C183D7F6-B498-43B3-948B-1728B52AA6E4}">
                <adec:decorative xmlns:adec="http://schemas.microsoft.com/office/drawing/2017/decorative" val="1"/>
              </a:ext>
            </a:extLst>
          </p:cNvPr>
          <p:cNvCxnSpPr>
            <a:cxnSpLocks/>
          </p:cNvCxnSpPr>
          <p:nvPr userDrawn="1"/>
        </p:nvCxnSpPr>
        <p:spPr bwMode="gray">
          <a:xfrm>
            <a:off x="7094972" y="2390083"/>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47" name="Swatch 3">
            <a:extLst>
              <a:ext uri="{FF2B5EF4-FFF2-40B4-BE49-F238E27FC236}">
                <a16:creationId xmlns:a16="http://schemas.microsoft.com/office/drawing/2014/main" id="{FACD8218-F95B-1BD2-E107-E86FF79E5167}"/>
              </a:ext>
              <a:ext uri="{C183D7F6-B498-43B3-948B-1728B52AA6E4}">
                <adec:decorative xmlns:adec="http://schemas.microsoft.com/office/drawing/2017/decorative" val="1"/>
              </a:ext>
            </a:extLst>
          </p:cNvPr>
          <p:cNvSpPr/>
          <p:nvPr userDrawn="1"/>
        </p:nvSpPr>
        <p:spPr bwMode="gray">
          <a:xfrm>
            <a:off x="7094972" y="2453362"/>
            <a:ext cx="800175" cy="24436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D004D"/>
              </a:solidFill>
              <a:effectLst/>
              <a:uLnTx/>
              <a:uFillTx/>
              <a:latin typeface="+mj-lt"/>
              <a:ea typeface="+mn-ea"/>
              <a:cs typeface="+mn-cs"/>
            </a:endParaRPr>
          </a:p>
        </p:txBody>
      </p:sp>
      <p:sp>
        <p:nvSpPr>
          <p:cNvPr id="48" name="Color 3">
            <a:extLst>
              <a:ext uri="{FF2B5EF4-FFF2-40B4-BE49-F238E27FC236}">
                <a16:creationId xmlns:a16="http://schemas.microsoft.com/office/drawing/2014/main" id="{34D8ACCD-355F-B4F3-9DCC-9D2063A75624}"/>
              </a:ext>
            </a:extLst>
          </p:cNvPr>
          <p:cNvSpPr txBox="1">
            <a:spLocks/>
          </p:cNvSpPr>
          <p:nvPr userDrawn="1"/>
        </p:nvSpPr>
        <p:spPr bwMode="gray">
          <a:xfrm>
            <a:off x="8029411" y="245336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Mist Purple</a:t>
            </a:r>
          </a:p>
        </p:txBody>
      </p:sp>
      <p:sp>
        <p:nvSpPr>
          <p:cNvPr id="49" name="HEX 3">
            <a:extLst>
              <a:ext uri="{FF2B5EF4-FFF2-40B4-BE49-F238E27FC236}">
                <a16:creationId xmlns:a16="http://schemas.microsoft.com/office/drawing/2014/main" id="{38604BEF-9E86-68CE-5660-C6AD4EB471BB}"/>
              </a:ext>
            </a:extLst>
          </p:cNvPr>
          <p:cNvSpPr txBox="1">
            <a:spLocks/>
          </p:cNvSpPr>
          <p:nvPr userDrawn="1"/>
        </p:nvSpPr>
        <p:spPr bwMode="gray">
          <a:xfrm>
            <a:off x="8971017" y="245336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#EDECF6</a:t>
            </a:r>
          </a:p>
        </p:txBody>
      </p:sp>
      <p:sp>
        <p:nvSpPr>
          <p:cNvPr id="50" name="RGB 3">
            <a:extLst>
              <a:ext uri="{FF2B5EF4-FFF2-40B4-BE49-F238E27FC236}">
                <a16:creationId xmlns:a16="http://schemas.microsoft.com/office/drawing/2014/main" id="{0D9BE44A-C2D2-7CCF-0B49-2E8C1EBB1751}"/>
              </a:ext>
            </a:extLst>
          </p:cNvPr>
          <p:cNvSpPr txBox="1">
            <a:spLocks/>
          </p:cNvSpPr>
          <p:nvPr userDrawn="1"/>
        </p:nvSpPr>
        <p:spPr bwMode="gray">
          <a:xfrm>
            <a:off x="9765449" y="245336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R237 G236 B246</a:t>
            </a:r>
          </a:p>
        </p:txBody>
      </p:sp>
      <p:sp>
        <p:nvSpPr>
          <p:cNvPr id="51" name="Subhead 3">
            <a:extLst>
              <a:ext uri="{FF2B5EF4-FFF2-40B4-BE49-F238E27FC236}">
                <a16:creationId xmlns:a16="http://schemas.microsoft.com/office/drawing/2014/main" id="{FD988E66-8E42-9FBF-A57A-BE979756051D}"/>
              </a:ext>
            </a:extLst>
          </p:cNvPr>
          <p:cNvSpPr txBox="1">
            <a:spLocks/>
          </p:cNvSpPr>
          <p:nvPr userDrawn="1"/>
        </p:nvSpPr>
        <p:spPr bwMode="gray">
          <a:xfrm>
            <a:off x="7094973" y="2931330"/>
            <a:ext cx="1115200"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Secondary Color</a:t>
            </a:r>
          </a:p>
        </p:txBody>
      </p:sp>
      <p:cxnSp>
        <p:nvCxnSpPr>
          <p:cNvPr id="52" name="Straight Connector 51">
            <a:extLst>
              <a:ext uri="{FF2B5EF4-FFF2-40B4-BE49-F238E27FC236}">
                <a16:creationId xmlns:a16="http://schemas.microsoft.com/office/drawing/2014/main" id="{776F1FEA-33F7-7BB2-7EE0-A8C1A473891F}"/>
              </a:ext>
              <a:ext uri="{C183D7F6-B498-43B3-948B-1728B52AA6E4}">
                <adec:decorative xmlns:adec="http://schemas.microsoft.com/office/drawing/2017/decorative" val="1"/>
              </a:ext>
            </a:extLst>
          </p:cNvPr>
          <p:cNvCxnSpPr>
            <a:cxnSpLocks/>
          </p:cNvCxnSpPr>
          <p:nvPr userDrawn="1"/>
        </p:nvCxnSpPr>
        <p:spPr bwMode="gray">
          <a:xfrm>
            <a:off x="7094972" y="3179215"/>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53" name="Swatch 4">
            <a:extLst>
              <a:ext uri="{FF2B5EF4-FFF2-40B4-BE49-F238E27FC236}">
                <a16:creationId xmlns:a16="http://schemas.microsoft.com/office/drawing/2014/main" id="{2A7595F5-D95F-C513-5A14-0B713B2A3BE1}"/>
              </a:ext>
              <a:ext uri="{C183D7F6-B498-43B3-948B-1728B52AA6E4}">
                <adec:decorative xmlns:adec="http://schemas.microsoft.com/office/drawing/2017/decorative" val="1"/>
              </a:ext>
            </a:extLst>
          </p:cNvPr>
          <p:cNvSpPr/>
          <p:nvPr userDrawn="1"/>
        </p:nvSpPr>
        <p:spPr bwMode="gray">
          <a:xfrm>
            <a:off x="7094972" y="3243212"/>
            <a:ext cx="800175" cy="244360"/>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Text</a:t>
            </a:r>
          </a:p>
        </p:txBody>
      </p:sp>
      <p:sp>
        <p:nvSpPr>
          <p:cNvPr id="54" name="Color 4">
            <a:extLst>
              <a:ext uri="{FF2B5EF4-FFF2-40B4-BE49-F238E27FC236}">
                <a16:creationId xmlns:a16="http://schemas.microsoft.com/office/drawing/2014/main" id="{6DDE742A-49BE-D347-177C-8E62614B8298}"/>
              </a:ext>
            </a:extLst>
          </p:cNvPr>
          <p:cNvSpPr txBox="1">
            <a:spLocks/>
          </p:cNvSpPr>
          <p:nvPr userDrawn="1"/>
        </p:nvSpPr>
        <p:spPr bwMode="gray">
          <a:xfrm>
            <a:off x="8029411" y="324321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Amethyst</a:t>
            </a:r>
          </a:p>
        </p:txBody>
      </p:sp>
      <p:sp>
        <p:nvSpPr>
          <p:cNvPr id="87" name="HEX 4">
            <a:extLst>
              <a:ext uri="{FF2B5EF4-FFF2-40B4-BE49-F238E27FC236}">
                <a16:creationId xmlns:a16="http://schemas.microsoft.com/office/drawing/2014/main" id="{F542E182-5F51-1965-B10D-509006FFC9C8}"/>
              </a:ext>
            </a:extLst>
          </p:cNvPr>
          <p:cNvSpPr txBox="1">
            <a:spLocks/>
          </p:cNvSpPr>
          <p:nvPr userDrawn="1"/>
        </p:nvSpPr>
        <p:spPr bwMode="gray">
          <a:xfrm>
            <a:off x="8971017" y="324321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#512EAB</a:t>
            </a:r>
          </a:p>
        </p:txBody>
      </p:sp>
      <p:sp>
        <p:nvSpPr>
          <p:cNvPr id="88" name="RGB 4">
            <a:extLst>
              <a:ext uri="{FF2B5EF4-FFF2-40B4-BE49-F238E27FC236}">
                <a16:creationId xmlns:a16="http://schemas.microsoft.com/office/drawing/2014/main" id="{3F6DED43-FE9A-C5E4-DB90-7CC689EDEEA0}"/>
              </a:ext>
            </a:extLst>
          </p:cNvPr>
          <p:cNvSpPr txBox="1">
            <a:spLocks/>
          </p:cNvSpPr>
          <p:nvPr userDrawn="1"/>
        </p:nvSpPr>
        <p:spPr bwMode="gray">
          <a:xfrm>
            <a:off x="9765449" y="324321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R81 G46 B171</a:t>
            </a:r>
          </a:p>
        </p:txBody>
      </p:sp>
      <p:sp>
        <p:nvSpPr>
          <p:cNvPr id="89" name="Subhead 4">
            <a:extLst>
              <a:ext uri="{FF2B5EF4-FFF2-40B4-BE49-F238E27FC236}">
                <a16:creationId xmlns:a16="http://schemas.microsoft.com/office/drawing/2014/main" id="{5AC652B5-AA78-9A4A-E79F-91EAB159650A}"/>
              </a:ext>
            </a:extLst>
          </p:cNvPr>
          <p:cNvSpPr txBox="1">
            <a:spLocks/>
          </p:cNvSpPr>
          <p:nvPr userDrawn="1"/>
        </p:nvSpPr>
        <p:spPr bwMode="gray">
          <a:xfrm>
            <a:off x="7094973" y="3630577"/>
            <a:ext cx="800175" cy="247309"/>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Accent Colors</a:t>
            </a:r>
          </a:p>
        </p:txBody>
      </p:sp>
      <p:cxnSp>
        <p:nvCxnSpPr>
          <p:cNvPr id="90" name="Straight Connector 89">
            <a:extLst>
              <a:ext uri="{FF2B5EF4-FFF2-40B4-BE49-F238E27FC236}">
                <a16:creationId xmlns:a16="http://schemas.microsoft.com/office/drawing/2014/main" id="{788D7C84-EBBC-CB3B-6524-487DBC32AB08}"/>
              </a:ext>
              <a:ext uri="{C183D7F6-B498-43B3-948B-1728B52AA6E4}">
                <adec:decorative xmlns:adec="http://schemas.microsoft.com/office/drawing/2017/decorative" val="1"/>
              </a:ext>
            </a:extLst>
          </p:cNvPr>
          <p:cNvCxnSpPr>
            <a:cxnSpLocks/>
          </p:cNvCxnSpPr>
          <p:nvPr userDrawn="1"/>
        </p:nvCxnSpPr>
        <p:spPr bwMode="gray">
          <a:xfrm>
            <a:off x="7094972" y="3873368"/>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91" name="Swatch 5">
            <a:extLst>
              <a:ext uri="{FF2B5EF4-FFF2-40B4-BE49-F238E27FC236}">
                <a16:creationId xmlns:a16="http://schemas.microsoft.com/office/drawing/2014/main" id="{BEF4A4E1-1162-A7E7-88E3-433E97DC2935}"/>
              </a:ext>
              <a:ext uri="{C183D7F6-B498-43B3-948B-1728B52AA6E4}">
                <adec:decorative xmlns:adec="http://schemas.microsoft.com/office/drawing/2017/decorative" val="1"/>
              </a:ext>
            </a:extLst>
          </p:cNvPr>
          <p:cNvSpPr/>
          <p:nvPr userDrawn="1"/>
        </p:nvSpPr>
        <p:spPr bwMode="gray">
          <a:xfrm>
            <a:off x="7094972" y="3949014"/>
            <a:ext cx="800175" cy="244360"/>
          </a:xfrm>
          <a:prstGeom prst="rect">
            <a:avLst/>
          </a:prstGeom>
          <a:solidFill>
            <a:srgbClr val="DF41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92" name="Color 5">
            <a:extLst>
              <a:ext uri="{FF2B5EF4-FFF2-40B4-BE49-F238E27FC236}">
                <a16:creationId xmlns:a16="http://schemas.microsoft.com/office/drawing/2014/main" id="{54026D56-DAC2-8B2F-6587-ACF45F5EB602}"/>
              </a:ext>
            </a:extLst>
          </p:cNvPr>
          <p:cNvSpPr txBox="1">
            <a:spLocks/>
          </p:cNvSpPr>
          <p:nvPr userDrawn="1"/>
        </p:nvSpPr>
        <p:spPr bwMode="gray">
          <a:xfrm>
            <a:off x="8029411" y="3949015"/>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Fuchsia</a:t>
            </a:r>
          </a:p>
        </p:txBody>
      </p:sp>
      <p:sp>
        <p:nvSpPr>
          <p:cNvPr id="93" name="HEX 5">
            <a:extLst>
              <a:ext uri="{FF2B5EF4-FFF2-40B4-BE49-F238E27FC236}">
                <a16:creationId xmlns:a16="http://schemas.microsoft.com/office/drawing/2014/main" id="{EDA6BE34-41F3-7F94-7DE7-428BD2FCFD5E}"/>
              </a:ext>
            </a:extLst>
          </p:cNvPr>
          <p:cNvSpPr txBox="1">
            <a:spLocks/>
          </p:cNvSpPr>
          <p:nvPr userDrawn="1"/>
        </p:nvSpPr>
        <p:spPr bwMode="gray">
          <a:xfrm>
            <a:off x="8971017" y="3949015"/>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#DF41CF</a:t>
            </a:r>
          </a:p>
        </p:txBody>
      </p:sp>
      <p:sp>
        <p:nvSpPr>
          <p:cNvPr id="94" name="RGB 5">
            <a:extLst>
              <a:ext uri="{FF2B5EF4-FFF2-40B4-BE49-F238E27FC236}">
                <a16:creationId xmlns:a16="http://schemas.microsoft.com/office/drawing/2014/main" id="{10CD26E1-6DCF-69A1-DF8B-7CEC9809054D}"/>
              </a:ext>
            </a:extLst>
          </p:cNvPr>
          <p:cNvSpPr txBox="1">
            <a:spLocks/>
          </p:cNvSpPr>
          <p:nvPr userDrawn="1"/>
        </p:nvSpPr>
        <p:spPr bwMode="gray">
          <a:xfrm>
            <a:off x="9765449" y="3949015"/>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R223 G65 B207</a:t>
            </a:r>
          </a:p>
        </p:txBody>
      </p:sp>
      <p:cxnSp>
        <p:nvCxnSpPr>
          <p:cNvPr id="95" name="Straight Connector 94">
            <a:extLst>
              <a:ext uri="{FF2B5EF4-FFF2-40B4-BE49-F238E27FC236}">
                <a16:creationId xmlns:a16="http://schemas.microsoft.com/office/drawing/2014/main" id="{32C27058-4373-9F93-D21F-C50BC41AA53C}"/>
              </a:ext>
              <a:ext uri="{C183D7F6-B498-43B3-948B-1728B52AA6E4}">
                <adec:decorative xmlns:adec="http://schemas.microsoft.com/office/drawing/2017/decorative" val="1"/>
              </a:ext>
            </a:extLst>
          </p:cNvPr>
          <p:cNvCxnSpPr>
            <a:cxnSpLocks/>
          </p:cNvCxnSpPr>
          <p:nvPr userDrawn="1"/>
        </p:nvCxnSpPr>
        <p:spPr bwMode="gray">
          <a:xfrm>
            <a:off x="7094972" y="4241432"/>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96" name="Swatch 6">
            <a:extLst>
              <a:ext uri="{FF2B5EF4-FFF2-40B4-BE49-F238E27FC236}">
                <a16:creationId xmlns:a16="http://schemas.microsoft.com/office/drawing/2014/main" id="{7C86E24B-E2BE-76AA-03CE-9C5C01AE70CC}"/>
              </a:ext>
              <a:ext uri="{C183D7F6-B498-43B3-948B-1728B52AA6E4}">
                <adec:decorative xmlns:adec="http://schemas.microsoft.com/office/drawing/2017/decorative" val="1"/>
              </a:ext>
            </a:extLst>
          </p:cNvPr>
          <p:cNvSpPr/>
          <p:nvPr userDrawn="1"/>
        </p:nvSpPr>
        <p:spPr bwMode="gray">
          <a:xfrm>
            <a:off x="7094972" y="4315200"/>
            <a:ext cx="800175" cy="244360"/>
          </a:xfrm>
          <a:prstGeom prst="rect">
            <a:avLst/>
          </a:prstGeom>
          <a:solidFill>
            <a:srgbClr val="EFA0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97" name="Color 6">
            <a:extLst>
              <a:ext uri="{FF2B5EF4-FFF2-40B4-BE49-F238E27FC236}">
                <a16:creationId xmlns:a16="http://schemas.microsoft.com/office/drawing/2014/main" id="{71DDD714-C6DA-67F6-FDBF-E1958DC9B9EF}"/>
              </a:ext>
            </a:extLst>
          </p:cNvPr>
          <p:cNvSpPr txBox="1">
            <a:spLocks/>
          </p:cNvSpPr>
          <p:nvPr userDrawn="1"/>
        </p:nvSpPr>
        <p:spPr bwMode="gray">
          <a:xfrm>
            <a:off x="8029411" y="4315201"/>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Fuchsia Tint</a:t>
            </a:r>
          </a:p>
        </p:txBody>
      </p:sp>
      <p:sp>
        <p:nvSpPr>
          <p:cNvPr id="98" name="HEX 6">
            <a:extLst>
              <a:ext uri="{FF2B5EF4-FFF2-40B4-BE49-F238E27FC236}">
                <a16:creationId xmlns:a16="http://schemas.microsoft.com/office/drawing/2014/main" id="{E499438C-EB29-960E-E878-6C9218A27FB3}"/>
              </a:ext>
            </a:extLst>
          </p:cNvPr>
          <p:cNvSpPr txBox="1">
            <a:spLocks/>
          </p:cNvSpPr>
          <p:nvPr userDrawn="1"/>
        </p:nvSpPr>
        <p:spPr bwMode="gray">
          <a:xfrm>
            <a:off x="8971017" y="4315201"/>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#EFA0E7</a:t>
            </a:r>
          </a:p>
        </p:txBody>
      </p:sp>
      <p:sp>
        <p:nvSpPr>
          <p:cNvPr id="99" name="RGB 6">
            <a:extLst>
              <a:ext uri="{FF2B5EF4-FFF2-40B4-BE49-F238E27FC236}">
                <a16:creationId xmlns:a16="http://schemas.microsoft.com/office/drawing/2014/main" id="{7D970AEE-B073-0324-E1E7-5449620DE0F7}"/>
              </a:ext>
            </a:extLst>
          </p:cNvPr>
          <p:cNvSpPr txBox="1">
            <a:spLocks/>
          </p:cNvSpPr>
          <p:nvPr userDrawn="1"/>
        </p:nvSpPr>
        <p:spPr bwMode="gray">
          <a:xfrm>
            <a:off x="9765449" y="4315201"/>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R239 G160 B231</a:t>
            </a:r>
          </a:p>
        </p:txBody>
      </p:sp>
      <p:cxnSp>
        <p:nvCxnSpPr>
          <p:cNvPr id="100" name="Straight Connector 99">
            <a:extLst>
              <a:ext uri="{FF2B5EF4-FFF2-40B4-BE49-F238E27FC236}">
                <a16:creationId xmlns:a16="http://schemas.microsoft.com/office/drawing/2014/main" id="{1A7028D4-40D0-AEAD-07EF-1A36B2DB43DB}"/>
              </a:ext>
              <a:ext uri="{C183D7F6-B498-43B3-948B-1728B52AA6E4}">
                <adec:decorative xmlns:adec="http://schemas.microsoft.com/office/drawing/2017/decorative" val="1"/>
              </a:ext>
            </a:extLst>
          </p:cNvPr>
          <p:cNvCxnSpPr>
            <a:cxnSpLocks/>
          </p:cNvCxnSpPr>
          <p:nvPr userDrawn="1"/>
        </p:nvCxnSpPr>
        <p:spPr bwMode="gray">
          <a:xfrm>
            <a:off x="7094972" y="4609496"/>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01" name="Swatch 7">
            <a:extLst>
              <a:ext uri="{FF2B5EF4-FFF2-40B4-BE49-F238E27FC236}">
                <a16:creationId xmlns:a16="http://schemas.microsoft.com/office/drawing/2014/main" id="{A79C73E4-4B4D-4C09-6F99-B9E7D0F57209}"/>
              </a:ext>
              <a:ext uri="{C183D7F6-B498-43B3-948B-1728B52AA6E4}">
                <adec:decorative xmlns:adec="http://schemas.microsoft.com/office/drawing/2017/decorative" val="1"/>
              </a:ext>
            </a:extLst>
          </p:cNvPr>
          <p:cNvSpPr/>
          <p:nvPr userDrawn="1"/>
        </p:nvSpPr>
        <p:spPr bwMode="gray">
          <a:xfrm>
            <a:off x="7094972" y="4681386"/>
            <a:ext cx="800175" cy="244360"/>
          </a:xfrm>
          <a:prstGeom prst="rect">
            <a:avLst/>
          </a:prstGeom>
          <a:solidFill>
            <a:srgbClr val="FFC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02" name="Color 7">
            <a:extLst>
              <a:ext uri="{FF2B5EF4-FFF2-40B4-BE49-F238E27FC236}">
                <a16:creationId xmlns:a16="http://schemas.microsoft.com/office/drawing/2014/main" id="{4B1B38BB-DE58-A312-08F9-0A7A38180381}"/>
              </a:ext>
            </a:extLst>
          </p:cNvPr>
          <p:cNvSpPr txBox="1">
            <a:spLocks/>
          </p:cNvSpPr>
          <p:nvPr userDrawn="1"/>
        </p:nvSpPr>
        <p:spPr bwMode="gray">
          <a:xfrm>
            <a:off x="8029411" y="4681387"/>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Amber</a:t>
            </a:r>
          </a:p>
        </p:txBody>
      </p:sp>
      <p:sp>
        <p:nvSpPr>
          <p:cNvPr id="103" name="HEX 7">
            <a:extLst>
              <a:ext uri="{FF2B5EF4-FFF2-40B4-BE49-F238E27FC236}">
                <a16:creationId xmlns:a16="http://schemas.microsoft.com/office/drawing/2014/main" id="{84DE7ECA-C3C3-0836-0A59-6EB424A538A7}"/>
              </a:ext>
            </a:extLst>
          </p:cNvPr>
          <p:cNvSpPr txBox="1">
            <a:spLocks/>
          </p:cNvSpPr>
          <p:nvPr userDrawn="1"/>
        </p:nvSpPr>
        <p:spPr bwMode="gray">
          <a:xfrm>
            <a:off x="8971017" y="4681387"/>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#FFCE00</a:t>
            </a:r>
          </a:p>
        </p:txBody>
      </p:sp>
      <p:sp>
        <p:nvSpPr>
          <p:cNvPr id="104" name="RGB 7">
            <a:extLst>
              <a:ext uri="{FF2B5EF4-FFF2-40B4-BE49-F238E27FC236}">
                <a16:creationId xmlns:a16="http://schemas.microsoft.com/office/drawing/2014/main" id="{FE58B3E4-70FE-8BCE-E4CC-4FE4F914A0A1}"/>
              </a:ext>
            </a:extLst>
          </p:cNvPr>
          <p:cNvSpPr txBox="1">
            <a:spLocks/>
          </p:cNvSpPr>
          <p:nvPr userDrawn="1"/>
        </p:nvSpPr>
        <p:spPr bwMode="gray">
          <a:xfrm>
            <a:off x="9765449" y="4681387"/>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R255 G206 B0</a:t>
            </a:r>
          </a:p>
        </p:txBody>
      </p:sp>
      <p:cxnSp>
        <p:nvCxnSpPr>
          <p:cNvPr id="105" name="Straight Connector 104">
            <a:extLst>
              <a:ext uri="{FF2B5EF4-FFF2-40B4-BE49-F238E27FC236}">
                <a16:creationId xmlns:a16="http://schemas.microsoft.com/office/drawing/2014/main" id="{BE5741B2-B402-C50C-5F24-CB4A487C6803}"/>
              </a:ext>
              <a:ext uri="{C183D7F6-B498-43B3-948B-1728B52AA6E4}">
                <adec:decorative xmlns:adec="http://schemas.microsoft.com/office/drawing/2017/decorative" val="1"/>
              </a:ext>
            </a:extLst>
          </p:cNvPr>
          <p:cNvCxnSpPr>
            <a:cxnSpLocks/>
          </p:cNvCxnSpPr>
          <p:nvPr userDrawn="1"/>
        </p:nvCxnSpPr>
        <p:spPr bwMode="gray">
          <a:xfrm>
            <a:off x="7094972" y="4977560"/>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06" name="Swatch 8">
            <a:extLst>
              <a:ext uri="{FF2B5EF4-FFF2-40B4-BE49-F238E27FC236}">
                <a16:creationId xmlns:a16="http://schemas.microsoft.com/office/drawing/2014/main" id="{2D39DF79-C8B4-8F53-ECD3-90EB57EC50D0}"/>
              </a:ext>
              <a:ext uri="{C183D7F6-B498-43B3-948B-1728B52AA6E4}">
                <adec:decorative xmlns:adec="http://schemas.microsoft.com/office/drawing/2017/decorative" val="1"/>
              </a:ext>
            </a:extLst>
          </p:cNvPr>
          <p:cNvSpPr/>
          <p:nvPr userDrawn="1"/>
        </p:nvSpPr>
        <p:spPr bwMode="gray">
          <a:xfrm>
            <a:off x="7094972" y="5047573"/>
            <a:ext cx="800175" cy="244360"/>
          </a:xfrm>
          <a:prstGeom prst="rect">
            <a:avLst/>
          </a:prstGeom>
          <a:solidFill>
            <a:srgbClr val="FFE6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07" name="Color 8">
            <a:extLst>
              <a:ext uri="{FF2B5EF4-FFF2-40B4-BE49-F238E27FC236}">
                <a16:creationId xmlns:a16="http://schemas.microsoft.com/office/drawing/2014/main" id="{E29B0DEF-F719-83C6-BF87-E57CC2A20C5B}"/>
              </a:ext>
            </a:extLst>
          </p:cNvPr>
          <p:cNvSpPr txBox="1">
            <a:spLocks/>
          </p:cNvSpPr>
          <p:nvPr userDrawn="1"/>
        </p:nvSpPr>
        <p:spPr bwMode="gray">
          <a:xfrm>
            <a:off x="8029411" y="5047573"/>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Amber Tint</a:t>
            </a:r>
          </a:p>
        </p:txBody>
      </p:sp>
      <p:sp>
        <p:nvSpPr>
          <p:cNvPr id="108" name="HEX 8">
            <a:extLst>
              <a:ext uri="{FF2B5EF4-FFF2-40B4-BE49-F238E27FC236}">
                <a16:creationId xmlns:a16="http://schemas.microsoft.com/office/drawing/2014/main" id="{0838F0BC-A19A-1D1E-71AF-51FDE07C631A}"/>
              </a:ext>
            </a:extLst>
          </p:cNvPr>
          <p:cNvSpPr txBox="1">
            <a:spLocks/>
          </p:cNvSpPr>
          <p:nvPr userDrawn="1"/>
        </p:nvSpPr>
        <p:spPr bwMode="gray">
          <a:xfrm>
            <a:off x="8971017" y="5047573"/>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#FFE67F</a:t>
            </a:r>
          </a:p>
        </p:txBody>
      </p:sp>
      <p:sp>
        <p:nvSpPr>
          <p:cNvPr id="109" name="RGB 8">
            <a:extLst>
              <a:ext uri="{FF2B5EF4-FFF2-40B4-BE49-F238E27FC236}">
                <a16:creationId xmlns:a16="http://schemas.microsoft.com/office/drawing/2014/main" id="{741FD6EF-0DCF-CFE0-0035-F871085B0F76}"/>
              </a:ext>
            </a:extLst>
          </p:cNvPr>
          <p:cNvSpPr txBox="1">
            <a:spLocks/>
          </p:cNvSpPr>
          <p:nvPr userDrawn="1"/>
        </p:nvSpPr>
        <p:spPr bwMode="gray">
          <a:xfrm>
            <a:off x="9765449" y="5047573"/>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R255 G230 B127</a:t>
            </a:r>
          </a:p>
        </p:txBody>
      </p:sp>
      <p:cxnSp>
        <p:nvCxnSpPr>
          <p:cNvPr id="110" name="Straight Connector 109">
            <a:extLst>
              <a:ext uri="{FF2B5EF4-FFF2-40B4-BE49-F238E27FC236}">
                <a16:creationId xmlns:a16="http://schemas.microsoft.com/office/drawing/2014/main" id="{C29F2BC4-A467-0D3B-79EB-C9AD91B93BBA}"/>
              </a:ext>
              <a:ext uri="{C183D7F6-B498-43B3-948B-1728B52AA6E4}">
                <adec:decorative xmlns:adec="http://schemas.microsoft.com/office/drawing/2017/decorative" val="1"/>
              </a:ext>
            </a:extLst>
          </p:cNvPr>
          <p:cNvCxnSpPr>
            <a:cxnSpLocks/>
          </p:cNvCxnSpPr>
          <p:nvPr userDrawn="1"/>
        </p:nvCxnSpPr>
        <p:spPr bwMode="gray">
          <a:xfrm>
            <a:off x="7094972" y="5345624"/>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11" name="Swatch 9">
            <a:extLst>
              <a:ext uri="{FF2B5EF4-FFF2-40B4-BE49-F238E27FC236}">
                <a16:creationId xmlns:a16="http://schemas.microsoft.com/office/drawing/2014/main" id="{C0E15434-6202-85AE-471F-C9ACDBF7DD05}"/>
              </a:ext>
              <a:ext uri="{C183D7F6-B498-43B3-948B-1728B52AA6E4}">
                <adec:decorative xmlns:adec="http://schemas.microsoft.com/office/drawing/2017/decorative" val="1"/>
              </a:ext>
            </a:extLst>
          </p:cNvPr>
          <p:cNvSpPr/>
          <p:nvPr userDrawn="1"/>
        </p:nvSpPr>
        <p:spPr bwMode="gray">
          <a:xfrm>
            <a:off x="7094972" y="5413759"/>
            <a:ext cx="800175" cy="244360"/>
          </a:xfrm>
          <a:prstGeom prst="rect">
            <a:avLst/>
          </a:prstGeom>
          <a:solidFill>
            <a:srgbClr val="56E2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12" name="Color 9">
            <a:extLst>
              <a:ext uri="{FF2B5EF4-FFF2-40B4-BE49-F238E27FC236}">
                <a16:creationId xmlns:a16="http://schemas.microsoft.com/office/drawing/2014/main" id="{B8A6972A-2E7F-E477-088E-1D182990F567}"/>
              </a:ext>
            </a:extLst>
          </p:cNvPr>
          <p:cNvSpPr txBox="1">
            <a:spLocks/>
          </p:cNvSpPr>
          <p:nvPr userDrawn="1"/>
        </p:nvSpPr>
        <p:spPr bwMode="gray">
          <a:xfrm>
            <a:off x="8029411" y="5413759"/>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Turquoise</a:t>
            </a:r>
          </a:p>
        </p:txBody>
      </p:sp>
      <p:sp>
        <p:nvSpPr>
          <p:cNvPr id="113" name="HEX 9">
            <a:extLst>
              <a:ext uri="{FF2B5EF4-FFF2-40B4-BE49-F238E27FC236}">
                <a16:creationId xmlns:a16="http://schemas.microsoft.com/office/drawing/2014/main" id="{CD616D9B-B470-BAE8-C5B1-02ED39F926A3}"/>
              </a:ext>
            </a:extLst>
          </p:cNvPr>
          <p:cNvSpPr txBox="1">
            <a:spLocks/>
          </p:cNvSpPr>
          <p:nvPr userDrawn="1"/>
        </p:nvSpPr>
        <p:spPr bwMode="gray">
          <a:xfrm>
            <a:off x="8971017" y="5413759"/>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#56E2E1</a:t>
            </a:r>
          </a:p>
        </p:txBody>
      </p:sp>
      <p:sp>
        <p:nvSpPr>
          <p:cNvPr id="114" name="RGB 9">
            <a:extLst>
              <a:ext uri="{FF2B5EF4-FFF2-40B4-BE49-F238E27FC236}">
                <a16:creationId xmlns:a16="http://schemas.microsoft.com/office/drawing/2014/main" id="{8B0B3B02-BA99-AA2F-3F6A-2B0E0FDC0C61}"/>
              </a:ext>
            </a:extLst>
          </p:cNvPr>
          <p:cNvSpPr txBox="1">
            <a:spLocks/>
          </p:cNvSpPr>
          <p:nvPr userDrawn="1"/>
        </p:nvSpPr>
        <p:spPr bwMode="gray">
          <a:xfrm>
            <a:off x="9765449" y="5413759"/>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R86 G226 B225</a:t>
            </a:r>
          </a:p>
        </p:txBody>
      </p:sp>
      <p:cxnSp>
        <p:nvCxnSpPr>
          <p:cNvPr id="115" name="Straight Connector 114">
            <a:extLst>
              <a:ext uri="{FF2B5EF4-FFF2-40B4-BE49-F238E27FC236}">
                <a16:creationId xmlns:a16="http://schemas.microsoft.com/office/drawing/2014/main" id="{6BB486C0-4784-9AAE-CA5E-3C862F1ABA36}"/>
              </a:ext>
              <a:ext uri="{C183D7F6-B498-43B3-948B-1728B52AA6E4}">
                <adec:decorative xmlns:adec="http://schemas.microsoft.com/office/drawing/2017/decorative" val="1"/>
              </a:ext>
            </a:extLst>
          </p:cNvPr>
          <p:cNvCxnSpPr>
            <a:cxnSpLocks/>
          </p:cNvCxnSpPr>
          <p:nvPr userDrawn="1"/>
        </p:nvCxnSpPr>
        <p:spPr bwMode="gray">
          <a:xfrm>
            <a:off x="7094972" y="5713688"/>
            <a:ext cx="3611128" cy="0"/>
          </a:xfrm>
          <a:prstGeom prst="line">
            <a:avLst/>
          </a:prstGeom>
          <a:ln w="6350">
            <a:solidFill>
              <a:schemeClr val="tx2"/>
            </a:solidFill>
          </a:ln>
        </p:spPr>
        <p:style>
          <a:lnRef idx="2">
            <a:schemeClr val="accent1"/>
          </a:lnRef>
          <a:fillRef idx="0">
            <a:schemeClr val="accent1"/>
          </a:fillRef>
          <a:effectRef idx="1">
            <a:schemeClr val="accent1"/>
          </a:effectRef>
          <a:fontRef idx="minor">
            <a:schemeClr val="tx1"/>
          </a:fontRef>
        </p:style>
      </p:cxnSp>
      <p:sp>
        <p:nvSpPr>
          <p:cNvPr id="116" name="Swatch 10">
            <a:extLst>
              <a:ext uri="{FF2B5EF4-FFF2-40B4-BE49-F238E27FC236}">
                <a16:creationId xmlns:a16="http://schemas.microsoft.com/office/drawing/2014/main" id="{4226C638-35FB-335A-2FA1-670701D45299}"/>
              </a:ext>
              <a:ext uri="{C183D7F6-B498-43B3-948B-1728B52AA6E4}">
                <adec:decorative xmlns:adec="http://schemas.microsoft.com/office/drawing/2017/decorative" val="1"/>
              </a:ext>
            </a:extLst>
          </p:cNvPr>
          <p:cNvSpPr/>
          <p:nvPr userDrawn="1"/>
        </p:nvSpPr>
        <p:spPr bwMode="gray">
          <a:xfrm>
            <a:off x="7094972" y="5779945"/>
            <a:ext cx="800175" cy="244360"/>
          </a:xfrm>
          <a:prstGeom prst="rect">
            <a:avLst/>
          </a:prstGeom>
          <a:solidFill>
            <a:srgbClr val="B3F2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mj-lt"/>
              <a:ea typeface="+mn-ea"/>
              <a:cs typeface="+mn-cs"/>
            </a:endParaRPr>
          </a:p>
        </p:txBody>
      </p:sp>
      <p:sp>
        <p:nvSpPr>
          <p:cNvPr id="117" name="Color 10">
            <a:extLst>
              <a:ext uri="{FF2B5EF4-FFF2-40B4-BE49-F238E27FC236}">
                <a16:creationId xmlns:a16="http://schemas.microsoft.com/office/drawing/2014/main" id="{8421B9AB-37F9-BFE4-3696-BC62178F54E5}"/>
              </a:ext>
            </a:extLst>
          </p:cNvPr>
          <p:cNvSpPr txBox="1">
            <a:spLocks/>
          </p:cNvSpPr>
          <p:nvPr userDrawn="1"/>
        </p:nvSpPr>
        <p:spPr bwMode="gray">
          <a:xfrm>
            <a:off x="8029411" y="5779946"/>
            <a:ext cx="1115200"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j-ea"/>
                <a:cs typeface="Segoe UI" panose="020B0502040204020203" pitchFamily="34" charset="0"/>
              </a:rPr>
              <a:t>Turquoise Tint</a:t>
            </a:r>
          </a:p>
        </p:txBody>
      </p:sp>
      <p:sp>
        <p:nvSpPr>
          <p:cNvPr id="118" name="HEX 10">
            <a:extLst>
              <a:ext uri="{FF2B5EF4-FFF2-40B4-BE49-F238E27FC236}">
                <a16:creationId xmlns:a16="http://schemas.microsoft.com/office/drawing/2014/main" id="{A326827D-F4ED-7CE5-6E66-45C9D2A03C56}"/>
              </a:ext>
            </a:extLst>
          </p:cNvPr>
          <p:cNvSpPr txBox="1">
            <a:spLocks/>
          </p:cNvSpPr>
          <p:nvPr userDrawn="1"/>
        </p:nvSpPr>
        <p:spPr bwMode="gray">
          <a:xfrm>
            <a:off x="8971017" y="5779945"/>
            <a:ext cx="794432"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#B3F2F1</a:t>
            </a:r>
          </a:p>
        </p:txBody>
      </p:sp>
      <p:sp>
        <p:nvSpPr>
          <p:cNvPr id="119" name="RGB 10">
            <a:extLst>
              <a:ext uri="{FF2B5EF4-FFF2-40B4-BE49-F238E27FC236}">
                <a16:creationId xmlns:a16="http://schemas.microsoft.com/office/drawing/2014/main" id="{F9DEF901-1610-995A-2B8E-CF937E813B3A}"/>
              </a:ext>
            </a:extLst>
          </p:cNvPr>
          <p:cNvSpPr txBox="1">
            <a:spLocks/>
          </p:cNvSpPr>
          <p:nvPr userDrawn="1"/>
        </p:nvSpPr>
        <p:spPr bwMode="gray">
          <a:xfrm>
            <a:off x="9765449" y="5779945"/>
            <a:ext cx="940183" cy="238788"/>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R179 G242 B241</a:t>
            </a:r>
          </a:p>
        </p:txBody>
      </p:sp>
      <p:pic>
        <p:nvPicPr>
          <p:cNvPr id="3" name="Pearson Logo" descr="Pearson Logo">
            <a:extLst>
              <a:ext uri="{FF2B5EF4-FFF2-40B4-BE49-F238E27FC236}">
                <a16:creationId xmlns:a16="http://schemas.microsoft.com/office/drawing/2014/main" id="{617D6169-AD9D-48B3-7AFE-3C1F7200337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5472057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User Guide: Data Visualization Palette">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sp>
        <p:nvSpPr>
          <p:cNvPr id="73" name="Section">
            <a:extLst>
              <a:ext uri="{FF2B5EF4-FFF2-40B4-BE49-F238E27FC236}">
                <a16:creationId xmlns:a16="http://schemas.microsoft.com/office/drawing/2014/main" id="{577821E0-2938-E6D6-1996-765152085DAE}"/>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717057"/>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Data Visualization Palette</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496782"/>
            <a:ext cx="2345436" cy="453889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400" b="0" noProof="0" dirty="0">
                <a:latin typeface="+mj-lt"/>
                <a:cs typeface="Segoe UI" panose="020B0502040204020203" pitchFamily="34" charset="0"/>
              </a:rPr>
              <a:t>Colors to be used for data visualization stem from brand colors Turquoise, Amber, Fuchsia and Amethyst. In the event additional colors are needed due to a large number of data points, use “patterns” (i.e., cross hatch or diagonal lines) in place of creating new colors.</a:t>
            </a:r>
          </a:p>
          <a:p>
            <a:r>
              <a:rPr lang="en-US" sz="1400" b="1" noProof="0" dirty="0">
                <a:latin typeface="+mj-lt"/>
                <a:cs typeface="Segoe UI" panose="020B0502040204020203" pitchFamily="34" charset="0"/>
              </a:rPr>
              <a:t>Grayscale: </a:t>
            </a:r>
            <a:r>
              <a:rPr lang="en-US" sz="1400" b="0" noProof="0" dirty="0">
                <a:latin typeface="+mj-lt"/>
                <a:cs typeface="Segoe UI" panose="020B0502040204020203" pitchFamily="34" charset="0"/>
              </a:rPr>
              <a:t>Use increments of 20% to ensure differentiation between data points. Always separate with at least a 1px white space between values.</a:t>
            </a:r>
          </a:p>
          <a:p>
            <a:r>
              <a:rPr lang="en-US" sz="1400" b="1" noProof="0" dirty="0">
                <a:latin typeface="+mj-lt"/>
                <a:cs typeface="Segoe UI" panose="020B0502040204020203" pitchFamily="34" charset="0"/>
              </a:rPr>
              <a:t>Traffic light: </a:t>
            </a:r>
            <a:r>
              <a:rPr lang="en-US" sz="1400" b="0" noProof="0" dirty="0">
                <a:latin typeface="+mj-lt"/>
                <a:cs typeface="Segoe UI" panose="020B0502040204020203" pitchFamily="34" charset="0"/>
              </a:rPr>
              <a:t>Codes are listed at the bottom of this page. Use these for positive and negative values.</a:t>
            </a:r>
          </a:p>
          <a:p>
            <a:endParaRPr lang="en-US" sz="1400" b="0" noProof="0" dirty="0">
              <a:latin typeface="+mj-lt"/>
              <a:cs typeface="Segoe UI" panose="020B0502040204020203" pitchFamily="34" charset="0"/>
            </a:endParaRPr>
          </a:p>
        </p:txBody>
      </p:sp>
      <p:sp>
        <p:nvSpPr>
          <p:cNvPr id="10" name="Subhead 1">
            <a:extLst>
              <a:ext uri="{FF2B5EF4-FFF2-40B4-BE49-F238E27FC236}">
                <a16:creationId xmlns:a16="http://schemas.microsoft.com/office/drawing/2014/main" id="{922A121D-21BB-74B3-C165-9AC743354508}"/>
              </a:ext>
            </a:extLst>
          </p:cNvPr>
          <p:cNvSpPr txBox="1"/>
          <p:nvPr userDrawn="1"/>
        </p:nvSpPr>
        <p:spPr bwMode="gray">
          <a:xfrm>
            <a:off x="4916951" y="1373672"/>
            <a:ext cx="1131470" cy="12311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Data visualization</a:t>
            </a:r>
          </a:p>
        </p:txBody>
      </p:sp>
      <p:sp>
        <p:nvSpPr>
          <p:cNvPr id="20" name="Rectangle 19">
            <a:extLst>
              <a:ext uri="{FF2B5EF4-FFF2-40B4-BE49-F238E27FC236}">
                <a16:creationId xmlns:a16="http://schemas.microsoft.com/office/drawing/2014/main" id="{F54BEEDF-BD52-D6BC-016B-66034DC5F2CA}"/>
              </a:ext>
            </a:extLst>
          </p:cNvPr>
          <p:cNvSpPr/>
          <p:nvPr userDrawn="1"/>
        </p:nvSpPr>
        <p:spPr bwMode="gray">
          <a:xfrm>
            <a:off x="4916951" y="1537838"/>
            <a:ext cx="1326458" cy="576923"/>
          </a:xfrm>
          <a:prstGeom prst="rect">
            <a:avLst/>
          </a:prstGeom>
          <a:solidFill>
            <a:srgbClr val="BAF3F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#BAF3F2</a:t>
            </a:r>
          </a:p>
        </p:txBody>
      </p:sp>
      <p:sp>
        <p:nvSpPr>
          <p:cNvPr id="21" name="Rectangle 20">
            <a:extLst>
              <a:ext uri="{FF2B5EF4-FFF2-40B4-BE49-F238E27FC236}">
                <a16:creationId xmlns:a16="http://schemas.microsoft.com/office/drawing/2014/main" id="{C6050C11-71B5-2588-95F8-3A5CBED4D756}"/>
              </a:ext>
            </a:extLst>
          </p:cNvPr>
          <p:cNvSpPr/>
          <p:nvPr userDrawn="1"/>
        </p:nvSpPr>
        <p:spPr bwMode="gray">
          <a:xfrm>
            <a:off x="4916951" y="2114761"/>
            <a:ext cx="1326458" cy="576923"/>
          </a:xfrm>
          <a:prstGeom prst="rect">
            <a:avLst/>
          </a:prstGeom>
          <a:solidFill>
            <a:srgbClr val="9AEEED"/>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#9AEEED</a:t>
            </a:r>
          </a:p>
        </p:txBody>
      </p:sp>
      <p:sp>
        <p:nvSpPr>
          <p:cNvPr id="22" name="Rectangle 21">
            <a:extLst>
              <a:ext uri="{FF2B5EF4-FFF2-40B4-BE49-F238E27FC236}">
                <a16:creationId xmlns:a16="http://schemas.microsoft.com/office/drawing/2014/main" id="{65338A0C-8D08-C797-AEE8-D9AFAAB05699}"/>
              </a:ext>
            </a:extLst>
          </p:cNvPr>
          <p:cNvSpPr/>
          <p:nvPr userDrawn="1"/>
        </p:nvSpPr>
        <p:spPr bwMode="gray">
          <a:xfrm>
            <a:off x="4916951" y="2691684"/>
            <a:ext cx="1326458" cy="576923"/>
          </a:xfrm>
          <a:prstGeom prst="rect">
            <a:avLst/>
          </a:prstGeom>
          <a:solidFill>
            <a:srgbClr val="56E2E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#56E2E1</a:t>
            </a:r>
          </a:p>
        </p:txBody>
      </p:sp>
      <p:sp>
        <p:nvSpPr>
          <p:cNvPr id="23" name="Rectangle 22">
            <a:extLst>
              <a:ext uri="{FF2B5EF4-FFF2-40B4-BE49-F238E27FC236}">
                <a16:creationId xmlns:a16="http://schemas.microsoft.com/office/drawing/2014/main" id="{634B3F83-AF9F-2EDA-A219-7987BA034125}"/>
              </a:ext>
            </a:extLst>
          </p:cNvPr>
          <p:cNvSpPr/>
          <p:nvPr userDrawn="1"/>
        </p:nvSpPr>
        <p:spPr bwMode="gray">
          <a:xfrm>
            <a:off x="4916951" y="3268607"/>
            <a:ext cx="1326458" cy="576923"/>
          </a:xfrm>
          <a:prstGeom prst="rect">
            <a:avLst/>
          </a:prstGeom>
          <a:solidFill>
            <a:srgbClr val="22C7C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#22C7C6</a:t>
            </a:r>
          </a:p>
        </p:txBody>
      </p:sp>
      <p:sp>
        <p:nvSpPr>
          <p:cNvPr id="24" name="Rectangle 23">
            <a:extLst>
              <a:ext uri="{FF2B5EF4-FFF2-40B4-BE49-F238E27FC236}">
                <a16:creationId xmlns:a16="http://schemas.microsoft.com/office/drawing/2014/main" id="{97E27F06-38E3-549C-E0DD-8C6A830146CE}"/>
              </a:ext>
            </a:extLst>
          </p:cNvPr>
          <p:cNvSpPr/>
          <p:nvPr userDrawn="1"/>
        </p:nvSpPr>
        <p:spPr bwMode="gray">
          <a:xfrm>
            <a:off x="4916951" y="3845530"/>
            <a:ext cx="1326458" cy="576923"/>
          </a:xfrm>
          <a:prstGeom prst="rect">
            <a:avLst/>
          </a:prstGeom>
          <a:solidFill>
            <a:srgbClr val="168584"/>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Turquoise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#168584</a:t>
            </a:r>
          </a:p>
        </p:txBody>
      </p:sp>
      <p:sp>
        <p:nvSpPr>
          <p:cNvPr id="25" name="Rectangle 24">
            <a:extLst>
              <a:ext uri="{FF2B5EF4-FFF2-40B4-BE49-F238E27FC236}">
                <a16:creationId xmlns:a16="http://schemas.microsoft.com/office/drawing/2014/main" id="{A849FFB6-D110-98C2-7569-C6379C62EA1D}"/>
              </a:ext>
            </a:extLst>
          </p:cNvPr>
          <p:cNvSpPr/>
          <p:nvPr userDrawn="1"/>
        </p:nvSpPr>
        <p:spPr bwMode="gray">
          <a:xfrm>
            <a:off x="6332924" y="1537838"/>
            <a:ext cx="1326458" cy="576923"/>
          </a:xfrm>
          <a:prstGeom prst="rect">
            <a:avLst/>
          </a:prstGeom>
          <a:solidFill>
            <a:srgbClr val="FEEB9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#FEEB99</a:t>
            </a:r>
          </a:p>
        </p:txBody>
      </p:sp>
      <p:sp>
        <p:nvSpPr>
          <p:cNvPr id="26" name="Rectangle 25">
            <a:extLst>
              <a:ext uri="{FF2B5EF4-FFF2-40B4-BE49-F238E27FC236}">
                <a16:creationId xmlns:a16="http://schemas.microsoft.com/office/drawing/2014/main" id="{2DB45E61-CF44-4881-FBAF-93B2494A9DA8}"/>
              </a:ext>
            </a:extLst>
          </p:cNvPr>
          <p:cNvSpPr/>
          <p:nvPr userDrawn="1"/>
        </p:nvSpPr>
        <p:spPr bwMode="gray">
          <a:xfrm>
            <a:off x="6332924" y="2114761"/>
            <a:ext cx="1326458" cy="576923"/>
          </a:xfrm>
          <a:prstGeom prst="rect">
            <a:avLst/>
          </a:prstGeom>
          <a:solidFill>
            <a:srgbClr val="FFE26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#FFE266</a:t>
            </a:r>
          </a:p>
        </p:txBody>
      </p:sp>
      <p:sp>
        <p:nvSpPr>
          <p:cNvPr id="27" name="Rectangle 26">
            <a:extLst>
              <a:ext uri="{FF2B5EF4-FFF2-40B4-BE49-F238E27FC236}">
                <a16:creationId xmlns:a16="http://schemas.microsoft.com/office/drawing/2014/main" id="{25553206-65D9-6C69-71FC-BB070E43D2F7}"/>
              </a:ext>
            </a:extLst>
          </p:cNvPr>
          <p:cNvSpPr/>
          <p:nvPr userDrawn="1"/>
        </p:nvSpPr>
        <p:spPr bwMode="gray">
          <a:xfrm>
            <a:off x="6332924" y="2691684"/>
            <a:ext cx="1326458" cy="576923"/>
          </a:xfrm>
          <a:prstGeom prst="rect">
            <a:avLst/>
          </a:prstGeom>
          <a:solidFill>
            <a:srgbClr val="FFCE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#FFCE00</a:t>
            </a:r>
          </a:p>
        </p:txBody>
      </p:sp>
      <p:sp>
        <p:nvSpPr>
          <p:cNvPr id="28" name="Rectangle 27">
            <a:extLst>
              <a:ext uri="{FF2B5EF4-FFF2-40B4-BE49-F238E27FC236}">
                <a16:creationId xmlns:a16="http://schemas.microsoft.com/office/drawing/2014/main" id="{DD743C6F-0C25-BA27-C533-9486C0222755}"/>
              </a:ext>
            </a:extLst>
          </p:cNvPr>
          <p:cNvSpPr/>
          <p:nvPr userDrawn="1"/>
        </p:nvSpPr>
        <p:spPr bwMode="gray">
          <a:xfrm>
            <a:off x="6332924" y="3268607"/>
            <a:ext cx="1326458" cy="576923"/>
          </a:xfrm>
          <a:prstGeom prst="rect">
            <a:avLst/>
          </a:prstGeom>
          <a:solidFill>
            <a:srgbClr val="BF9A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#BF9A00</a:t>
            </a:r>
          </a:p>
        </p:txBody>
      </p:sp>
      <p:sp>
        <p:nvSpPr>
          <p:cNvPr id="29" name="Rectangle 28">
            <a:extLst>
              <a:ext uri="{FF2B5EF4-FFF2-40B4-BE49-F238E27FC236}">
                <a16:creationId xmlns:a16="http://schemas.microsoft.com/office/drawing/2014/main" id="{BF7DE80C-B174-D391-5A82-6A9D4657273D}"/>
              </a:ext>
            </a:extLst>
          </p:cNvPr>
          <p:cNvSpPr/>
          <p:nvPr userDrawn="1"/>
        </p:nvSpPr>
        <p:spPr bwMode="gray">
          <a:xfrm>
            <a:off x="6332924" y="3845530"/>
            <a:ext cx="1326458" cy="576923"/>
          </a:xfrm>
          <a:prstGeom prst="rect">
            <a:avLst/>
          </a:prstGeom>
          <a:solidFill>
            <a:srgbClr val="7F670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Amber</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#7F6701</a:t>
            </a:r>
          </a:p>
        </p:txBody>
      </p:sp>
      <p:sp>
        <p:nvSpPr>
          <p:cNvPr id="30" name="Rectangle 29">
            <a:extLst>
              <a:ext uri="{FF2B5EF4-FFF2-40B4-BE49-F238E27FC236}">
                <a16:creationId xmlns:a16="http://schemas.microsoft.com/office/drawing/2014/main" id="{791369E4-2378-818B-BDBB-B1810D07475B}"/>
              </a:ext>
            </a:extLst>
          </p:cNvPr>
          <p:cNvSpPr/>
          <p:nvPr userDrawn="1"/>
        </p:nvSpPr>
        <p:spPr bwMode="gray">
          <a:xfrm>
            <a:off x="7748897" y="1537838"/>
            <a:ext cx="1326458" cy="576923"/>
          </a:xfrm>
          <a:prstGeom prst="rect">
            <a:avLst/>
          </a:prstGeom>
          <a:solidFill>
            <a:srgbClr val="F1B3E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#F1B3EB</a:t>
            </a:r>
          </a:p>
        </p:txBody>
      </p:sp>
      <p:sp>
        <p:nvSpPr>
          <p:cNvPr id="31" name="Rectangle 30">
            <a:extLst>
              <a:ext uri="{FF2B5EF4-FFF2-40B4-BE49-F238E27FC236}">
                <a16:creationId xmlns:a16="http://schemas.microsoft.com/office/drawing/2014/main" id="{A06A9DFE-B593-CA4E-6658-33F818BBB9F1}"/>
              </a:ext>
            </a:extLst>
          </p:cNvPr>
          <p:cNvSpPr/>
          <p:nvPr userDrawn="1"/>
        </p:nvSpPr>
        <p:spPr bwMode="gray">
          <a:xfrm>
            <a:off x="7748897" y="2114761"/>
            <a:ext cx="1326458" cy="576923"/>
          </a:xfrm>
          <a:prstGeom prst="rect">
            <a:avLst/>
          </a:prstGeom>
          <a:solidFill>
            <a:srgbClr val="EC8DE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#EC8DE2</a:t>
            </a:r>
          </a:p>
        </p:txBody>
      </p:sp>
      <p:sp>
        <p:nvSpPr>
          <p:cNvPr id="32" name="Rectangle 31">
            <a:extLst>
              <a:ext uri="{FF2B5EF4-FFF2-40B4-BE49-F238E27FC236}">
                <a16:creationId xmlns:a16="http://schemas.microsoft.com/office/drawing/2014/main" id="{06C8DE8F-E873-831E-DA3D-AE4C36B44FA3}"/>
              </a:ext>
            </a:extLst>
          </p:cNvPr>
          <p:cNvSpPr/>
          <p:nvPr userDrawn="1"/>
        </p:nvSpPr>
        <p:spPr bwMode="gray">
          <a:xfrm>
            <a:off x="7748897" y="2691684"/>
            <a:ext cx="1326458" cy="576923"/>
          </a:xfrm>
          <a:prstGeom prst="rect">
            <a:avLst/>
          </a:prstGeom>
          <a:solidFill>
            <a:srgbClr val="DF41CF"/>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dirty="0">
                <a:ln>
                  <a:noFill/>
                </a:ln>
                <a:solidFill>
                  <a:srgbClr val="0D004D"/>
                </a:solidFill>
                <a:effectLst/>
                <a:uLnTx/>
                <a:uFillTx/>
                <a:latin typeface="+mj-lt"/>
                <a:ea typeface="+mn-ea"/>
                <a:cs typeface="Segoe UI" panose="020B0502040204020203" pitchFamily="34" charset="0"/>
              </a:rPr>
              <a:t>#DF41CF</a:t>
            </a:r>
          </a:p>
        </p:txBody>
      </p:sp>
      <p:sp>
        <p:nvSpPr>
          <p:cNvPr id="33" name="Rectangle 32">
            <a:extLst>
              <a:ext uri="{FF2B5EF4-FFF2-40B4-BE49-F238E27FC236}">
                <a16:creationId xmlns:a16="http://schemas.microsoft.com/office/drawing/2014/main" id="{D07B4E1A-7BFA-5E3E-1E91-1E15CC836CB2}"/>
              </a:ext>
            </a:extLst>
          </p:cNvPr>
          <p:cNvSpPr/>
          <p:nvPr userDrawn="1"/>
        </p:nvSpPr>
        <p:spPr bwMode="gray">
          <a:xfrm>
            <a:off x="7748897" y="3268607"/>
            <a:ext cx="1326458" cy="576923"/>
          </a:xfrm>
          <a:prstGeom prst="rect">
            <a:avLst/>
          </a:prstGeom>
          <a:solidFill>
            <a:srgbClr val="B820A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dirty="0">
                <a:ln>
                  <a:noFill/>
                </a:ln>
                <a:solidFill>
                  <a:srgbClr val="FFFFFF"/>
                </a:solidFill>
                <a:effectLst/>
                <a:uLnTx/>
                <a:uFillTx/>
                <a:latin typeface="+mj-lt"/>
                <a:ea typeface="+mn-ea"/>
                <a:cs typeface="Segoe UI" panose="020B0502040204020203" pitchFamily="34" charset="0"/>
              </a:rPr>
              <a:t>#</a:t>
            </a:r>
            <a:r>
              <a:rPr kumimoji="0" lang="en-US" sz="800" b="0" i="0" u="none" strike="noStrike" kern="1200" cap="none" spc="0" normalizeH="0" baseline="0" noProof="0" dirty="0">
                <a:ln>
                  <a:noFill/>
                </a:ln>
                <a:solidFill>
                  <a:srgbClr val="DF41CF"/>
                </a:solidFill>
                <a:effectLst/>
                <a:uLnTx/>
                <a:uFillTx/>
                <a:latin typeface="+mj-lt"/>
                <a:ea typeface="+mn-ea"/>
                <a:cs typeface="Segoe UI" panose="020B0502040204020203" pitchFamily="34" charset="0"/>
              </a:rPr>
              <a:t>B820A9</a:t>
            </a:r>
          </a:p>
        </p:txBody>
      </p:sp>
      <p:sp>
        <p:nvSpPr>
          <p:cNvPr id="34" name="Rectangle 33">
            <a:extLst>
              <a:ext uri="{FF2B5EF4-FFF2-40B4-BE49-F238E27FC236}">
                <a16:creationId xmlns:a16="http://schemas.microsoft.com/office/drawing/2014/main" id="{D218767A-C775-E209-DFAC-46EFDF64E930}"/>
              </a:ext>
            </a:extLst>
          </p:cNvPr>
          <p:cNvSpPr/>
          <p:nvPr userDrawn="1"/>
        </p:nvSpPr>
        <p:spPr bwMode="gray">
          <a:xfrm>
            <a:off x="7748897" y="3845530"/>
            <a:ext cx="1326458" cy="576923"/>
          </a:xfrm>
          <a:prstGeom prst="rect">
            <a:avLst/>
          </a:prstGeom>
          <a:solidFill>
            <a:srgbClr val="7B157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Fuchsia</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#7B1571</a:t>
            </a:r>
          </a:p>
        </p:txBody>
      </p:sp>
      <p:sp>
        <p:nvSpPr>
          <p:cNvPr id="35" name="Rectangle 34">
            <a:extLst>
              <a:ext uri="{FF2B5EF4-FFF2-40B4-BE49-F238E27FC236}">
                <a16:creationId xmlns:a16="http://schemas.microsoft.com/office/drawing/2014/main" id="{FF64CBE2-07F4-520C-63FB-03732ACE24C0}"/>
              </a:ext>
            </a:extLst>
          </p:cNvPr>
          <p:cNvSpPr/>
          <p:nvPr userDrawn="1"/>
        </p:nvSpPr>
        <p:spPr bwMode="gray">
          <a:xfrm>
            <a:off x="9164869" y="1537838"/>
            <a:ext cx="1326458" cy="576923"/>
          </a:xfrm>
          <a:prstGeom prst="rect">
            <a:avLst/>
          </a:prstGeom>
          <a:solidFill>
            <a:srgbClr val="B79BFE"/>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Tint 01</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#B79BFE</a:t>
            </a:r>
          </a:p>
        </p:txBody>
      </p:sp>
      <p:sp>
        <p:nvSpPr>
          <p:cNvPr id="36" name="Rectangle 35">
            <a:extLst>
              <a:ext uri="{FF2B5EF4-FFF2-40B4-BE49-F238E27FC236}">
                <a16:creationId xmlns:a16="http://schemas.microsoft.com/office/drawing/2014/main" id="{09423C69-58A0-E377-8552-AB05828AF803}"/>
              </a:ext>
            </a:extLst>
          </p:cNvPr>
          <p:cNvSpPr/>
          <p:nvPr userDrawn="1"/>
        </p:nvSpPr>
        <p:spPr bwMode="gray">
          <a:xfrm>
            <a:off x="9164869" y="2114761"/>
            <a:ext cx="1326458" cy="576923"/>
          </a:xfrm>
          <a:prstGeom prst="rect">
            <a:avLst/>
          </a:prstGeom>
          <a:solidFill>
            <a:srgbClr val="7950E2"/>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Tint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#7950E2</a:t>
            </a:r>
          </a:p>
        </p:txBody>
      </p:sp>
      <p:sp>
        <p:nvSpPr>
          <p:cNvPr id="37" name="Rectangle 36">
            <a:extLst>
              <a:ext uri="{FF2B5EF4-FFF2-40B4-BE49-F238E27FC236}">
                <a16:creationId xmlns:a16="http://schemas.microsoft.com/office/drawing/2014/main" id="{5AE43690-5F83-EE1F-3481-BEECA402947E}"/>
              </a:ext>
            </a:extLst>
          </p:cNvPr>
          <p:cNvSpPr/>
          <p:nvPr userDrawn="1"/>
        </p:nvSpPr>
        <p:spPr bwMode="gray">
          <a:xfrm>
            <a:off x="9164869" y="2691684"/>
            <a:ext cx="1326458" cy="576923"/>
          </a:xfrm>
          <a:prstGeom prst="rect">
            <a:avLst/>
          </a:prstGeom>
          <a:solidFill>
            <a:srgbClr val="512EAB"/>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#512EAB</a:t>
            </a:r>
          </a:p>
        </p:txBody>
      </p:sp>
      <p:sp>
        <p:nvSpPr>
          <p:cNvPr id="38" name="Rectangle 37">
            <a:extLst>
              <a:ext uri="{FF2B5EF4-FFF2-40B4-BE49-F238E27FC236}">
                <a16:creationId xmlns:a16="http://schemas.microsoft.com/office/drawing/2014/main" id="{880A1BCB-A2A9-A063-81D5-BB7BBF81C201}"/>
              </a:ext>
            </a:extLst>
          </p:cNvPr>
          <p:cNvSpPr/>
          <p:nvPr userDrawn="1"/>
        </p:nvSpPr>
        <p:spPr bwMode="gray">
          <a:xfrm>
            <a:off x="9164869" y="3268607"/>
            <a:ext cx="1326458" cy="576923"/>
          </a:xfrm>
          <a:prstGeom prst="rect">
            <a:avLst/>
          </a:prstGeom>
          <a:solidFill>
            <a:srgbClr val="3D1788"/>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01</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#3D1788</a:t>
            </a:r>
          </a:p>
        </p:txBody>
      </p:sp>
      <p:sp>
        <p:nvSpPr>
          <p:cNvPr id="39" name="Rectangle 38">
            <a:extLst>
              <a:ext uri="{FF2B5EF4-FFF2-40B4-BE49-F238E27FC236}">
                <a16:creationId xmlns:a16="http://schemas.microsoft.com/office/drawing/2014/main" id="{7C50A0DE-77C7-AF0E-DA5B-8376EA036688}"/>
              </a:ext>
            </a:extLst>
          </p:cNvPr>
          <p:cNvSpPr/>
          <p:nvPr userDrawn="1"/>
        </p:nvSpPr>
        <p:spPr bwMode="gray">
          <a:xfrm>
            <a:off x="9164869" y="3845530"/>
            <a:ext cx="1326458" cy="576923"/>
          </a:xfrm>
          <a:prstGeom prst="rect">
            <a:avLst/>
          </a:prstGeom>
          <a:solidFill>
            <a:srgbClr val="29006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Amethyst</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t>Shade 02</a:t>
            </a:r>
            <a:br>
              <a:rPr kumimoji="0" lang="en-US" sz="800" b="1" i="0" u="none" strike="noStrike" kern="1200" cap="none" spc="0" normalizeH="0" baseline="0" noProof="0">
                <a:ln>
                  <a:noFill/>
                </a:ln>
                <a:solidFill>
                  <a:srgbClr val="FFFFFF"/>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#290066</a:t>
            </a:r>
          </a:p>
        </p:txBody>
      </p:sp>
      <p:sp>
        <p:nvSpPr>
          <p:cNvPr id="40" name="Subhead 2">
            <a:extLst>
              <a:ext uri="{FF2B5EF4-FFF2-40B4-BE49-F238E27FC236}">
                <a16:creationId xmlns:a16="http://schemas.microsoft.com/office/drawing/2014/main" id="{212E630A-4384-AEDE-987A-814D0D11E73A}"/>
              </a:ext>
            </a:extLst>
          </p:cNvPr>
          <p:cNvSpPr txBox="1"/>
          <p:nvPr userDrawn="1"/>
        </p:nvSpPr>
        <p:spPr bwMode="gray">
          <a:xfrm>
            <a:off x="4916951" y="4579074"/>
            <a:ext cx="567463"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Traffic light</a:t>
            </a:r>
          </a:p>
        </p:txBody>
      </p:sp>
      <p:sp>
        <p:nvSpPr>
          <p:cNvPr id="41" name="Rectangle 40">
            <a:extLst>
              <a:ext uri="{FF2B5EF4-FFF2-40B4-BE49-F238E27FC236}">
                <a16:creationId xmlns:a16="http://schemas.microsoft.com/office/drawing/2014/main" id="{6D8BEE95-711A-FBC4-1619-C335B35038B8}"/>
              </a:ext>
            </a:extLst>
          </p:cNvPr>
          <p:cNvSpPr/>
          <p:nvPr userDrawn="1"/>
        </p:nvSpPr>
        <p:spPr bwMode="gray">
          <a:xfrm>
            <a:off x="4916951" y="4743240"/>
            <a:ext cx="646321" cy="576923"/>
          </a:xfrm>
          <a:prstGeom prst="rect">
            <a:avLst/>
          </a:prstGeom>
          <a:solidFill>
            <a:srgbClr val="00C8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Positive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#00C800</a:t>
            </a:r>
          </a:p>
        </p:txBody>
      </p:sp>
      <p:sp>
        <p:nvSpPr>
          <p:cNvPr id="42" name="Rectangle 41">
            <a:extLst>
              <a:ext uri="{FF2B5EF4-FFF2-40B4-BE49-F238E27FC236}">
                <a16:creationId xmlns:a16="http://schemas.microsoft.com/office/drawing/2014/main" id="{6DE5A40B-2DF9-8687-5DB2-6CE2BA941A2B}"/>
              </a:ext>
            </a:extLst>
          </p:cNvPr>
          <p:cNvSpPr/>
          <p:nvPr userDrawn="1"/>
        </p:nvSpPr>
        <p:spPr bwMode="gray">
          <a:xfrm>
            <a:off x="5562744" y="4743240"/>
            <a:ext cx="646321" cy="576923"/>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Negative</a:t>
            </a:r>
            <a:b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b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#FF0000</a:t>
            </a:r>
          </a:p>
        </p:txBody>
      </p:sp>
      <p:sp>
        <p:nvSpPr>
          <p:cNvPr id="43" name="Subhead 3">
            <a:extLst>
              <a:ext uri="{FF2B5EF4-FFF2-40B4-BE49-F238E27FC236}">
                <a16:creationId xmlns:a16="http://schemas.microsoft.com/office/drawing/2014/main" id="{41684835-66EF-0EBC-A5A1-C37CEC9E155E}"/>
              </a:ext>
            </a:extLst>
          </p:cNvPr>
          <p:cNvSpPr txBox="1"/>
          <p:nvPr userDrawn="1"/>
        </p:nvSpPr>
        <p:spPr bwMode="gray">
          <a:xfrm>
            <a:off x="7253959" y="4579074"/>
            <a:ext cx="495328" cy="12311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D004D"/>
                </a:solidFill>
                <a:effectLst/>
                <a:uLnTx/>
                <a:uFillTx/>
                <a:latin typeface="+mj-lt"/>
                <a:ea typeface="+mn-ea"/>
                <a:cs typeface="Segoe UI" panose="020B0502040204020203" pitchFamily="34" charset="0"/>
              </a:rPr>
              <a:t>Grayscale</a:t>
            </a:r>
          </a:p>
        </p:txBody>
      </p:sp>
      <p:sp>
        <p:nvSpPr>
          <p:cNvPr id="44" name="Rectangle 43">
            <a:extLst>
              <a:ext uri="{FF2B5EF4-FFF2-40B4-BE49-F238E27FC236}">
                <a16:creationId xmlns:a16="http://schemas.microsoft.com/office/drawing/2014/main" id="{221BC818-BEE3-33AF-DB67-C957BD7CEDD1}"/>
              </a:ext>
            </a:extLst>
          </p:cNvPr>
          <p:cNvSpPr/>
          <p:nvPr userDrawn="1"/>
        </p:nvSpPr>
        <p:spPr bwMode="gray">
          <a:xfrm>
            <a:off x="7253959" y="4743240"/>
            <a:ext cx="646321" cy="576923"/>
          </a:xfrm>
          <a:prstGeom prst="rect">
            <a:avLst/>
          </a:prstGeom>
          <a:solidFill>
            <a:srgbClr val="CCCCCC"/>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20%</a:t>
            </a:r>
          </a:p>
        </p:txBody>
      </p:sp>
      <p:sp>
        <p:nvSpPr>
          <p:cNvPr id="45" name="Rectangle 44">
            <a:extLst>
              <a:ext uri="{FF2B5EF4-FFF2-40B4-BE49-F238E27FC236}">
                <a16:creationId xmlns:a16="http://schemas.microsoft.com/office/drawing/2014/main" id="{AAA2FD56-1689-2D49-59DF-A5E41412B276}"/>
              </a:ext>
            </a:extLst>
          </p:cNvPr>
          <p:cNvSpPr/>
          <p:nvPr userDrawn="1"/>
        </p:nvSpPr>
        <p:spPr bwMode="gray">
          <a:xfrm>
            <a:off x="7901721" y="4743240"/>
            <a:ext cx="646321" cy="576923"/>
          </a:xfrm>
          <a:prstGeom prst="rect">
            <a:avLst/>
          </a:prstGeom>
          <a:solidFill>
            <a:srgbClr val="99999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D004D"/>
                </a:solidFill>
                <a:effectLst/>
                <a:uLnTx/>
                <a:uFillTx/>
                <a:latin typeface="+mj-lt"/>
                <a:ea typeface="+mn-ea"/>
                <a:cs typeface="Segoe UI" panose="020B0502040204020203" pitchFamily="34" charset="0"/>
              </a:rPr>
              <a:t>40%</a:t>
            </a:r>
          </a:p>
        </p:txBody>
      </p:sp>
      <p:sp>
        <p:nvSpPr>
          <p:cNvPr id="46" name="Rectangle 45">
            <a:extLst>
              <a:ext uri="{FF2B5EF4-FFF2-40B4-BE49-F238E27FC236}">
                <a16:creationId xmlns:a16="http://schemas.microsoft.com/office/drawing/2014/main" id="{4409D2F5-A048-77BD-7533-AF517A24D5B3}"/>
              </a:ext>
            </a:extLst>
          </p:cNvPr>
          <p:cNvSpPr/>
          <p:nvPr userDrawn="1"/>
        </p:nvSpPr>
        <p:spPr bwMode="gray">
          <a:xfrm>
            <a:off x="8549483" y="4743240"/>
            <a:ext cx="646321" cy="576923"/>
          </a:xfrm>
          <a:prstGeom prst="rect">
            <a:avLst/>
          </a:prstGeom>
          <a:solidFill>
            <a:srgbClr val="666666"/>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60%</a:t>
            </a:r>
          </a:p>
        </p:txBody>
      </p:sp>
      <p:sp>
        <p:nvSpPr>
          <p:cNvPr id="47" name="Rectangle 46">
            <a:extLst>
              <a:ext uri="{FF2B5EF4-FFF2-40B4-BE49-F238E27FC236}">
                <a16:creationId xmlns:a16="http://schemas.microsoft.com/office/drawing/2014/main" id="{730DF5C7-FF9A-07D5-DCD6-A7C7F05C5A08}"/>
              </a:ext>
            </a:extLst>
          </p:cNvPr>
          <p:cNvSpPr/>
          <p:nvPr userDrawn="1"/>
        </p:nvSpPr>
        <p:spPr bwMode="gray">
          <a:xfrm>
            <a:off x="9197245" y="4743240"/>
            <a:ext cx="646321" cy="576923"/>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80%</a:t>
            </a:r>
          </a:p>
        </p:txBody>
      </p:sp>
      <p:sp>
        <p:nvSpPr>
          <p:cNvPr id="48" name="Rectangle 47">
            <a:extLst>
              <a:ext uri="{FF2B5EF4-FFF2-40B4-BE49-F238E27FC236}">
                <a16:creationId xmlns:a16="http://schemas.microsoft.com/office/drawing/2014/main" id="{D28BDD03-9CE4-9CEB-6ED1-BC3A06E744B6}"/>
              </a:ext>
            </a:extLst>
          </p:cNvPr>
          <p:cNvSpPr/>
          <p:nvPr userDrawn="1"/>
        </p:nvSpPr>
        <p:spPr bwMode="gray">
          <a:xfrm>
            <a:off x="9845006" y="4743240"/>
            <a:ext cx="646321" cy="57692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mj-lt"/>
                <a:ea typeface="+mn-ea"/>
                <a:cs typeface="Segoe UI" panose="020B0502040204020203" pitchFamily="34" charset="0"/>
              </a:rPr>
              <a:t>100%</a:t>
            </a:r>
          </a:p>
        </p:txBody>
      </p:sp>
      <p:pic>
        <p:nvPicPr>
          <p:cNvPr id="2" name="Pearson Logo" descr="Pearson Logo">
            <a:extLst>
              <a:ext uri="{FF2B5EF4-FFF2-40B4-BE49-F238E27FC236}">
                <a16:creationId xmlns:a16="http://schemas.microsoft.com/office/drawing/2014/main" id="{5F48F98B-A040-2A3E-39D4-EBD226C3AF49}"/>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1970587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User Guide: PowerPoint Theme Colors">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42" name="Section">
            <a:extLst>
              <a:ext uri="{FF2B5EF4-FFF2-40B4-BE49-F238E27FC236}">
                <a16:creationId xmlns:a16="http://schemas.microsoft.com/office/drawing/2014/main" id="{5EAC5A3C-7DDC-5E19-9448-3BC612C422E1}"/>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PowerPoint </a:t>
            </a:r>
            <a:b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b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theme colors</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412111" cy="180340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1" dirty="0">
                <a:latin typeface="+mj-lt"/>
                <a:cs typeface="Segoe UI" panose="020B0502040204020203" pitchFamily="34" charset="0"/>
              </a:rPr>
              <a:t>Theme colors: </a:t>
            </a:r>
            <a:r>
              <a:rPr lang="en-US" sz="1200" b="0" dirty="0">
                <a:latin typeface="+mj-lt"/>
                <a:cs typeface="Segoe UI" panose="020B0502040204020203" pitchFamily="34" charset="0"/>
              </a:rPr>
              <a:t>We have set this template’s theme colors according to the data visualization palette. This is to ensure that automated charts appear the most accessible when presenting sequential data points. These colors are only to be used in Data Vis – otherwise, please reference the Custom Colors section.</a:t>
            </a:r>
          </a:p>
        </p:txBody>
      </p:sp>
      <p:sp>
        <p:nvSpPr>
          <p:cNvPr id="2" name="Rounded Rectangle text">
            <a:extLst>
              <a:ext uri="{FF2B5EF4-FFF2-40B4-BE49-F238E27FC236}">
                <a16:creationId xmlns:a16="http://schemas.microsoft.com/office/drawing/2014/main" id="{AE7823A5-ADBF-99F1-4C6E-BF4FE5A7BA83}"/>
              </a:ext>
            </a:extLst>
          </p:cNvPr>
          <p:cNvSpPr>
            <a:spLocks/>
          </p:cNvSpPr>
          <p:nvPr userDrawn="1"/>
        </p:nvSpPr>
        <p:spPr>
          <a:xfrm>
            <a:off x="461330" y="3602250"/>
            <a:ext cx="2412111" cy="1212360"/>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1420"/>
              </a:lnSpc>
              <a:spcBef>
                <a:spcPts val="0"/>
              </a:spcBef>
              <a:spcAft>
                <a:spcPts val="600"/>
              </a:spcAft>
              <a:buClrTx/>
              <a:buSzTx/>
              <a:buFont typeface="Plus Jakarta Sans" panose="020B0604020202020204" pitchFamily="34" charset="0"/>
              <a:buNone/>
              <a:tabLst/>
              <a:defRPr/>
            </a:pPr>
            <a:r>
              <a:rPr lang="en-US" sz="1200" b="1" dirty="0">
                <a:solidFill>
                  <a:schemeClr val="tx2"/>
                </a:solidFill>
                <a:latin typeface="+mj-lt"/>
                <a:cs typeface="Segoe UI" panose="020B0502040204020203" pitchFamily="34" charset="0"/>
              </a:rPr>
              <a:t>Custom colors: </a:t>
            </a:r>
            <a:r>
              <a:rPr lang="en-US" sz="1200" b="0" dirty="0">
                <a:solidFill>
                  <a:schemeClr val="tx2"/>
                </a:solidFill>
                <a:latin typeface="+mj-lt"/>
                <a:cs typeface="Segoe UI" panose="020B0502040204020203" pitchFamily="34" charset="0"/>
              </a:rPr>
              <a:t>The primary, accent, and traffic light colors are featured in the Custom Colors section. If changing an element’s color, please use the colors in this set.</a:t>
            </a:r>
          </a:p>
        </p:txBody>
      </p:sp>
      <p:sp>
        <p:nvSpPr>
          <p:cNvPr id="20" name="Subhead 1">
            <a:extLst>
              <a:ext uri="{FF2B5EF4-FFF2-40B4-BE49-F238E27FC236}">
                <a16:creationId xmlns:a16="http://schemas.microsoft.com/office/drawing/2014/main" id="{0A512AF5-AD3D-1160-4894-E08C40AC65EB}"/>
              </a:ext>
            </a:extLst>
          </p:cNvPr>
          <p:cNvSpPr txBox="1">
            <a:spLocks/>
          </p:cNvSpPr>
          <p:nvPr userDrawn="1"/>
        </p:nvSpPr>
        <p:spPr bwMode="gray">
          <a:xfrm>
            <a:off x="4294188" y="1096963"/>
            <a:ext cx="2111278" cy="277053"/>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8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THEME COLORS SETTING</a:t>
            </a:r>
          </a:p>
        </p:txBody>
      </p:sp>
      <p:pic>
        <p:nvPicPr>
          <p:cNvPr id="21" name="Picture 20" descr="Colors menu">
            <a:extLst>
              <a:ext uri="{FF2B5EF4-FFF2-40B4-BE49-F238E27FC236}">
                <a16:creationId xmlns:a16="http://schemas.microsoft.com/office/drawing/2014/main" id="{E7C41DAC-9B02-C6FD-B3D8-91FC284EA58C}"/>
              </a:ext>
            </a:extLst>
          </p:cNvPr>
          <p:cNvPicPr>
            <a:picLocks noChangeAspect="1"/>
          </p:cNvPicPr>
          <p:nvPr userDrawn="1"/>
        </p:nvPicPr>
        <p:blipFill>
          <a:blip r:embed="rId2" cstate="screen">
            <a:extLst>
              <a:ext uri="{28A0092B-C50C-407E-A947-70E740481C1C}">
                <a14:useLocalDpi xmlns:a14="http://schemas.microsoft.com/office/drawing/2010/main"/>
              </a:ext>
            </a:extLst>
          </a:blip>
          <a:srcRect r="295"/>
          <a:stretch/>
        </p:blipFill>
        <p:spPr bwMode="gray">
          <a:xfrm>
            <a:off x="4294188" y="1366838"/>
            <a:ext cx="1697037" cy="4394196"/>
          </a:xfrm>
          <a:prstGeom prst="rect">
            <a:avLst/>
          </a:prstGeom>
          <a:ln w="9525">
            <a:solidFill>
              <a:schemeClr val="tx1"/>
            </a:solidFill>
          </a:ln>
        </p:spPr>
      </p:pic>
      <p:sp>
        <p:nvSpPr>
          <p:cNvPr id="27" name="Title 1">
            <a:extLst>
              <a:ext uri="{FF2B5EF4-FFF2-40B4-BE49-F238E27FC236}">
                <a16:creationId xmlns:a16="http://schemas.microsoft.com/office/drawing/2014/main" id="{A9D15B57-6958-52A1-AC6E-6F30739C4604}"/>
              </a:ext>
            </a:extLst>
          </p:cNvPr>
          <p:cNvSpPr txBox="1">
            <a:spLocks/>
          </p:cNvSpPr>
          <p:nvPr userDrawn="1"/>
        </p:nvSpPr>
        <p:spPr bwMode="gray">
          <a:xfrm>
            <a:off x="6359323" y="1515242"/>
            <a:ext cx="1219832" cy="472505"/>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The</a:t>
            </a:r>
            <a:r>
              <a:rPr lang="en-US" sz="1000" dirty="0">
                <a:solidFill>
                  <a:srgbClr val="0D004D"/>
                </a:solidFill>
                <a:latin typeface="+mj-lt"/>
                <a:cs typeface="Segoe UI" panose="020B0502040204020203" pitchFamily="34" charset="0"/>
              </a:rPr>
              <a:t> theme</a:t>
            </a:r>
            <a:r>
              <a:rPr kumimoji="0" lang="en-US" sz="1000" b="0" i="0" u="none" strike="noStrike" kern="1200" cap="none" spc="0" normalizeH="0" baseline="0" noProof="0" dirty="0">
                <a:ln>
                  <a:noFill/>
                </a:ln>
                <a:solidFill>
                  <a:srgbClr val="0D004D"/>
                </a:solidFill>
                <a:effectLst/>
                <a:uLnTx/>
                <a:uFillTx/>
                <a:latin typeface="+mj-lt"/>
                <a:ea typeface="+mj-ea"/>
                <a:cs typeface="Segoe UI" panose="020B0502040204020203" pitchFamily="34" charset="0"/>
              </a:rPr>
              <a:t> colors are optimized for automated charts.</a:t>
            </a:r>
          </a:p>
        </p:txBody>
      </p:sp>
      <p:sp>
        <p:nvSpPr>
          <p:cNvPr id="25" name="Title 1">
            <a:extLst>
              <a:ext uri="{FF2B5EF4-FFF2-40B4-BE49-F238E27FC236}">
                <a16:creationId xmlns:a16="http://schemas.microsoft.com/office/drawing/2014/main" id="{E7ADF355-EEF1-6676-3391-435ADA5D9A05}"/>
              </a:ext>
            </a:extLst>
          </p:cNvPr>
          <p:cNvSpPr txBox="1">
            <a:spLocks/>
          </p:cNvSpPr>
          <p:nvPr userDrawn="1"/>
        </p:nvSpPr>
        <p:spPr bwMode="gray">
          <a:xfrm>
            <a:off x="6359322" y="2011291"/>
            <a:ext cx="1221515" cy="472505"/>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Do not use automated tints.</a:t>
            </a:r>
          </a:p>
        </p:txBody>
      </p:sp>
      <p:grpSp>
        <p:nvGrpSpPr>
          <p:cNvPr id="22" name="Group 21" descr="Lighter and darker versions of the theme colors displayed below the first row of the Theme Colors section of the Colors menu, crossed out">
            <a:extLst>
              <a:ext uri="{FF2B5EF4-FFF2-40B4-BE49-F238E27FC236}">
                <a16:creationId xmlns:a16="http://schemas.microsoft.com/office/drawing/2014/main" id="{D4125BDA-BC0C-CD21-ACC1-0EC3549338E3}"/>
              </a:ext>
            </a:extLst>
          </p:cNvPr>
          <p:cNvGrpSpPr/>
          <p:nvPr userDrawn="1"/>
        </p:nvGrpSpPr>
        <p:grpSpPr bwMode="gray">
          <a:xfrm>
            <a:off x="4294188" y="1861423"/>
            <a:ext cx="1697037" cy="772240"/>
            <a:chOff x="2503584" y="2442876"/>
            <a:chExt cx="2201384" cy="1025560"/>
          </a:xfrm>
        </p:grpSpPr>
        <p:sp>
          <p:nvSpPr>
            <p:cNvPr id="23" name="Rectangle 22">
              <a:extLst>
                <a:ext uri="{FF2B5EF4-FFF2-40B4-BE49-F238E27FC236}">
                  <a16:creationId xmlns:a16="http://schemas.microsoft.com/office/drawing/2014/main" id="{FD6C423A-1269-0479-236C-E5CD91684555}"/>
                </a:ext>
              </a:extLst>
            </p:cNvPr>
            <p:cNvSpPr/>
            <p:nvPr/>
          </p:nvSpPr>
          <p:spPr bwMode="gray">
            <a:xfrm>
              <a:off x="2503584" y="2445616"/>
              <a:ext cx="2201384" cy="1022820"/>
            </a:xfrm>
            <a:prstGeom prst="rect">
              <a:avLst/>
            </a:prstGeom>
            <a:solidFill>
              <a:schemeClr val="bg2">
                <a:lumMod val="85000"/>
                <a:alpha val="80922"/>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cxnSp>
          <p:nvCxnSpPr>
            <p:cNvPr id="24" name="Straight Connector 23">
              <a:extLst>
                <a:ext uri="{FF2B5EF4-FFF2-40B4-BE49-F238E27FC236}">
                  <a16:creationId xmlns:a16="http://schemas.microsoft.com/office/drawing/2014/main" id="{68394944-3CB1-F204-20EA-BC3BD16DE6FB}"/>
                </a:ext>
              </a:extLst>
            </p:cNvPr>
            <p:cNvCxnSpPr>
              <a:cxnSpLocks/>
            </p:cNvCxnSpPr>
            <p:nvPr/>
          </p:nvCxnSpPr>
          <p:spPr bwMode="gray">
            <a:xfrm>
              <a:off x="2503584" y="2453444"/>
              <a:ext cx="2201384" cy="1012252"/>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cxnSp>
          <p:nvCxnSpPr>
            <p:cNvPr id="26" name="Straight Connector 25">
              <a:extLst>
                <a:ext uri="{FF2B5EF4-FFF2-40B4-BE49-F238E27FC236}">
                  <a16:creationId xmlns:a16="http://schemas.microsoft.com/office/drawing/2014/main" id="{8B3FD31C-A3D3-1B7C-4C5C-40F19A121224}"/>
                </a:ext>
              </a:extLst>
            </p:cNvPr>
            <p:cNvCxnSpPr>
              <a:cxnSpLocks/>
            </p:cNvCxnSpPr>
            <p:nvPr/>
          </p:nvCxnSpPr>
          <p:spPr bwMode="gray">
            <a:xfrm flipH="1">
              <a:off x="2503584" y="2442876"/>
              <a:ext cx="2201384" cy="1022820"/>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grpSp>
      <p:sp>
        <p:nvSpPr>
          <p:cNvPr id="28" name="Title 1">
            <a:extLst>
              <a:ext uri="{FF2B5EF4-FFF2-40B4-BE49-F238E27FC236}">
                <a16:creationId xmlns:a16="http://schemas.microsoft.com/office/drawing/2014/main" id="{75463075-4A61-1CCE-347E-EC2252348A0C}"/>
              </a:ext>
            </a:extLst>
          </p:cNvPr>
          <p:cNvSpPr txBox="1">
            <a:spLocks/>
          </p:cNvSpPr>
          <p:nvPr userDrawn="1"/>
        </p:nvSpPr>
        <p:spPr bwMode="gray">
          <a:xfrm>
            <a:off x="6359323" y="3591504"/>
            <a:ext cx="1221515" cy="471601"/>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000" b="0" i="0" u="none" strike="noStrike" kern="1200" cap="none" spc="0" normalizeH="0" baseline="0" noProof="0">
                <a:ln>
                  <a:noFill/>
                </a:ln>
                <a:solidFill>
                  <a:srgbClr val="0D004D"/>
                </a:solidFill>
                <a:effectLst/>
                <a:uLnTx/>
                <a:uFillTx/>
                <a:latin typeface="+mj-lt"/>
                <a:ea typeface="+mj-ea"/>
                <a:cs typeface="Segoe UI" panose="020B0502040204020203" pitchFamily="34" charset="0"/>
              </a:rPr>
              <a:t>Do not use Standard Colors.</a:t>
            </a:r>
          </a:p>
        </p:txBody>
      </p:sp>
      <p:grpSp>
        <p:nvGrpSpPr>
          <p:cNvPr id="29" name="Group 28" descr="Standard Colors section of the Colors menu, crossed out">
            <a:extLst>
              <a:ext uri="{FF2B5EF4-FFF2-40B4-BE49-F238E27FC236}">
                <a16:creationId xmlns:a16="http://schemas.microsoft.com/office/drawing/2014/main" id="{A306B0C4-5E0F-805B-EC1D-59572D3CDC17}"/>
              </a:ext>
            </a:extLst>
          </p:cNvPr>
          <p:cNvGrpSpPr/>
          <p:nvPr userDrawn="1"/>
        </p:nvGrpSpPr>
        <p:grpSpPr bwMode="gray">
          <a:xfrm>
            <a:off x="4294188" y="3713625"/>
            <a:ext cx="1697037" cy="227358"/>
            <a:chOff x="2503584" y="4666500"/>
            <a:chExt cx="2201384" cy="255192"/>
          </a:xfrm>
        </p:grpSpPr>
        <p:sp>
          <p:nvSpPr>
            <p:cNvPr id="30" name="Rectangle 29">
              <a:extLst>
                <a:ext uri="{FF2B5EF4-FFF2-40B4-BE49-F238E27FC236}">
                  <a16:creationId xmlns:a16="http://schemas.microsoft.com/office/drawing/2014/main" id="{782A608A-EA2E-BB7C-23F3-BE92C95DD3AC}"/>
                </a:ext>
              </a:extLst>
            </p:cNvPr>
            <p:cNvSpPr/>
            <p:nvPr/>
          </p:nvSpPr>
          <p:spPr bwMode="gray">
            <a:xfrm>
              <a:off x="2503584" y="4667529"/>
              <a:ext cx="2201384" cy="252453"/>
            </a:xfrm>
            <a:prstGeom prst="rect">
              <a:avLst/>
            </a:prstGeom>
            <a:solidFill>
              <a:schemeClr val="bg2">
                <a:lumMod val="85000"/>
                <a:alpha val="80922"/>
              </a:schemeClr>
            </a:solid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pSp>
          <p:nvGrpSpPr>
            <p:cNvPr id="31" name="Group 30">
              <a:extLst>
                <a:ext uri="{FF2B5EF4-FFF2-40B4-BE49-F238E27FC236}">
                  <a16:creationId xmlns:a16="http://schemas.microsoft.com/office/drawing/2014/main" id="{D70ACD29-9A23-2B00-4775-A83A3C340B96}"/>
                </a:ext>
              </a:extLst>
            </p:cNvPr>
            <p:cNvGrpSpPr/>
            <p:nvPr/>
          </p:nvGrpSpPr>
          <p:grpSpPr bwMode="gray">
            <a:xfrm>
              <a:off x="2503584" y="4666500"/>
              <a:ext cx="2201384" cy="255192"/>
              <a:chOff x="623734" y="3324550"/>
              <a:chExt cx="2078966" cy="974786"/>
            </a:xfrm>
          </p:grpSpPr>
          <p:cxnSp>
            <p:nvCxnSpPr>
              <p:cNvPr id="32" name="Straight Connector 31">
                <a:extLst>
                  <a:ext uri="{FF2B5EF4-FFF2-40B4-BE49-F238E27FC236}">
                    <a16:creationId xmlns:a16="http://schemas.microsoft.com/office/drawing/2014/main" id="{B559716B-E512-F741-BDB6-BDC24BE584EC}"/>
                  </a:ext>
                </a:extLst>
              </p:cNvPr>
              <p:cNvCxnSpPr>
                <a:cxnSpLocks/>
              </p:cNvCxnSpPr>
              <p:nvPr/>
            </p:nvCxnSpPr>
            <p:spPr bwMode="gray">
              <a:xfrm>
                <a:off x="623734" y="3324551"/>
                <a:ext cx="2078966" cy="974785"/>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42812C71-5212-5AF1-72F7-F06BFFA9DBC5}"/>
                  </a:ext>
                </a:extLst>
              </p:cNvPr>
              <p:cNvCxnSpPr>
                <a:cxnSpLocks/>
              </p:cNvCxnSpPr>
              <p:nvPr/>
            </p:nvCxnSpPr>
            <p:spPr bwMode="gray">
              <a:xfrm flipH="1">
                <a:off x="623734" y="3324550"/>
                <a:ext cx="2078966" cy="972198"/>
              </a:xfrm>
              <a:prstGeom prst="line">
                <a:avLst/>
              </a:prstGeom>
              <a:solidFill>
                <a:schemeClr val="tx1">
                  <a:alpha val="50000"/>
                </a:schemeClr>
              </a:solid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cxnSp>
        </p:grpSp>
      </p:grpSp>
      <p:cxnSp>
        <p:nvCxnSpPr>
          <p:cNvPr id="34" name="Straight Connector 33">
            <a:extLst>
              <a:ext uri="{FF2B5EF4-FFF2-40B4-BE49-F238E27FC236}">
                <a16:creationId xmlns:a16="http://schemas.microsoft.com/office/drawing/2014/main" id="{3B3E2B9A-6011-262D-367F-CC354606CC29}"/>
              </a:ext>
              <a:ext uri="{C183D7F6-B498-43B3-948B-1728B52AA6E4}">
                <adec:decorative xmlns:adec="http://schemas.microsoft.com/office/drawing/2017/decorative" val="1"/>
              </a:ext>
            </a:extLst>
          </p:cNvPr>
          <p:cNvCxnSpPr>
            <a:cxnSpLocks/>
          </p:cNvCxnSpPr>
          <p:nvPr userDrawn="1"/>
        </p:nvCxnSpPr>
        <p:spPr bwMode="gray">
          <a:xfrm flipH="1" flipV="1">
            <a:off x="6003190" y="3827304"/>
            <a:ext cx="330958" cy="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DD2EB9F-0D50-6080-6A4F-E0DC5F8F4493}"/>
              </a:ext>
              <a:ext uri="{C183D7F6-B498-43B3-948B-1728B52AA6E4}">
                <adec:decorative xmlns:adec="http://schemas.microsoft.com/office/drawing/2017/decorative" val="1"/>
              </a:ext>
            </a:extLst>
          </p:cNvPr>
          <p:cNvCxnSpPr>
            <a:cxnSpLocks/>
          </p:cNvCxnSpPr>
          <p:nvPr userDrawn="1"/>
        </p:nvCxnSpPr>
        <p:spPr bwMode="gray">
          <a:xfrm flipH="1">
            <a:off x="6003190" y="2247543"/>
            <a:ext cx="330958"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FE8D3A89-E70E-DDE7-021E-285840325888}"/>
              </a:ext>
              <a:ext uri="{C183D7F6-B498-43B3-948B-1728B52AA6E4}">
                <adec:decorative xmlns:adec="http://schemas.microsoft.com/office/drawing/2017/decorative" val="1"/>
              </a:ext>
            </a:extLst>
          </p:cNvPr>
          <p:cNvCxnSpPr>
            <a:cxnSpLocks/>
          </p:cNvCxnSpPr>
          <p:nvPr userDrawn="1"/>
        </p:nvCxnSpPr>
        <p:spPr bwMode="gray">
          <a:xfrm flipH="1">
            <a:off x="6003190" y="1751494"/>
            <a:ext cx="330958"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6B2F530-8F39-E0B1-91C4-C21680E8FFFE}"/>
              </a:ext>
              <a:ext uri="{C183D7F6-B498-43B3-948B-1728B52AA6E4}">
                <adec:decorative xmlns:adec="http://schemas.microsoft.com/office/drawing/2017/decorative" val="1"/>
              </a:ext>
            </a:extLst>
          </p:cNvPr>
          <p:cNvCxnSpPr>
            <a:cxnSpLocks/>
          </p:cNvCxnSpPr>
          <p:nvPr userDrawn="1"/>
        </p:nvCxnSpPr>
        <p:spPr bwMode="gray">
          <a:xfrm flipH="1">
            <a:off x="7579155" y="1751494"/>
            <a:ext cx="44883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39" name="Rectangle 38">
            <a:extLst>
              <a:ext uri="{FF2B5EF4-FFF2-40B4-BE49-F238E27FC236}">
                <a16:creationId xmlns:a16="http://schemas.microsoft.com/office/drawing/2014/main" id="{709EA482-6FA9-C797-D634-2D0AD746733E}"/>
              </a:ext>
              <a:ext uri="{C183D7F6-B498-43B3-948B-1728B52AA6E4}">
                <adec:decorative xmlns:adec="http://schemas.microsoft.com/office/drawing/2017/decorative" val="1"/>
              </a:ext>
            </a:extLst>
          </p:cNvPr>
          <p:cNvSpPr/>
          <p:nvPr/>
        </p:nvSpPr>
        <p:spPr bwMode="gray">
          <a:xfrm>
            <a:off x="8027988" y="1374016"/>
            <a:ext cx="2678112" cy="4388609"/>
          </a:xfrm>
          <a:prstGeom prst="rect">
            <a:avLst/>
          </a:prstGeom>
          <a:ln w="9525">
            <a:solidFill>
              <a:schemeClr val="tx2"/>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j-lt"/>
              <a:ea typeface="+mn-ea"/>
              <a:cs typeface="+mn-cs"/>
            </a:endParaRPr>
          </a:p>
        </p:txBody>
      </p:sp>
      <p:graphicFrame>
        <p:nvGraphicFramePr>
          <p:cNvPr id="40" name="Chart Placeholder 9" descr="Bar graph theme colors">
            <a:extLst>
              <a:ext uri="{FF2B5EF4-FFF2-40B4-BE49-F238E27FC236}">
                <a16:creationId xmlns:a16="http://schemas.microsoft.com/office/drawing/2014/main" id="{A750D901-C06D-F23A-2288-B642D179C6AA}"/>
              </a:ext>
            </a:extLst>
          </p:cNvPr>
          <p:cNvGraphicFramePr>
            <a:graphicFrameLocks/>
          </p:cNvGraphicFramePr>
          <p:nvPr>
            <p:extLst>
              <p:ext uri="{D42A27DB-BD31-4B8C-83A1-F6EECF244321}">
                <p14:modId xmlns:p14="http://schemas.microsoft.com/office/powerpoint/2010/main" val="392343148"/>
              </p:ext>
            </p:extLst>
          </p:nvPr>
        </p:nvGraphicFramePr>
        <p:xfrm>
          <a:off x="8181702" y="1566042"/>
          <a:ext cx="2370684" cy="217732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1" name="Chart Placeholder 10" descr="Pie graph theme colors">
            <a:extLst>
              <a:ext uri="{FF2B5EF4-FFF2-40B4-BE49-F238E27FC236}">
                <a16:creationId xmlns:a16="http://schemas.microsoft.com/office/drawing/2014/main" id="{FC179024-8977-99D8-FB5C-94EE53A01828}"/>
              </a:ext>
            </a:extLst>
          </p:cNvPr>
          <p:cNvGraphicFramePr>
            <a:graphicFrameLocks/>
          </p:cNvGraphicFramePr>
          <p:nvPr>
            <p:extLst>
              <p:ext uri="{D42A27DB-BD31-4B8C-83A1-F6EECF244321}">
                <p14:modId xmlns:p14="http://schemas.microsoft.com/office/powerpoint/2010/main" val="3237990657"/>
              </p:ext>
            </p:extLst>
          </p:nvPr>
        </p:nvGraphicFramePr>
        <p:xfrm>
          <a:off x="8181702" y="3890901"/>
          <a:ext cx="2370684" cy="1721623"/>
        </p:xfrm>
        <a:graphic>
          <a:graphicData uri="http://schemas.openxmlformats.org/drawingml/2006/chart">
            <c:chart xmlns:c="http://schemas.openxmlformats.org/drawingml/2006/chart" xmlns:r="http://schemas.openxmlformats.org/officeDocument/2006/relationships" r:id="rId4"/>
          </a:graphicData>
        </a:graphic>
      </p:graphicFrame>
      <p:pic>
        <p:nvPicPr>
          <p:cNvPr id="3" name="Pearson Logo" descr="Pearson Logo">
            <a:extLst>
              <a:ext uri="{FF2B5EF4-FFF2-40B4-BE49-F238E27FC236}">
                <a16:creationId xmlns:a16="http://schemas.microsoft.com/office/drawing/2014/main" id="{AB363CA6-8E1A-F783-321E-5F09E051A5CA}"/>
              </a:ext>
            </a:extLst>
          </p:cNvPr>
          <p:cNvPicPr/>
          <p:nvPr userDrawn="1"/>
        </p:nvPicPr>
        <p:blipFill>
          <a:blip r:embed="rId5">
            <a:extLst>
              <a:ext uri="{96DAC541-7B7A-43D3-8B79-37D633B846F1}">
                <asvg:svgBlip xmlns:asvg="http://schemas.microsoft.com/office/drawing/2016/SVG/main" r:embed="rId6"/>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6528792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User Guide: Typography">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6" name="Section">
            <a:extLst>
              <a:ext uri="{FF2B5EF4-FFF2-40B4-BE49-F238E27FC236}">
                <a16:creationId xmlns:a16="http://schemas.microsoft.com/office/drawing/2014/main" id="{554ECA3C-1DF4-B7F5-69F4-F7609A8B8398}"/>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Typography</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029810"/>
            <a:ext cx="2557019" cy="5379868"/>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1" dirty="0">
                <a:latin typeface="+mj-lt"/>
                <a:cs typeface="Segoe UI" panose="020B0502040204020203" pitchFamily="34" charset="0"/>
              </a:rPr>
              <a:t>Arial </a:t>
            </a:r>
            <a:r>
              <a:rPr lang="en-US" sz="1200" b="0" dirty="0">
                <a:latin typeface="+mj-lt"/>
                <a:cs typeface="Segoe UI" panose="020B0502040204020203" pitchFamily="34" charset="0"/>
              </a:rPr>
              <a:t>is our primary typeface for PowerPoint presentations.</a:t>
            </a:r>
          </a:p>
          <a:p>
            <a:r>
              <a:rPr lang="en-US" sz="1200" b="0" dirty="0">
                <a:latin typeface="+mj-lt"/>
                <a:cs typeface="Segoe UI" panose="020B0502040204020203" pitchFamily="34" charset="0"/>
              </a:rPr>
              <a:t>Follow these rules for using type in our communications: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Use only our approved typeface</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Set text primarily flush left</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Set kerning to optical</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Use consistent point sizes throughout — do not use too many different type sizes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Limit the use of all caps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Text-heavy documents should be well organized and use white space generously, allowing the reader’s eye to scan and flow through the material easily</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Use Italic only for special cases, i.e., titles, names of vehicles and ships, scientific and technical terms, foreign words or phrases.</a:t>
            </a: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endParaRPr lang="en-US" sz="1200" kern="1200" dirty="0">
              <a:solidFill>
                <a:srgbClr val="0D004D"/>
              </a:solidFill>
              <a:latin typeface="+mj-lt"/>
              <a:ea typeface="+mn-ea"/>
              <a:cs typeface="Segoe UI" panose="020B0502040204020203" pitchFamily="34" charset="0"/>
            </a:endParaRPr>
          </a:p>
          <a:p>
            <a:pPr marL="137160" indent="-137160" algn="l" defTabSz="914400" rtl="0" eaLnBrk="1" latinLnBrk="0" hangingPunct="1">
              <a:lnSpc>
                <a:spcPct val="100000"/>
              </a:lnSpc>
              <a:spcBef>
                <a:spcPts val="0"/>
              </a:spcBef>
              <a:spcAft>
                <a:spcPts val="600"/>
              </a:spcAft>
              <a:buFont typeface="Plus Jakarta Sans" panose="020B0604020202020204" pitchFamily="34" charset="0"/>
              <a:buChar char="•"/>
              <a:defRPr/>
            </a:pPr>
            <a:r>
              <a:rPr lang="en-US" sz="1200" kern="1200" dirty="0">
                <a:solidFill>
                  <a:srgbClr val="0D004D"/>
                </a:solidFill>
                <a:latin typeface="+mj-lt"/>
                <a:ea typeface="+mn-ea"/>
                <a:cs typeface="Segoe UI" panose="020B0502040204020203" pitchFamily="34" charset="0"/>
              </a:rPr>
              <a:t>If you need to use </a:t>
            </a:r>
            <a:r>
              <a:rPr lang="en-US" sz="1200" dirty="0">
                <a:latin typeface="+mj-lt"/>
                <a:cs typeface="Segoe UI" panose="020B0502040204020203" pitchFamily="34" charset="0"/>
              </a:rPr>
              <a:t>monospaced fonts used for coding, please use </a:t>
            </a:r>
            <a:r>
              <a:rPr lang="en-US" sz="1200" b="1" dirty="0">
                <a:latin typeface="Courier New" panose="02070309020205020404" pitchFamily="49" charset="0"/>
                <a:cs typeface="Courier New" panose="02070309020205020404" pitchFamily="49" charset="0"/>
              </a:rPr>
              <a:t>Courier New</a:t>
            </a:r>
            <a:r>
              <a:rPr lang="en-US" sz="1200" b="1" dirty="0">
                <a:latin typeface="+mj-lt"/>
                <a:cs typeface="Courier New" panose="02070309020205020404" pitchFamily="49" charset="0"/>
              </a:rPr>
              <a:t>.</a:t>
            </a:r>
            <a:endParaRPr lang="en-US" sz="1200" kern="1200" dirty="0">
              <a:solidFill>
                <a:srgbClr val="0D004D"/>
              </a:solidFill>
              <a:latin typeface="+mj-lt"/>
              <a:ea typeface="+mn-ea"/>
              <a:cs typeface="Courier New" panose="02070309020205020404" pitchFamily="49" charset="0"/>
            </a:endParaRPr>
          </a:p>
          <a:p>
            <a:endParaRPr lang="en-US" sz="1200" b="0" dirty="0">
              <a:latin typeface="+mj-lt"/>
              <a:cs typeface="Segoe UI" panose="020B0502040204020203" pitchFamily="34" charset="0"/>
            </a:endParaRPr>
          </a:p>
        </p:txBody>
      </p:sp>
      <p:sp>
        <p:nvSpPr>
          <p:cNvPr id="2" name="Title 1">
            <a:extLst>
              <a:ext uri="{FF2B5EF4-FFF2-40B4-BE49-F238E27FC236}">
                <a16:creationId xmlns:a16="http://schemas.microsoft.com/office/drawing/2014/main" id="{041F95B9-14C1-0998-1118-27703025EE2D}"/>
              </a:ext>
            </a:extLst>
          </p:cNvPr>
          <p:cNvSpPr txBox="1">
            <a:spLocks/>
          </p:cNvSpPr>
          <p:nvPr userDrawn="1"/>
        </p:nvSpPr>
        <p:spPr bwMode="gray">
          <a:xfrm>
            <a:off x="4637087" y="721944"/>
            <a:ext cx="7004747" cy="5539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000" b="1" i="0" u="none" strike="noStrike" kern="1200" cap="none" spc="0" normalizeH="0" baseline="0" noProof="1">
                <a:ln>
                  <a:noFill/>
                </a:ln>
                <a:solidFill>
                  <a:srgbClr val="0D004D"/>
                </a:solidFill>
                <a:effectLst/>
                <a:uLnTx/>
                <a:uFillTx/>
                <a:latin typeface="+mj-lt"/>
                <a:ea typeface="+mj-ea"/>
                <a:cs typeface="Segoe UI" panose="020B0502040204020203" pitchFamily="34" charset="0"/>
              </a:rPr>
              <a:t>Title — Arial (Headings) Bold</a:t>
            </a:r>
          </a:p>
        </p:txBody>
      </p:sp>
      <p:sp>
        <p:nvSpPr>
          <p:cNvPr id="7" name="Title 1">
            <a:extLst>
              <a:ext uri="{FF2B5EF4-FFF2-40B4-BE49-F238E27FC236}">
                <a16:creationId xmlns:a16="http://schemas.microsoft.com/office/drawing/2014/main" id="{EAE89D40-FA37-7962-F804-74B144E2CB9F}"/>
              </a:ext>
            </a:extLst>
          </p:cNvPr>
          <p:cNvSpPr txBox="1">
            <a:spLocks/>
          </p:cNvSpPr>
          <p:nvPr userDrawn="1"/>
        </p:nvSpPr>
        <p:spPr bwMode="gray">
          <a:xfrm>
            <a:off x="4637088" y="1543384"/>
            <a:ext cx="7004745" cy="3323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1">
                <a:ln>
                  <a:noFill/>
                </a:ln>
                <a:solidFill>
                  <a:srgbClr val="0D004D"/>
                </a:solidFill>
                <a:effectLst/>
                <a:uLnTx/>
                <a:uFillTx/>
                <a:latin typeface="+mj-lt"/>
                <a:ea typeface="+mj-ea"/>
                <a:cs typeface="Segoe UI Semibold" panose="020B0502040204020203" pitchFamily="34" charset="0"/>
              </a:rPr>
              <a:t>Slide headline — Arial (Headings) Bold</a:t>
            </a:r>
          </a:p>
        </p:txBody>
      </p:sp>
      <p:sp>
        <p:nvSpPr>
          <p:cNvPr id="9" name="Title 1">
            <a:extLst>
              <a:ext uri="{FF2B5EF4-FFF2-40B4-BE49-F238E27FC236}">
                <a16:creationId xmlns:a16="http://schemas.microsoft.com/office/drawing/2014/main" id="{DBA1FB21-1438-AA2D-3FC5-BDBD25832C03}"/>
              </a:ext>
            </a:extLst>
          </p:cNvPr>
          <p:cNvSpPr txBox="1">
            <a:spLocks/>
          </p:cNvSpPr>
          <p:nvPr userDrawn="1"/>
        </p:nvSpPr>
        <p:spPr bwMode="gray">
          <a:xfrm>
            <a:off x="4647721" y="2041910"/>
            <a:ext cx="6401317" cy="246221"/>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1">
                <a:ln>
                  <a:noFill/>
                </a:ln>
                <a:solidFill>
                  <a:srgbClr val="0D004D"/>
                </a:solidFill>
                <a:effectLst/>
                <a:uLnTx/>
                <a:uFillTx/>
                <a:latin typeface="+mj-lt"/>
                <a:ea typeface="+mj-ea"/>
                <a:cs typeface="Segoe UI Semibold" panose="020B0502040204020203" pitchFamily="34" charset="0"/>
              </a:rPr>
              <a:t>Smaller subheads — Arial (Headings) Bold</a:t>
            </a:r>
          </a:p>
        </p:txBody>
      </p:sp>
      <p:sp>
        <p:nvSpPr>
          <p:cNvPr id="12" name="Title 1">
            <a:extLst>
              <a:ext uri="{FF2B5EF4-FFF2-40B4-BE49-F238E27FC236}">
                <a16:creationId xmlns:a16="http://schemas.microsoft.com/office/drawing/2014/main" id="{C2145967-1BCF-A0AD-9B31-667AB123C28E}"/>
              </a:ext>
            </a:extLst>
          </p:cNvPr>
          <p:cNvSpPr txBox="1">
            <a:spLocks/>
          </p:cNvSpPr>
          <p:nvPr userDrawn="1"/>
        </p:nvSpPr>
        <p:spPr bwMode="gray">
          <a:xfrm>
            <a:off x="4647721" y="2409988"/>
            <a:ext cx="6401317" cy="93871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mj-lt"/>
                <a:ea typeface="+mj-ea"/>
                <a:cs typeface="Segoe UI" panose="020B0502040204020203" pitchFamily="34" charset="0"/>
              </a:rPr>
              <a:t>Content — Arial (Body) Regular</a:t>
            </a:r>
          </a:p>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mj-lt"/>
                <a:ea typeface="+mj-ea"/>
                <a:cs typeface="Segoe UI" panose="020B0502040204020203" pitchFamily="34" charset="0"/>
              </a:rPr>
              <a:t>Lorem ipsum dolor sit amet, consectetur adipiscing elit, sed do eiusmod tempor incididunt ut labore et dolore magna aliqua. Ut enim ad minim veniam, quis nostrud exercitation ullamco laboris nisi ut aliquip ex ea commodo consequat. </a:t>
            </a:r>
          </a:p>
        </p:txBody>
      </p:sp>
      <p:sp>
        <p:nvSpPr>
          <p:cNvPr id="13" name="Title 1">
            <a:extLst>
              <a:ext uri="{FF2B5EF4-FFF2-40B4-BE49-F238E27FC236}">
                <a16:creationId xmlns:a16="http://schemas.microsoft.com/office/drawing/2014/main" id="{D26A9AC9-28F1-BAC6-C232-360B73B36B99}"/>
              </a:ext>
            </a:extLst>
          </p:cNvPr>
          <p:cNvSpPr txBox="1">
            <a:spLocks/>
          </p:cNvSpPr>
          <p:nvPr userDrawn="1"/>
        </p:nvSpPr>
        <p:spPr bwMode="gray">
          <a:xfrm>
            <a:off x="4637089" y="3475100"/>
            <a:ext cx="6411910" cy="1384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000" b="0" i="0" u="none" strike="noStrike" kern="1200" cap="none" spc="0" normalizeH="0" baseline="0" noProof="1">
                <a:ln>
                  <a:noFill/>
                </a:ln>
                <a:solidFill>
                  <a:srgbClr val="0D004D"/>
                </a:solidFill>
                <a:effectLst/>
                <a:uLnTx/>
                <a:uFillTx/>
                <a:latin typeface="+mj-lt"/>
                <a:ea typeface="+mj-ea"/>
                <a:cs typeface="Segoe UI" panose="020B0502040204020203" pitchFamily="34" charset="0"/>
              </a:rPr>
              <a:t>Annotation and citation — Arial (Body) Regular</a:t>
            </a:r>
          </a:p>
        </p:txBody>
      </p:sp>
      <p:sp>
        <p:nvSpPr>
          <p:cNvPr id="8" name="Title 1">
            <a:extLst>
              <a:ext uri="{FF2B5EF4-FFF2-40B4-BE49-F238E27FC236}">
                <a16:creationId xmlns:a16="http://schemas.microsoft.com/office/drawing/2014/main" id="{FD2D1494-3772-7933-5C33-268753CE4107}"/>
              </a:ext>
            </a:extLst>
          </p:cNvPr>
          <p:cNvSpPr txBox="1">
            <a:spLocks/>
          </p:cNvSpPr>
          <p:nvPr userDrawn="1"/>
        </p:nvSpPr>
        <p:spPr bwMode="gray">
          <a:xfrm>
            <a:off x="3946278" y="240812"/>
            <a:ext cx="5029449" cy="613412"/>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Text on Slides – Arial</a:t>
            </a:r>
          </a:p>
        </p:txBody>
      </p:sp>
      <p:sp>
        <p:nvSpPr>
          <p:cNvPr id="10" name="Title 1">
            <a:extLst>
              <a:ext uri="{FF2B5EF4-FFF2-40B4-BE49-F238E27FC236}">
                <a16:creationId xmlns:a16="http://schemas.microsoft.com/office/drawing/2014/main" id="{F89DECD1-33AC-9F80-1B59-CBD4526890FA}"/>
              </a:ext>
            </a:extLst>
          </p:cNvPr>
          <p:cNvSpPr txBox="1">
            <a:spLocks/>
          </p:cNvSpPr>
          <p:nvPr userDrawn="1"/>
        </p:nvSpPr>
        <p:spPr bwMode="gray">
          <a:xfrm>
            <a:off x="3946278" y="4151314"/>
            <a:ext cx="5467230" cy="390908"/>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Courier New" panose="02070309020205020404" pitchFamily="49" charset="0"/>
                <a:ea typeface="+mj-ea"/>
                <a:cs typeface="Courier New" panose="02070309020205020404" pitchFamily="49" charset="0"/>
              </a:rPr>
              <a:t>Font for Coding – Courier New</a:t>
            </a:r>
          </a:p>
        </p:txBody>
      </p:sp>
      <p:sp>
        <p:nvSpPr>
          <p:cNvPr id="24" name="Title 1">
            <a:extLst>
              <a:ext uri="{FF2B5EF4-FFF2-40B4-BE49-F238E27FC236}">
                <a16:creationId xmlns:a16="http://schemas.microsoft.com/office/drawing/2014/main" id="{C2210716-54A9-B23F-4FB9-0EBB212B429C}"/>
              </a:ext>
            </a:extLst>
          </p:cNvPr>
          <p:cNvSpPr txBox="1">
            <a:spLocks/>
          </p:cNvSpPr>
          <p:nvPr userDrawn="1"/>
        </p:nvSpPr>
        <p:spPr bwMode="gray">
          <a:xfrm>
            <a:off x="4395860" y="4638472"/>
            <a:ext cx="6401317" cy="246221"/>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600" b="1" i="0" u="none" strike="noStrike" kern="1200" cap="none" spc="0" normalizeH="0" baseline="0" noProof="1">
                <a:ln>
                  <a:noFill/>
                </a:ln>
                <a:solidFill>
                  <a:srgbClr val="0D004D"/>
                </a:solidFill>
                <a:effectLst/>
                <a:uLnTx/>
                <a:uFillTx/>
                <a:latin typeface="Courier New" panose="02070309020205020404" pitchFamily="49" charset="0"/>
                <a:ea typeface="+mj-ea"/>
                <a:cs typeface="Courier New" panose="02070309020205020404" pitchFamily="49" charset="0"/>
              </a:rPr>
              <a:t>Smaller subheads — Bold</a:t>
            </a:r>
          </a:p>
        </p:txBody>
      </p:sp>
      <p:sp>
        <p:nvSpPr>
          <p:cNvPr id="25" name="Title 1">
            <a:extLst>
              <a:ext uri="{FF2B5EF4-FFF2-40B4-BE49-F238E27FC236}">
                <a16:creationId xmlns:a16="http://schemas.microsoft.com/office/drawing/2014/main" id="{D1D5DCB3-4395-3D96-8730-1B5512CEB72C}"/>
              </a:ext>
            </a:extLst>
          </p:cNvPr>
          <p:cNvSpPr txBox="1">
            <a:spLocks/>
          </p:cNvSpPr>
          <p:nvPr userDrawn="1"/>
        </p:nvSpPr>
        <p:spPr bwMode="gray">
          <a:xfrm>
            <a:off x="4395860" y="5150932"/>
            <a:ext cx="6401317" cy="1154162"/>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Courier New" panose="02070309020205020404" pitchFamily="49" charset="0"/>
                <a:ea typeface="+mj-ea"/>
                <a:cs typeface="Courier New" panose="02070309020205020404" pitchFamily="49" charset="0"/>
              </a:rPr>
              <a:t>Content— Regular</a:t>
            </a:r>
          </a:p>
          <a:p>
            <a:pPr marL="0" marR="0" lvl="0" indent="0" algn="l" defTabSz="914400" rtl="0" eaLnBrk="1" fontAlgn="auto" latinLnBrk="0" hangingPunct="1">
              <a:lnSpc>
                <a:spcPct val="100000"/>
              </a:lnSpc>
              <a:spcBef>
                <a:spcPct val="0"/>
              </a:spcBef>
              <a:spcAft>
                <a:spcPts val="600"/>
              </a:spcAft>
              <a:buClrTx/>
              <a:buSzTx/>
              <a:buFontTx/>
              <a:buNone/>
              <a:tabLst/>
              <a:defRPr/>
            </a:pPr>
            <a:r>
              <a:rPr kumimoji="0" lang="en-US" sz="1400" b="0" i="0" u="none" strike="noStrike" kern="1200" cap="none" spc="0" normalizeH="0" baseline="0" noProof="1">
                <a:ln>
                  <a:noFill/>
                </a:ln>
                <a:solidFill>
                  <a:srgbClr val="0D004D"/>
                </a:solidFill>
                <a:effectLst/>
                <a:uLnTx/>
                <a:uFillTx/>
                <a:latin typeface="Courier New" panose="02070309020205020404" pitchFamily="49" charset="0"/>
                <a:ea typeface="+mj-ea"/>
                <a:cs typeface="Courier New" panose="02070309020205020404" pitchFamily="49" charset="0"/>
              </a:rPr>
              <a:t>Lorem ipsum dolor sit amet, consectetur adipiscing elit, sed do eiusmod tempor incididunt ut labore et dolore magna aliqua. Ut enim ad minim veniam, quis nostrud exercitation ullamco laboris nisi ut aliquip ex ea commodo consequat. </a:t>
            </a:r>
          </a:p>
        </p:txBody>
      </p:sp>
      <p:pic>
        <p:nvPicPr>
          <p:cNvPr id="4" name="Pearson Logo" descr="Pearson Logo">
            <a:extLst>
              <a:ext uri="{FF2B5EF4-FFF2-40B4-BE49-F238E27FC236}">
                <a16:creationId xmlns:a16="http://schemas.microsoft.com/office/drawing/2014/main" id="{1C0E0A05-8CDD-11FE-7F84-BC16E4D1A1F6}"/>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5600027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4_User Guide: Pictograms and Icons">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88" name="Section">
            <a:extLst>
              <a:ext uri="{FF2B5EF4-FFF2-40B4-BE49-F238E27FC236}">
                <a16:creationId xmlns:a16="http://schemas.microsoft.com/office/drawing/2014/main" id="{EBA5F521-577F-6087-09CE-FB6C3058BD6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Pictograms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Light Mode</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354961" cy="3499413"/>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400" b="0" noProof="0" dirty="0">
                <a:latin typeface="+mj-lt"/>
                <a:cs typeface="Segoe UI" panose="020B0502040204020203" pitchFamily="34" charset="0"/>
              </a:rPr>
              <a:t>While pictograms should be used in their original Purple colorway, they can also incorporate one of three accent colors, Amber, Turquoise and Fuchsia.</a:t>
            </a:r>
          </a:p>
          <a:p>
            <a:r>
              <a:rPr lang="en-GB" sz="1400" dirty="0">
                <a:solidFill>
                  <a:srgbClr val="0C004C"/>
                </a:solidFill>
                <a:effectLst/>
                <a:latin typeface="+mj-lt"/>
                <a:cs typeface="Segoe UI" panose="020B0502040204020203" pitchFamily="34" charset="0"/>
              </a:rPr>
              <a:t>Consider using pictograms with accent colours when: </a:t>
            </a:r>
          </a:p>
          <a:p>
            <a:pPr marL="171450" indent="-171450">
              <a:buFont typeface="Arial" panose="020B0604020202020204" pitchFamily="34" charset="0"/>
              <a:buChar char="•"/>
            </a:pPr>
            <a:r>
              <a:rPr lang="en-GB" sz="1400" dirty="0">
                <a:solidFill>
                  <a:srgbClr val="0C004C"/>
                </a:solidFill>
                <a:effectLst/>
                <a:latin typeface="+mj-lt"/>
                <a:cs typeface="Segoe UI" panose="020B0502040204020203" pitchFamily="34" charset="0"/>
              </a:rPr>
              <a:t>calling additional attention to one in a series </a:t>
            </a:r>
          </a:p>
          <a:p>
            <a:pPr marL="171450" indent="-171450">
              <a:buFont typeface="Arial" panose="020B0604020202020204" pitchFamily="34" charset="0"/>
              <a:buChar char="•"/>
            </a:pPr>
            <a:r>
              <a:rPr lang="en-GB" sz="1400" dirty="0">
                <a:solidFill>
                  <a:srgbClr val="0C004C"/>
                </a:solidFill>
                <a:effectLst/>
                <a:latin typeface="+mj-lt"/>
                <a:cs typeface="Segoe UI" panose="020B0502040204020203" pitchFamily="34" charset="0"/>
              </a:rPr>
              <a:t>complementing the colour of a layout </a:t>
            </a:r>
          </a:p>
          <a:p>
            <a:pPr marL="171450" indent="-171450">
              <a:buFont typeface="Arial" panose="020B0604020202020204" pitchFamily="34" charset="0"/>
              <a:buChar char="•"/>
            </a:pPr>
            <a:r>
              <a:rPr lang="en-GB" sz="1400" dirty="0">
                <a:solidFill>
                  <a:srgbClr val="0C004C"/>
                </a:solidFill>
                <a:effectLst/>
                <a:latin typeface="+mj-lt"/>
                <a:cs typeface="Segoe UI" panose="020B0502040204020203" pitchFamily="34" charset="0"/>
              </a:rPr>
              <a:t>used as a large expressive illustration </a:t>
            </a:r>
          </a:p>
        </p:txBody>
      </p:sp>
      <p:grpSp>
        <p:nvGrpSpPr>
          <p:cNvPr id="3" name="Group 2" descr="pictograms with accent colors">
            <a:extLst>
              <a:ext uri="{FF2B5EF4-FFF2-40B4-BE49-F238E27FC236}">
                <a16:creationId xmlns:a16="http://schemas.microsoft.com/office/drawing/2014/main" id="{31BBCCFD-7160-50BD-400C-BED8BEE208DD}"/>
              </a:ext>
            </a:extLst>
          </p:cNvPr>
          <p:cNvGrpSpPr/>
          <p:nvPr userDrawn="1"/>
        </p:nvGrpSpPr>
        <p:grpSpPr>
          <a:xfrm>
            <a:off x="550164" y="5125013"/>
            <a:ext cx="2159747" cy="680781"/>
            <a:chOff x="550164" y="5125013"/>
            <a:chExt cx="2159747" cy="680781"/>
          </a:xfrm>
        </p:grpSpPr>
        <p:pic>
          <p:nvPicPr>
            <p:cNvPr id="7" name="Picture 6" descr="A colorful cube with purple and yellow squares&#10;&#10;AI-generated content may be incorrect.">
              <a:extLst>
                <a:ext uri="{FF2B5EF4-FFF2-40B4-BE49-F238E27FC236}">
                  <a16:creationId xmlns:a16="http://schemas.microsoft.com/office/drawing/2014/main" id="{011BFC08-9810-AC36-4734-2DBD3E8DC86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50164" y="5125013"/>
              <a:ext cx="680781" cy="680781"/>
            </a:xfrm>
            <a:prstGeom prst="rect">
              <a:avLst/>
            </a:prstGeom>
          </p:spPr>
        </p:pic>
        <p:pic>
          <p:nvPicPr>
            <p:cNvPr id="8" name="Picture 7">
              <a:extLst>
                <a:ext uri="{FF2B5EF4-FFF2-40B4-BE49-F238E27FC236}">
                  <a16:creationId xmlns:a16="http://schemas.microsoft.com/office/drawing/2014/main" id="{66DE5405-8D04-89A3-D50D-6A4E3994B4F6}"/>
                </a:ext>
              </a:extLst>
            </p:cNvPr>
            <p:cNvPicPr>
              <a:picLocks noChangeAspect="1"/>
            </p:cNvPicPr>
            <p:nvPr/>
          </p:nvPicPr>
          <p:blipFill>
            <a:blip r:embed="rId3" cstate="screen">
              <a:extLst>
                <a:ext uri="{28A0092B-C50C-407E-A947-70E740481C1C}">
                  <a14:useLocalDpi xmlns:a14="http://schemas.microsoft.com/office/drawing/2010/main"/>
                </a:ext>
              </a:extLst>
            </a:blip>
            <a:srcRect/>
            <a:stretch/>
          </p:blipFill>
          <p:spPr>
            <a:xfrm>
              <a:off x="1289647" y="5125013"/>
              <a:ext cx="680781" cy="680781"/>
            </a:xfrm>
            <a:prstGeom prst="rect">
              <a:avLst/>
            </a:prstGeom>
          </p:spPr>
        </p:pic>
        <p:pic>
          <p:nvPicPr>
            <p:cNvPr id="9" name="Picture 8">
              <a:extLst>
                <a:ext uri="{FF2B5EF4-FFF2-40B4-BE49-F238E27FC236}">
                  <a16:creationId xmlns:a16="http://schemas.microsoft.com/office/drawing/2014/main" id="{D2E79EF5-BCB0-4652-4D84-9771BDB88ABD}"/>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2029130" y="5125013"/>
              <a:ext cx="680781" cy="680781"/>
            </a:xfrm>
            <a:prstGeom prst="rect">
              <a:avLst/>
            </a:prstGeom>
          </p:spPr>
        </p:pic>
      </p:grpSp>
      <p:pic>
        <p:nvPicPr>
          <p:cNvPr id="10" name="Picture 9" descr="A purple paper plane&#10;">
            <a:extLst>
              <a:ext uri="{FF2B5EF4-FFF2-40B4-BE49-F238E27FC236}">
                <a16:creationId xmlns:a16="http://schemas.microsoft.com/office/drawing/2014/main" id="{6706DEBC-CA78-57B6-1ABD-0E06263FCED2}"/>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3653155" y="722826"/>
            <a:ext cx="840821" cy="840821"/>
          </a:xfrm>
          <a:prstGeom prst="rect">
            <a:avLst/>
          </a:prstGeom>
        </p:spPr>
      </p:pic>
      <p:pic>
        <p:nvPicPr>
          <p:cNvPr id="12" name="Picture 11" descr="A purple and white cube&#10;">
            <a:extLst>
              <a:ext uri="{FF2B5EF4-FFF2-40B4-BE49-F238E27FC236}">
                <a16:creationId xmlns:a16="http://schemas.microsoft.com/office/drawing/2014/main" id="{BFB38276-5BA2-B22D-DD5D-36936ED25C03}"/>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4702209" y="722826"/>
            <a:ext cx="840821" cy="840821"/>
          </a:xfrm>
          <a:prstGeom prst="rect">
            <a:avLst/>
          </a:prstGeom>
        </p:spPr>
      </p:pic>
      <p:pic>
        <p:nvPicPr>
          <p:cNvPr id="13" name="Picture 12" descr="A purple and white square with a graph going up">
            <a:extLst>
              <a:ext uri="{FF2B5EF4-FFF2-40B4-BE49-F238E27FC236}">
                <a16:creationId xmlns:a16="http://schemas.microsoft.com/office/drawing/2014/main" id="{BA08C0A7-E1A4-21CF-4A94-AA95B511517F}"/>
              </a:ext>
            </a:extLst>
          </p:cNvPr>
          <p:cNvPicPr>
            <a:picLocks noChangeAspect="1"/>
          </p:cNvPicPr>
          <p:nvPr userDrawn="1"/>
        </p:nvPicPr>
        <p:blipFill>
          <a:blip r:embed="rId7" cstate="screen">
            <a:extLst>
              <a:ext uri="{28A0092B-C50C-407E-A947-70E740481C1C}">
                <a14:useLocalDpi xmlns:a14="http://schemas.microsoft.com/office/drawing/2010/main"/>
              </a:ext>
            </a:extLst>
          </a:blip>
          <a:srcRect/>
          <a:stretch/>
        </p:blipFill>
        <p:spPr>
          <a:xfrm>
            <a:off x="5751263" y="722826"/>
            <a:ext cx="840821" cy="840821"/>
          </a:xfrm>
          <a:prstGeom prst="rect">
            <a:avLst/>
          </a:prstGeom>
        </p:spPr>
      </p:pic>
      <p:pic>
        <p:nvPicPr>
          <p:cNvPr id="15" name="Picture 14" descr="A four white circles with arrows pointing to the center&#10;">
            <a:extLst>
              <a:ext uri="{FF2B5EF4-FFF2-40B4-BE49-F238E27FC236}">
                <a16:creationId xmlns:a16="http://schemas.microsoft.com/office/drawing/2014/main" id="{CA1EFC87-9EBE-47A0-2495-D7F88385E154}"/>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6800317" y="722826"/>
            <a:ext cx="840821" cy="840821"/>
          </a:xfrm>
          <a:prstGeom prst="rect">
            <a:avLst/>
          </a:prstGeom>
        </p:spPr>
      </p:pic>
      <p:pic>
        <p:nvPicPr>
          <p:cNvPr id="16" name="Picture 15" descr="A purple globe&#10;">
            <a:extLst>
              <a:ext uri="{FF2B5EF4-FFF2-40B4-BE49-F238E27FC236}">
                <a16:creationId xmlns:a16="http://schemas.microsoft.com/office/drawing/2014/main" id="{0917A544-91AE-E692-5BF1-53402396F1D5}"/>
              </a:ext>
            </a:extLst>
          </p:cNvPr>
          <p:cNvPicPr>
            <a:picLocks noChangeAspect="1"/>
          </p:cNvPicPr>
          <p:nvPr userDrawn="1"/>
        </p:nvPicPr>
        <p:blipFill>
          <a:blip r:embed="rId9" cstate="screen">
            <a:extLst>
              <a:ext uri="{28A0092B-C50C-407E-A947-70E740481C1C}">
                <a14:useLocalDpi xmlns:a14="http://schemas.microsoft.com/office/drawing/2010/main"/>
              </a:ext>
            </a:extLst>
          </a:blip>
          <a:srcRect/>
          <a:stretch/>
        </p:blipFill>
        <p:spPr>
          <a:xfrm>
            <a:off x="7849371" y="722826"/>
            <a:ext cx="840821" cy="840821"/>
          </a:xfrm>
          <a:prstGeom prst="rect">
            <a:avLst/>
          </a:prstGeom>
        </p:spPr>
      </p:pic>
      <p:pic>
        <p:nvPicPr>
          <p:cNvPr id="17" name="Picture 16" descr="A purple and white cylinder&#10;">
            <a:extLst>
              <a:ext uri="{FF2B5EF4-FFF2-40B4-BE49-F238E27FC236}">
                <a16:creationId xmlns:a16="http://schemas.microsoft.com/office/drawing/2014/main" id="{42D8CE99-A187-B4EC-3CE8-E0A0079D147D}"/>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8898425" y="722826"/>
            <a:ext cx="840821" cy="840821"/>
          </a:xfrm>
          <a:prstGeom prst="rect">
            <a:avLst/>
          </a:prstGeom>
        </p:spPr>
      </p:pic>
      <p:pic>
        <p:nvPicPr>
          <p:cNvPr id="18" name="Picture 17" descr="A close-up of a square&#10;">
            <a:extLst>
              <a:ext uri="{FF2B5EF4-FFF2-40B4-BE49-F238E27FC236}">
                <a16:creationId xmlns:a16="http://schemas.microsoft.com/office/drawing/2014/main" id="{FD834259-89C8-6E7B-8174-C312F344B111}"/>
              </a:ext>
            </a:extLst>
          </p:cNvPr>
          <p:cNvPicPr>
            <a:picLocks noChangeAspect="1"/>
          </p:cNvPicPr>
          <p:nvPr userDrawn="1"/>
        </p:nvPicPr>
        <p:blipFill>
          <a:blip r:embed="rId11" cstate="screen">
            <a:extLst>
              <a:ext uri="{28A0092B-C50C-407E-A947-70E740481C1C}">
                <a14:useLocalDpi xmlns:a14="http://schemas.microsoft.com/office/drawing/2010/main"/>
              </a:ext>
            </a:extLst>
          </a:blip>
          <a:srcRect/>
          <a:stretch/>
        </p:blipFill>
        <p:spPr>
          <a:xfrm>
            <a:off x="9947479" y="722826"/>
            <a:ext cx="840821" cy="840821"/>
          </a:xfrm>
          <a:prstGeom prst="rect">
            <a:avLst/>
          </a:prstGeom>
        </p:spPr>
      </p:pic>
      <p:pic>
        <p:nvPicPr>
          <p:cNvPr id="19" name="Picture 18" descr="A purple and white circle with a arrow&#10;">
            <a:extLst>
              <a:ext uri="{FF2B5EF4-FFF2-40B4-BE49-F238E27FC236}">
                <a16:creationId xmlns:a16="http://schemas.microsoft.com/office/drawing/2014/main" id="{6E9622CD-3F3E-E069-0117-5311FB2D87E6}"/>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10996536" y="715792"/>
            <a:ext cx="840821" cy="840821"/>
          </a:xfrm>
          <a:prstGeom prst="rect">
            <a:avLst/>
          </a:prstGeom>
        </p:spPr>
      </p:pic>
      <p:pic>
        <p:nvPicPr>
          <p:cNvPr id="20" name="Picture 19" descr="A white circle with purple">
            <a:extLst>
              <a:ext uri="{FF2B5EF4-FFF2-40B4-BE49-F238E27FC236}">
                <a16:creationId xmlns:a16="http://schemas.microsoft.com/office/drawing/2014/main" id="{91C2BF43-AAF0-002B-21FB-FA73AEB84345}"/>
              </a:ext>
            </a:extLst>
          </p:cNvPr>
          <p:cNvPicPr>
            <a:picLocks noChangeAspect="1"/>
          </p:cNvPicPr>
          <p:nvPr userDrawn="1"/>
        </p:nvPicPr>
        <p:blipFill>
          <a:blip r:embed="rId13" cstate="screen">
            <a:extLst>
              <a:ext uri="{28A0092B-C50C-407E-A947-70E740481C1C}">
                <a14:useLocalDpi xmlns:a14="http://schemas.microsoft.com/office/drawing/2010/main"/>
              </a:ext>
            </a:extLst>
          </a:blip>
          <a:srcRect/>
          <a:stretch/>
        </p:blipFill>
        <p:spPr>
          <a:xfrm>
            <a:off x="3653155" y="1624884"/>
            <a:ext cx="840821" cy="840821"/>
          </a:xfrm>
          <a:prstGeom prst="rect">
            <a:avLst/>
          </a:prstGeom>
        </p:spPr>
      </p:pic>
      <p:pic>
        <p:nvPicPr>
          <p:cNvPr id="21" name="Picture 20" descr="A purple diamond with a white star">
            <a:extLst>
              <a:ext uri="{FF2B5EF4-FFF2-40B4-BE49-F238E27FC236}">
                <a16:creationId xmlns:a16="http://schemas.microsoft.com/office/drawing/2014/main" id="{2D0B2A79-999B-F7B3-8F43-08CB8D6725D9}"/>
              </a:ext>
            </a:extLst>
          </p:cNvPr>
          <p:cNvPicPr>
            <a:picLocks noChangeAspect="1"/>
          </p:cNvPicPr>
          <p:nvPr userDrawn="1"/>
        </p:nvPicPr>
        <p:blipFill>
          <a:blip r:embed="rId14" cstate="screen">
            <a:extLst>
              <a:ext uri="{28A0092B-C50C-407E-A947-70E740481C1C}">
                <a14:useLocalDpi xmlns:a14="http://schemas.microsoft.com/office/drawing/2010/main"/>
              </a:ext>
            </a:extLst>
          </a:blip>
          <a:srcRect/>
          <a:stretch/>
        </p:blipFill>
        <p:spPr>
          <a:xfrm>
            <a:off x="4702209" y="1624884"/>
            <a:ext cx="840821" cy="840821"/>
          </a:xfrm>
          <a:prstGeom prst="rect">
            <a:avLst/>
          </a:prstGeom>
        </p:spPr>
      </p:pic>
      <p:pic>
        <p:nvPicPr>
          <p:cNvPr id="22" name="Picture 21" descr="A purple and blue squares with a arrow pointing up&#10;">
            <a:extLst>
              <a:ext uri="{FF2B5EF4-FFF2-40B4-BE49-F238E27FC236}">
                <a16:creationId xmlns:a16="http://schemas.microsoft.com/office/drawing/2014/main" id="{047BF9EE-1405-39B6-3F48-3A17B9054400}"/>
              </a:ext>
            </a:extLst>
          </p:cNvPr>
          <p:cNvPicPr>
            <a:picLocks noChangeAspect="1"/>
          </p:cNvPicPr>
          <p:nvPr userDrawn="1"/>
        </p:nvPicPr>
        <p:blipFill>
          <a:blip r:embed="rId15" cstate="screen">
            <a:extLst>
              <a:ext uri="{28A0092B-C50C-407E-A947-70E740481C1C}">
                <a14:useLocalDpi xmlns:a14="http://schemas.microsoft.com/office/drawing/2010/main"/>
              </a:ext>
            </a:extLst>
          </a:blip>
          <a:srcRect/>
          <a:stretch/>
        </p:blipFill>
        <p:spPr>
          <a:xfrm>
            <a:off x="5751263" y="1624884"/>
            <a:ext cx="840821" cy="840821"/>
          </a:xfrm>
          <a:prstGeom prst="rect">
            <a:avLst/>
          </a:prstGeom>
        </p:spPr>
      </p:pic>
      <p:pic>
        <p:nvPicPr>
          <p:cNvPr id="23" name="Picture 22" descr="A circular arrow in a square&#10;">
            <a:extLst>
              <a:ext uri="{FF2B5EF4-FFF2-40B4-BE49-F238E27FC236}">
                <a16:creationId xmlns:a16="http://schemas.microsoft.com/office/drawing/2014/main" id="{72B05824-00A0-6F51-012E-DF99FB44AE19}"/>
              </a:ext>
            </a:extLst>
          </p:cNvPr>
          <p:cNvPicPr>
            <a:picLocks noChangeAspect="1"/>
          </p:cNvPicPr>
          <p:nvPr userDrawn="1"/>
        </p:nvPicPr>
        <p:blipFill>
          <a:blip r:embed="rId16" cstate="screen">
            <a:extLst>
              <a:ext uri="{28A0092B-C50C-407E-A947-70E740481C1C}">
                <a14:useLocalDpi xmlns:a14="http://schemas.microsoft.com/office/drawing/2010/main"/>
              </a:ext>
            </a:extLst>
          </a:blip>
          <a:srcRect/>
          <a:stretch/>
        </p:blipFill>
        <p:spPr>
          <a:xfrm>
            <a:off x="6800317" y="1624884"/>
            <a:ext cx="840821" cy="840821"/>
          </a:xfrm>
          <a:prstGeom prst="rect">
            <a:avLst/>
          </a:prstGeom>
        </p:spPr>
      </p:pic>
      <p:pic>
        <p:nvPicPr>
          <p:cNvPr id="24" name="Picture 23" descr="A bright light in a circle&#10;">
            <a:extLst>
              <a:ext uri="{FF2B5EF4-FFF2-40B4-BE49-F238E27FC236}">
                <a16:creationId xmlns:a16="http://schemas.microsoft.com/office/drawing/2014/main" id="{AA92891A-8984-DEBC-0056-18C894D90216}"/>
              </a:ext>
            </a:extLst>
          </p:cNvPr>
          <p:cNvPicPr>
            <a:picLocks noChangeAspect="1"/>
          </p:cNvPicPr>
          <p:nvPr userDrawn="1"/>
        </p:nvPicPr>
        <p:blipFill>
          <a:blip r:embed="rId17" cstate="screen">
            <a:extLst>
              <a:ext uri="{28A0092B-C50C-407E-A947-70E740481C1C}">
                <a14:useLocalDpi xmlns:a14="http://schemas.microsoft.com/office/drawing/2010/main"/>
              </a:ext>
            </a:extLst>
          </a:blip>
          <a:srcRect/>
          <a:stretch/>
        </p:blipFill>
        <p:spPr>
          <a:xfrm>
            <a:off x="7849371" y="1624884"/>
            <a:ext cx="840821" cy="840821"/>
          </a:xfrm>
          <a:prstGeom prst="rect">
            <a:avLst/>
          </a:prstGeom>
        </p:spPr>
      </p:pic>
      <p:pic>
        <p:nvPicPr>
          <p:cNvPr id="25" name="Picture 24" descr="A purple head silhouette">
            <a:extLst>
              <a:ext uri="{FF2B5EF4-FFF2-40B4-BE49-F238E27FC236}">
                <a16:creationId xmlns:a16="http://schemas.microsoft.com/office/drawing/2014/main" id="{236B00E7-6FE4-35FB-DDD6-49ACC5116EEC}"/>
              </a:ext>
            </a:extLst>
          </p:cNvPr>
          <p:cNvPicPr>
            <a:picLocks noChangeAspect="1"/>
          </p:cNvPicPr>
          <p:nvPr userDrawn="1"/>
        </p:nvPicPr>
        <p:blipFill>
          <a:blip r:embed="rId18" cstate="screen">
            <a:extLst>
              <a:ext uri="{28A0092B-C50C-407E-A947-70E740481C1C}">
                <a14:useLocalDpi xmlns:a14="http://schemas.microsoft.com/office/drawing/2010/main"/>
              </a:ext>
            </a:extLst>
          </a:blip>
          <a:srcRect/>
          <a:stretch/>
        </p:blipFill>
        <p:spPr>
          <a:xfrm>
            <a:off x="8898425" y="1624884"/>
            <a:ext cx="840821" cy="840821"/>
          </a:xfrm>
          <a:prstGeom prst="rect">
            <a:avLst/>
          </a:prstGeom>
        </p:spPr>
      </p:pic>
      <p:pic>
        <p:nvPicPr>
          <p:cNvPr id="26" name="Picture 25" descr="A group of people in a row">
            <a:extLst>
              <a:ext uri="{FF2B5EF4-FFF2-40B4-BE49-F238E27FC236}">
                <a16:creationId xmlns:a16="http://schemas.microsoft.com/office/drawing/2014/main" id="{1A250DBC-5589-D7D8-9BCF-3FBD9D409259}"/>
              </a:ext>
            </a:extLst>
          </p:cNvPr>
          <p:cNvPicPr>
            <a:picLocks noChangeAspect="1"/>
          </p:cNvPicPr>
          <p:nvPr userDrawn="1"/>
        </p:nvPicPr>
        <p:blipFill>
          <a:blip r:embed="rId19" cstate="screen">
            <a:extLst>
              <a:ext uri="{28A0092B-C50C-407E-A947-70E740481C1C}">
                <a14:useLocalDpi xmlns:a14="http://schemas.microsoft.com/office/drawing/2010/main"/>
              </a:ext>
            </a:extLst>
          </a:blip>
          <a:srcRect/>
          <a:stretch/>
        </p:blipFill>
        <p:spPr>
          <a:xfrm>
            <a:off x="9947479" y="1624884"/>
            <a:ext cx="840821" cy="840821"/>
          </a:xfrm>
          <a:prstGeom prst="rect">
            <a:avLst/>
          </a:prstGeom>
        </p:spPr>
      </p:pic>
      <p:pic>
        <p:nvPicPr>
          <p:cNvPr id="27" name="Picture 26" descr="A white circle with a purple arrow pointing up">
            <a:extLst>
              <a:ext uri="{FF2B5EF4-FFF2-40B4-BE49-F238E27FC236}">
                <a16:creationId xmlns:a16="http://schemas.microsoft.com/office/drawing/2014/main" id="{B6A7E10B-48F8-1B60-FE3E-3F9D9361288B}"/>
              </a:ext>
            </a:extLst>
          </p:cNvPr>
          <p:cNvPicPr>
            <a:picLocks noChangeAspect="1"/>
          </p:cNvPicPr>
          <p:nvPr userDrawn="1"/>
        </p:nvPicPr>
        <p:blipFill>
          <a:blip r:embed="rId20" cstate="screen">
            <a:extLst>
              <a:ext uri="{28A0092B-C50C-407E-A947-70E740481C1C}">
                <a14:useLocalDpi xmlns:a14="http://schemas.microsoft.com/office/drawing/2010/main"/>
              </a:ext>
            </a:extLst>
          </a:blip>
          <a:srcRect/>
          <a:stretch/>
        </p:blipFill>
        <p:spPr>
          <a:xfrm>
            <a:off x="10996536" y="1624884"/>
            <a:ext cx="840821" cy="840821"/>
          </a:xfrm>
          <a:prstGeom prst="rect">
            <a:avLst/>
          </a:prstGeom>
        </p:spPr>
      </p:pic>
      <p:pic>
        <p:nvPicPr>
          <p:cNvPr id="28" name="Picture 27" descr="A white and purple chat bubbles&#10;">
            <a:extLst>
              <a:ext uri="{FF2B5EF4-FFF2-40B4-BE49-F238E27FC236}">
                <a16:creationId xmlns:a16="http://schemas.microsoft.com/office/drawing/2014/main" id="{E77A3DCF-3E85-A6AF-2BD4-A0AD4360B61C}"/>
              </a:ext>
            </a:extLst>
          </p:cNvPr>
          <p:cNvPicPr>
            <a:picLocks noChangeAspect="1"/>
          </p:cNvPicPr>
          <p:nvPr userDrawn="1"/>
        </p:nvPicPr>
        <p:blipFill>
          <a:blip r:embed="rId21" cstate="screen">
            <a:extLst>
              <a:ext uri="{28A0092B-C50C-407E-A947-70E740481C1C}">
                <a14:useLocalDpi xmlns:a14="http://schemas.microsoft.com/office/drawing/2010/main"/>
              </a:ext>
            </a:extLst>
          </a:blip>
          <a:srcRect/>
          <a:stretch/>
        </p:blipFill>
        <p:spPr>
          <a:xfrm>
            <a:off x="3653155" y="2526942"/>
            <a:ext cx="840821" cy="840821"/>
          </a:xfrm>
          <a:prstGeom prst="rect">
            <a:avLst/>
          </a:prstGeom>
        </p:spPr>
      </p:pic>
      <p:pic>
        <p:nvPicPr>
          <p:cNvPr id="29" name="Picture 28" descr="A light bulb with rays of light&#10;">
            <a:extLst>
              <a:ext uri="{FF2B5EF4-FFF2-40B4-BE49-F238E27FC236}">
                <a16:creationId xmlns:a16="http://schemas.microsoft.com/office/drawing/2014/main" id="{329AA1E7-9607-F36F-5ABF-6F083E528939}"/>
              </a:ext>
            </a:extLst>
          </p:cNvPr>
          <p:cNvPicPr>
            <a:picLocks noChangeAspect="1"/>
          </p:cNvPicPr>
          <p:nvPr userDrawn="1"/>
        </p:nvPicPr>
        <p:blipFill>
          <a:blip r:embed="rId22" cstate="screen">
            <a:extLst>
              <a:ext uri="{28A0092B-C50C-407E-A947-70E740481C1C}">
                <a14:useLocalDpi xmlns:a14="http://schemas.microsoft.com/office/drawing/2010/main"/>
              </a:ext>
            </a:extLst>
          </a:blip>
          <a:srcRect/>
          <a:stretch/>
        </p:blipFill>
        <p:spPr>
          <a:xfrm>
            <a:off x="4702209" y="2526942"/>
            <a:ext cx="840821" cy="840821"/>
          </a:xfrm>
          <a:prstGeom prst="rect">
            <a:avLst/>
          </a:prstGeom>
        </p:spPr>
      </p:pic>
      <p:pic>
        <p:nvPicPr>
          <p:cNvPr id="30" name="Picture 29" descr="A purple diamond">
            <a:extLst>
              <a:ext uri="{FF2B5EF4-FFF2-40B4-BE49-F238E27FC236}">
                <a16:creationId xmlns:a16="http://schemas.microsoft.com/office/drawing/2014/main" id="{222E1BD5-BC43-DB3E-978E-B37BF41AF65F}"/>
              </a:ext>
            </a:extLst>
          </p:cNvPr>
          <p:cNvPicPr>
            <a:picLocks noChangeAspect="1"/>
          </p:cNvPicPr>
          <p:nvPr userDrawn="1"/>
        </p:nvPicPr>
        <p:blipFill>
          <a:blip r:embed="rId23" cstate="screen">
            <a:extLst>
              <a:ext uri="{28A0092B-C50C-407E-A947-70E740481C1C}">
                <a14:useLocalDpi xmlns:a14="http://schemas.microsoft.com/office/drawing/2010/main"/>
              </a:ext>
            </a:extLst>
          </a:blip>
          <a:srcRect/>
          <a:stretch/>
        </p:blipFill>
        <p:spPr>
          <a:xfrm>
            <a:off x="5751263" y="2526942"/>
            <a:ext cx="840821" cy="840821"/>
          </a:xfrm>
          <a:prstGeom prst="rect">
            <a:avLst/>
          </a:prstGeom>
        </p:spPr>
      </p:pic>
      <p:pic>
        <p:nvPicPr>
          <p:cNvPr id="31" name="Picture 30" descr="A purple triangle with a flag on top&#10;">
            <a:extLst>
              <a:ext uri="{FF2B5EF4-FFF2-40B4-BE49-F238E27FC236}">
                <a16:creationId xmlns:a16="http://schemas.microsoft.com/office/drawing/2014/main" id="{F9927230-D0DD-5D94-6DB2-D5E5C4BA4968}"/>
              </a:ext>
            </a:extLst>
          </p:cNvPr>
          <p:cNvPicPr>
            <a:picLocks noChangeAspect="1"/>
          </p:cNvPicPr>
          <p:nvPr userDrawn="1"/>
        </p:nvPicPr>
        <p:blipFill>
          <a:blip r:embed="rId24" cstate="screen">
            <a:extLst>
              <a:ext uri="{28A0092B-C50C-407E-A947-70E740481C1C}">
                <a14:useLocalDpi xmlns:a14="http://schemas.microsoft.com/office/drawing/2010/main"/>
              </a:ext>
            </a:extLst>
          </a:blip>
          <a:srcRect/>
          <a:stretch/>
        </p:blipFill>
        <p:spPr>
          <a:xfrm>
            <a:off x="6800317" y="2526942"/>
            <a:ext cx="840821" cy="840821"/>
          </a:xfrm>
          <a:prstGeom prst="rect">
            <a:avLst/>
          </a:prstGeom>
        </p:spPr>
      </p:pic>
      <p:pic>
        <p:nvPicPr>
          <p:cNvPr id="32" name="Picture 31" descr="A purple eye with white center&#10;">
            <a:extLst>
              <a:ext uri="{FF2B5EF4-FFF2-40B4-BE49-F238E27FC236}">
                <a16:creationId xmlns:a16="http://schemas.microsoft.com/office/drawing/2014/main" id="{8786A3A9-6540-5EB8-02AF-08C2D0D15C18}"/>
              </a:ext>
            </a:extLst>
          </p:cNvPr>
          <p:cNvPicPr>
            <a:picLocks noChangeAspect="1"/>
          </p:cNvPicPr>
          <p:nvPr userDrawn="1"/>
        </p:nvPicPr>
        <p:blipFill>
          <a:blip r:embed="rId25" cstate="screen">
            <a:extLst>
              <a:ext uri="{28A0092B-C50C-407E-A947-70E740481C1C}">
                <a14:useLocalDpi xmlns:a14="http://schemas.microsoft.com/office/drawing/2010/main"/>
              </a:ext>
            </a:extLst>
          </a:blip>
          <a:srcRect/>
          <a:stretch/>
        </p:blipFill>
        <p:spPr>
          <a:xfrm>
            <a:off x="7849371" y="2526942"/>
            <a:ext cx="840821" cy="840821"/>
          </a:xfrm>
          <a:prstGeom prst="rect">
            <a:avLst/>
          </a:prstGeom>
        </p:spPr>
      </p:pic>
      <p:pic>
        <p:nvPicPr>
          <p:cNvPr id="33" name="Picture 32" descr="A purple briefcase with a arrow&#10;">
            <a:extLst>
              <a:ext uri="{FF2B5EF4-FFF2-40B4-BE49-F238E27FC236}">
                <a16:creationId xmlns:a16="http://schemas.microsoft.com/office/drawing/2014/main" id="{5F6278FA-40E5-FD54-E596-8F568E3051E9}"/>
              </a:ext>
            </a:extLst>
          </p:cNvPr>
          <p:cNvPicPr>
            <a:picLocks noChangeAspect="1"/>
          </p:cNvPicPr>
          <p:nvPr userDrawn="1"/>
        </p:nvPicPr>
        <p:blipFill>
          <a:blip r:embed="rId26" cstate="screen">
            <a:extLst>
              <a:ext uri="{28A0092B-C50C-407E-A947-70E740481C1C}">
                <a14:useLocalDpi xmlns:a14="http://schemas.microsoft.com/office/drawing/2010/main"/>
              </a:ext>
            </a:extLst>
          </a:blip>
          <a:srcRect/>
          <a:stretch/>
        </p:blipFill>
        <p:spPr>
          <a:xfrm>
            <a:off x="9947479" y="2526942"/>
            <a:ext cx="840821" cy="840821"/>
          </a:xfrm>
          <a:prstGeom prst="rect">
            <a:avLst/>
          </a:prstGeom>
        </p:spPr>
      </p:pic>
      <p:pic>
        <p:nvPicPr>
          <p:cNvPr id="34" name="Picture 33" descr="A purple head with a chip in the middle&#10;">
            <a:extLst>
              <a:ext uri="{FF2B5EF4-FFF2-40B4-BE49-F238E27FC236}">
                <a16:creationId xmlns:a16="http://schemas.microsoft.com/office/drawing/2014/main" id="{2309A011-C04F-08AB-F024-4619208760B8}"/>
              </a:ext>
            </a:extLst>
          </p:cNvPr>
          <p:cNvPicPr>
            <a:picLocks noChangeAspect="1"/>
          </p:cNvPicPr>
          <p:nvPr userDrawn="1"/>
        </p:nvPicPr>
        <p:blipFill>
          <a:blip r:embed="rId27" cstate="screen">
            <a:extLst>
              <a:ext uri="{28A0092B-C50C-407E-A947-70E740481C1C}">
                <a14:useLocalDpi xmlns:a14="http://schemas.microsoft.com/office/drawing/2010/main"/>
              </a:ext>
            </a:extLst>
          </a:blip>
          <a:srcRect/>
          <a:stretch/>
        </p:blipFill>
        <p:spPr>
          <a:xfrm>
            <a:off x="10996536" y="2526942"/>
            <a:ext cx="840821" cy="840821"/>
          </a:xfrm>
          <a:prstGeom prst="rect">
            <a:avLst/>
          </a:prstGeom>
        </p:spPr>
      </p:pic>
      <p:pic>
        <p:nvPicPr>
          <p:cNvPr id="35" name="Picture 34" descr="A magnifying glass with a graph&#10;">
            <a:extLst>
              <a:ext uri="{FF2B5EF4-FFF2-40B4-BE49-F238E27FC236}">
                <a16:creationId xmlns:a16="http://schemas.microsoft.com/office/drawing/2014/main" id="{2326B2BF-C7FA-E463-AFF3-EDD93A10D87E}"/>
              </a:ext>
            </a:extLst>
          </p:cNvPr>
          <p:cNvPicPr>
            <a:picLocks noChangeAspect="1"/>
          </p:cNvPicPr>
          <p:nvPr userDrawn="1"/>
        </p:nvPicPr>
        <p:blipFill>
          <a:blip r:embed="rId28" cstate="screen">
            <a:extLst>
              <a:ext uri="{28A0092B-C50C-407E-A947-70E740481C1C}">
                <a14:useLocalDpi xmlns:a14="http://schemas.microsoft.com/office/drawing/2010/main"/>
              </a:ext>
            </a:extLst>
          </a:blip>
          <a:srcRect/>
          <a:stretch/>
        </p:blipFill>
        <p:spPr>
          <a:xfrm>
            <a:off x="8898425" y="2526942"/>
            <a:ext cx="840821" cy="840821"/>
          </a:xfrm>
          <a:prstGeom prst="rect">
            <a:avLst/>
          </a:prstGeom>
        </p:spPr>
      </p:pic>
      <p:pic>
        <p:nvPicPr>
          <p:cNvPr id="36" name="Picture 35" descr="A white circle with a purple tick in it&#10;">
            <a:extLst>
              <a:ext uri="{FF2B5EF4-FFF2-40B4-BE49-F238E27FC236}">
                <a16:creationId xmlns:a16="http://schemas.microsoft.com/office/drawing/2014/main" id="{B8CDB3E7-9DFA-943C-86C2-BA15387C3FC5}"/>
              </a:ext>
            </a:extLst>
          </p:cNvPr>
          <p:cNvPicPr>
            <a:picLocks noChangeAspect="1"/>
          </p:cNvPicPr>
          <p:nvPr userDrawn="1"/>
        </p:nvPicPr>
        <p:blipFill>
          <a:blip r:embed="rId29" cstate="screen">
            <a:extLst>
              <a:ext uri="{28A0092B-C50C-407E-A947-70E740481C1C}">
                <a14:useLocalDpi xmlns:a14="http://schemas.microsoft.com/office/drawing/2010/main"/>
              </a:ext>
            </a:extLst>
          </a:blip>
          <a:srcRect/>
          <a:stretch/>
        </p:blipFill>
        <p:spPr>
          <a:xfrm>
            <a:off x="3653155" y="3429000"/>
            <a:ext cx="840821" cy="840821"/>
          </a:xfrm>
          <a:prstGeom prst="rect">
            <a:avLst/>
          </a:prstGeom>
        </p:spPr>
      </p:pic>
      <p:pic>
        <p:nvPicPr>
          <p:cNvPr id="37" name="Picture 36" descr="A purple triangle and white circle">
            <a:extLst>
              <a:ext uri="{FF2B5EF4-FFF2-40B4-BE49-F238E27FC236}">
                <a16:creationId xmlns:a16="http://schemas.microsoft.com/office/drawing/2014/main" id="{3311E44B-6028-5F19-9ED0-20795B9A4EF3}"/>
              </a:ext>
            </a:extLst>
          </p:cNvPr>
          <p:cNvPicPr>
            <a:picLocks noChangeAspect="1"/>
          </p:cNvPicPr>
          <p:nvPr userDrawn="1"/>
        </p:nvPicPr>
        <p:blipFill>
          <a:blip r:embed="rId30" cstate="screen">
            <a:extLst>
              <a:ext uri="{28A0092B-C50C-407E-A947-70E740481C1C}">
                <a14:useLocalDpi xmlns:a14="http://schemas.microsoft.com/office/drawing/2010/main"/>
              </a:ext>
            </a:extLst>
          </a:blip>
          <a:srcRect/>
          <a:stretch/>
        </p:blipFill>
        <p:spPr>
          <a:xfrm>
            <a:off x="4702209" y="3429000"/>
            <a:ext cx="840821" cy="840821"/>
          </a:xfrm>
          <a:prstGeom prst="rect">
            <a:avLst/>
          </a:prstGeom>
        </p:spPr>
      </p:pic>
      <p:pic>
        <p:nvPicPr>
          <p:cNvPr id="38" name="Picture 37" descr="A group of circles in a circle&#10;">
            <a:extLst>
              <a:ext uri="{FF2B5EF4-FFF2-40B4-BE49-F238E27FC236}">
                <a16:creationId xmlns:a16="http://schemas.microsoft.com/office/drawing/2014/main" id="{416B0BE8-E684-FB73-5FD9-A2C16C66498D}"/>
              </a:ext>
            </a:extLst>
          </p:cNvPr>
          <p:cNvPicPr>
            <a:picLocks noChangeAspect="1"/>
          </p:cNvPicPr>
          <p:nvPr userDrawn="1"/>
        </p:nvPicPr>
        <p:blipFill>
          <a:blip r:embed="rId31" cstate="screen">
            <a:extLst>
              <a:ext uri="{28A0092B-C50C-407E-A947-70E740481C1C}">
                <a14:useLocalDpi xmlns:a14="http://schemas.microsoft.com/office/drawing/2010/main"/>
              </a:ext>
            </a:extLst>
          </a:blip>
          <a:srcRect/>
          <a:stretch/>
        </p:blipFill>
        <p:spPr>
          <a:xfrm>
            <a:off x="5751263" y="3429000"/>
            <a:ext cx="840821" cy="840821"/>
          </a:xfrm>
          <a:prstGeom prst="rect">
            <a:avLst/>
          </a:prstGeom>
        </p:spPr>
      </p:pic>
      <p:pic>
        <p:nvPicPr>
          <p:cNvPr id="39" name="Picture 38" descr="A check mark">
            <a:extLst>
              <a:ext uri="{FF2B5EF4-FFF2-40B4-BE49-F238E27FC236}">
                <a16:creationId xmlns:a16="http://schemas.microsoft.com/office/drawing/2014/main" id="{6BDA4D64-41B6-9ACD-7AD9-2E9B16606845}"/>
              </a:ext>
            </a:extLst>
          </p:cNvPr>
          <p:cNvPicPr>
            <a:picLocks noChangeAspect="1"/>
          </p:cNvPicPr>
          <p:nvPr userDrawn="1"/>
        </p:nvPicPr>
        <p:blipFill>
          <a:blip r:embed="rId32" cstate="screen">
            <a:extLst>
              <a:ext uri="{28A0092B-C50C-407E-A947-70E740481C1C}">
                <a14:useLocalDpi xmlns:a14="http://schemas.microsoft.com/office/drawing/2010/main"/>
              </a:ext>
            </a:extLst>
          </a:blip>
          <a:srcRect/>
          <a:stretch/>
        </p:blipFill>
        <p:spPr>
          <a:xfrm>
            <a:off x="6800317" y="3429000"/>
            <a:ext cx="840821" cy="840821"/>
          </a:xfrm>
          <a:prstGeom prst="rect">
            <a:avLst/>
          </a:prstGeom>
        </p:spPr>
      </p:pic>
      <p:pic>
        <p:nvPicPr>
          <p:cNvPr id="40" name="Picture 39" descr="A star with rays&#10;">
            <a:extLst>
              <a:ext uri="{FF2B5EF4-FFF2-40B4-BE49-F238E27FC236}">
                <a16:creationId xmlns:a16="http://schemas.microsoft.com/office/drawing/2014/main" id="{ACDD156F-09AB-B863-574B-F1DB674609F4}"/>
              </a:ext>
            </a:extLst>
          </p:cNvPr>
          <p:cNvPicPr>
            <a:picLocks noChangeAspect="1"/>
          </p:cNvPicPr>
          <p:nvPr userDrawn="1"/>
        </p:nvPicPr>
        <p:blipFill>
          <a:blip r:embed="rId33" cstate="screen">
            <a:extLst>
              <a:ext uri="{28A0092B-C50C-407E-A947-70E740481C1C}">
                <a14:useLocalDpi xmlns:a14="http://schemas.microsoft.com/office/drawing/2010/main"/>
              </a:ext>
            </a:extLst>
          </a:blip>
          <a:srcRect/>
          <a:stretch/>
        </p:blipFill>
        <p:spPr>
          <a:xfrm>
            <a:off x="7849371" y="3429000"/>
            <a:ext cx="840821" cy="840821"/>
          </a:xfrm>
          <a:prstGeom prst="rect">
            <a:avLst/>
          </a:prstGeom>
        </p:spPr>
      </p:pic>
      <p:pic>
        <p:nvPicPr>
          <p:cNvPr id="41" name="Picture 40" descr="A purple circle with a horizontal line">
            <a:extLst>
              <a:ext uri="{FF2B5EF4-FFF2-40B4-BE49-F238E27FC236}">
                <a16:creationId xmlns:a16="http://schemas.microsoft.com/office/drawing/2014/main" id="{BB3DAB53-8AE7-2D10-FB60-DC34A126C172}"/>
              </a:ext>
            </a:extLst>
          </p:cNvPr>
          <p:cNvPicPr>
            <a:picLocks noChangeAspect="1"/>
          </p:cNvPicPr>
          <p:nvPr userDrawn="1"/>
        </p:nvPicPr>
        <p:blipFill>
          <a:blip r:embed="rId34" cstate="screen">
            <a:extLst>
              <a:ext uri="{28A0092B-C50C-407E-A947-70E740481C1C}">
                <a14:useLocalDpi xmlns:a14="http://schemas.microsoft.com/office/drawing/2010/main"/>
              </a:ext>
            </a:extLst>
          </a:blip>
          <a:srcRect/>
          <a:stretch/>
        </p:blipFill>
        <p:spPr>
          <a:xfrm>
            <a:off x="8898425" y="3429000"/>
            <a:ext cx="840821" cy="840821"/>
          </a:xfrm>
          <a:prstGeom prst="rect">
            <a:avLst/>
          </a:prstGeom>
        </p:spPr>
      </p:pic>
      <p:pic>
        <p:nvPicPr>
          <p:cNvPr id="42" name="Picture 41" descr="A cirle on inclined line in elevation">
            <a:extLst>
              <a:ext uri="{FF2B5EF4-FFF2-40B4-BE49-F238E27FC236}">
                <a16:creationId xmlns:a16="http://schemas.microsoft.com/office/drawing/2014/main" id="{06D5036D-D491-5251-95A2-5C90FD4640BA}"/>
              </a:ext>
            </a:extLst>
          </p:cNvPr>
          <p:cNvPicPr>
            <a:picLocks noChangeAspect="1"/>
          </p:cNvPicPr>
          <p:nvPr userDrawn="1"/>
        </p:nvPicPr>
        <p:blipFill>
          <a:blip r:embed="rId35" cstate="screen">
            <a:extLst>
              <a:ext uri="{28A0092B-C50C-407E-A947-70E740481C1C}">
                <a14:useLocalDpi xmlns:a14="http://schemas.microsoft.com/office/drawing/2010/main"/>
              </a:ext>
            </a:extLst>
          </a:blip>
          <a:srcRect/>
          <a:stretch/>
        </p:blipFill>
        <p:spPr>
          <a:xfrm>
            <a:off x="9947479" y="3429000"/>
            <a:ext cx="840821" cy="840821"/>
          </a:xfrm>
          <a:prstGeom prst="rect">
            <a:avLst/>
          </a:prstGeom>
        </p:spPr>
      </p:pic>
      <p:pic>
        <p:nvPicPr>
          <p:cNvPr id="43" name="Picture 42" descr="A purple leaf in a circle&#10;">
            <a:extLst>
              <a:ext uri="{FF2B5EF4-FFF2-40B4-BE49-F238E27FC236}">
                <a16:creationId xmlns:a16="http://schemas.microsoft.com/office/drawing/2014/main" id="{4AE67EAB-DDAC-0020-4109-A5039E6270B8}"/>
              </a:ext>
            </a:extLst>
          </p:cNvPr>
          <p:cNvPicPr>
            <a:picLocks noChangeAspect="1"/>
          </p:cNvPicPr>
          <p:nvPr userDrawn="1"/>
        </p:nvPicPr>
        <p:blipFill>
          <a:blip r:embed="rId36" cstate="screen">
            <a:extLst>
              <a:ext uri="{28A0092B-C50C-407E-A947-70E740481C1C}">
                <a14:useLocalDpi xmlns:a14="http://schemas.microsoft.com/office/drawing/2010/main"/>
              </a:ext>
            </a:extLst>
          </a:blip>
          <a:srcRect/>
          <a:stretch/>
        </p:blipFill>
        <p:spPr>
          <a:xfrm>
            <a:off x="10996536" y="3429000"/>
            <a:ext cx="840821" cy="840821"/>
          </a:xfrm>
          <a:prstGeom prst="rect">
            <a:avLst/>
          </a:prstGeom>
        </p:spPr>
      </p:pic>
      <p:pic>
        <p:nvPicPr>
          <p:cNvPr id="44" name="Picture 43" descr="4 circles with a square">
            <a:extLst>
              <a:ext uri="{FF2B5EF4-FFF2-40B4-BE49-F238E27FC236}">
                <a16:creationId xmlns:a16="http://schemas.microsoft.com/office/drawing/2014/main" id="{8F53F262-53E1-4714-A3A7-12C64B274D5C}"/>
              </a:ext>
            </a:extLst>
          </p:cNvPr>
          <p:cNvPicPr>
            <a:picLocks noChangeAspect="1"/>
          </p:cNvPicPr>
          <p:nvPr userDrawn="1"/>
        </p:nvPicPr>
        <p:blipFill>
          <a:blip r:embed="rId37" cstate="screen">
            <a:extLst>
              <a:ext uri="{28A0092B-C50C-407E-A947-70E740481C1C}">
                <a14:useLocalDpi xmlns:a14="http://schemas.microsoft.com/office/drawing/2010/main"/>
              </a:ext>
            </a:extLst>
          </a:blip>
          <a:srcRect/>
          <a:stretch/>
        </p:blipFill>
        <p:spPr>
          <a:xfrm>
            <a:off x="3653155" y="4331058"/>
            <a:ext cx="840821" cy="840821"/>
          </a:xfrm>
          <a:prstGeom prst="rect">
            <a:avLst/>
          </a:prstGeom>
        </p:spPr>
      </p:pic>
      <p:pic>
        <p:nvPicPr>
          <p:cNvPr id="45" name="Picture 44" descr="A building of institution&#10;">
            <a:extLst>
              <a:ext uri="{FF2B5EF4-FFF2-40B4-BE49-F238E27FC236}">
                <a16:creationId xmlns:a16="http://schemas.microsoft.com/office/drawing/2014/main" id="{5F011C60-FDBE-16E0-47D0-525628BF229A}"/>
              </a:ext>
            </a:extLst>
          </p:cNvPr>
          <p:cNvPicPr>
            <a:picLocks noChangeAspect="1"/>
          </p:cNvPicPr>
          <p:nvPr userDrawn="1"/>
        </p:nvPicPr>
        <p:blipFill>
          <a:blip r:embed="rId38" cstate="screen">
            <a:extLst>
              <a:ext uri="{28A0092B-C50C-407E-A947-70E740481C1C}">
                <a14:useLocalDpi xmlns:a14="http://schemas.microsoft.com/office/drawing/2010/main"/>
              </a:ext>
            </a:extLst>
          </a:blip>
          <a:srcRect/>
          <a:stretch/>
        </p:blipFill>
        <p:spPr>
          <a:xfrm>
            <a:off x="4702209" y="4331058"/>
            <a:ext cx="840821" cy="840821"/>
          </a:xfrm>
          <a:prstGeom prst="rect">
            <a:avLst/>
          </a:prstGeom>
        </p:spPr>
      </p:pic>
      <p:pic>
        <p:nvPicPr>
          <p:cNvPr id="46" name="Picture 45" descr="A building">
            <a:extLst>
              <a:ext uri="{FF2B5EF4-FFF2-40B4-BE49-F238E27FC236}">
                <a16:creationId xmlns:a16="http://schemas.microsoft.com/office/drawing/2014/main" id="{834CB413-28D2-0F60-7719-B548A012E2A9}"/>
              </a:ext>
            </a:extLst>
          </p:cNvPr>
          <p:cNvPicPr>
            <a:picLocks noChangeAspect="1"/>
          </p:cNvPicPr>
          <p:nvPr userDrawn="1"/>
        </p:nvPicPr>
        <p:blipFill>
          <a:blip r:embed="rId39" cstate="screen">
            <a:extLst>
              <a:ext uri="{28A0092B-C50C-407E-A947-70E740481C1C}">
                <a14:useLocalDpi xmlns:a14="http://schemas.microsoft.com/office/drawing/2010/main"/>
              </a:ext>
            </a:extLst>
          </a:blip>
          <a:srcRect/>
          <a:stretch/>
        </p:blipFill>
        <p:spPr>
          <a:xfrm>
            <a:off x="5751263" y="4331058"/>
            <a:ext cx="840821" cy="840821"/>
          </a:xfrm>
          <a:prstGeom prst="rect">
            <a:avLst/>
          </a:prstGeom>
        </p:spPr>
      </p:pic>
      <p:pic>
        <p:nvPicPr>
          <p:cNvPr id="47" name="Picture 46" descr="A blue and white circle and triangle&#10;">
            <a:extLst>
              <a:ext uri="{FF2B5EF4-FFF2-40B4-BE49-F238E27FC236}">
                <a16:creationId xmlns:a16="http://schemas.microsoft.com/office/drawing/2014/main" id="{A8CFB217-D041-4988-AD0A-8A4BA24A68EC}"/>
              </a:ext>
            </a:extLst>
          </p:cNvPr>
          <p:cNvPicPr>
            <a:picLocks noChangeAspect="1"/>
          </p:cNvPicPr>
          <p:nvPr userDrawn="1"/>
        </p:nvPicPr>
        <p:blipFill>
          <a:blip r:embed="rId40" cstate="screen">
            <a:extLst>
              <a:ext uri="{28A0092B-C50C-407E-A947-70E740481C1C}">
                <a14:useLocalDpi xmlns:a14="http://schemas.microsoft.com/office/drawing/2010/main"/>
              </a:ext>
            </a:extLst>
          </a:blip>
          <a:srcRect/>
          <a:stretch/>
        </p:blipFill>
        <p:spPr>
          <a:xfrm>
            <a:off x="6800317" y="4331058"/>
            <a:ext cx="840821" cy="840821"/>
          </a:xfrm>
          <a:prstGeom prst="rect">
            <a:avLst/>
          </a:prstGeom>
        </p:spPr>
      </p:pic>
      <p:pic>
        <p:nvPicPr>
          <p:cNvPr id="48" name="Picture 47" descr="A magnifying glass and a piece of paper">
            <a:extLst>
              <a:ext uri="{FF2B5EF4-FFF2-40B4-BE49-F238E27FC236}">
                <a16:creationId xmlns:a16="http://schemas.microsoft.com/office/drawing/2014/main" id="{E3C1D33D-90C6-5739-8829-076FD6D94C38}"/>
              </a:ext>
            </a:extLst>
          </p:cNvPr>
          <p:cNvPicPr>
            <a:picLocks noChangeAspect="1"/>
          </p:cNvPicPr>
          <p:nvPr userDrawn="1"/>
        </p:nvPicPr>
        <p:blipFill>
          <a:blip r:embed="rId41" cstate="screen">
            <a:extLst>
              <a:ext uri="{28A0092B-C50C-407E-A947-70E740481C1C}">
                <a14:useLocalDpi xmlns:a14="http://schemas.microsoft.com/office/drawing/2010/main"/>
              </a:ext>
            </a:extLst>
          </a:blip>
          <a:srcRect/>
          <a:stretch/>
        </p:blipFill>
        <p:spPr>
          <a:xfrm>
            <a:off x="7849371" y="4331058"/>
            <a:ext cx="840821" cy="840821"/>
          </a:xfrm>
          <a:prstGeom prst="rect">
            <a:avLst/>
          </a:prstGeom>
        </p:spPr>
      </p:pic>
      <p:pic>
        <p:nvPicPr>
          <p:cNvPr id="49" name="Picture 48" descr="A white circle with a purple circle in the middle&#10;">
            <a:extLst>
              <a:ext uri="{FF2B5EF4-FFF2-40B4-BE49-F238E27FC236}">
                <a16:creationId xmlns:a16="http://schemas.microsoft.com/office/drawing/2014/main" id="{69F4DBB8-A2C6-D0B8-5E28-2D9A9B988947}"/>
              </a:ext>
            </a:extLst>
          </p:cNvPr>
          <p:cNvPicPr>
            <a:picLocks noChangeAspect="1"/>
          </p:cNvPicPr>
          <p:nvPr userDrawn="1"/>
        </p:nvPicPr>
        <p:blipFill>
          <a:blip r:embed="rId42" cstate="screen">
            <a:extLst>
              <a:ext uri="{28A0092B-C50C-407E-A947-70E740481C1C}">
                <a14:useLocalDpi xmlns:a14="http://schemas.microsoft.com/office/drawing/2010/main"/>
              </a:ext>
            </a:extLst>
          </a:blip>
          <a:srcRect/>
          <a:stretch/>
        </p:blipFill>
        <p:spPr>
          <a:xfrm>
            <a:off x="8898425" y="4331058"/>
            <a:ext cx="840821" cy="840821"/>
          </a:xfrm>
          <a:prstGeom prst="rect">
            <a:avLst/>
          </a:prstGeom>
        </p:spPr>
      </p:pic>
      <p:pic>
        <p:nvPicPr>
          <p:cNvPr id="50" name="Picture 49" descr="A diamond in a circle">
            <a:extLst>
              <a:ext uri="{FF2B5EF4-FFF2-40B4-BE49-F238E27FC236}">
                <a16:creationId xmlns:a16="http://schemas.microsoft.com/office/drawing/2014/main" id="{E28DE957-28A1-E9C3-EF2F-B99739058C75}"/>
              </a:ext>
            </a:extLst>
          </p:cNvPr>
          <p:cNvPicPr>
            <a:picLocks noChangeAspect="1"/>
          </p:cNvPicPr>
          <p:nvPr userDrawn="1"/>
        </p:nvPicPr>
        <p:blipFill>
          <a:blip r:embed="rId43" cstate="screen">
            <a:extLst>
              <a:ext uri="{28A0092B-C50C-407E-A947-70E740481C1C}">
                <a14:useLocalDpi xmlns:a14="http://schemas.microsoft.com/office/drawing/2010/main"/>
              </a:ext>
            </a:extLst>
          </a:blip>
          <a:srcRect/>
          <a:stretch/>
        </p:blipFill>
        <p:spPr>
          <a:xfrm>
            <a:off x="9947479" y="4331058"/>
            <a:ext cx="840821" cy="840821"/>
          </a:xfrm>
          <a:prstGeom prst="rect">
            <a:avLst/>
          </a:prstGeom>
        </p:spPr>
      </p:pic>
      <p:pic>
        <p:nvPicPr>
          <p:cNvPr id="51" name="Picture 50" descr="Stacked circuit boards">
            <a:extLst>
              <a:ext uri="{FF2B5EF4-FFF2-40B4-BE49-F238E27FC236}">
                <a16:creationId xmlns:a16="http://schemas.microsoft.com/office/drawing/2014/main" id="{A6F31830-CD2C-EA16-0983-8D83715CD2EA}"/>
              </a:ext>
            </a:extLst>
          </p:cNvPr>
          <p:cNvPicPr>
            <a:picLocks noChangeAspect="1"/>
          </p:cNvPicPr>
          <p:nvPr userDrawn="1"/>
        </p:nvPicPr>
        <p:blipFill>
          <a:blip r:embed="rId44" cstate="screen">
            <a:extLst>
              <a:ext uri="{28A0092B-C50C-407E-A947-70E740481C1C}">
                <a14:useLocalDpi xmlns:a14="http://schemas.microsoft.com/office/drawing/2010/main"/>
              </a:ext>
            </a:extLst>
          </a:blip>
          <a:srcRect/>
          <a:stretch/>
        </p:blipFill>
        <p:spPr>
          <a:xfrm>
            <a:off x="10996536" y="4331058"/>
            <a:ext cx="840821" cy="840821"/>
          </a:xfrm>
          <a:prstGeom prst="rect">
            <a:avLst/>
          </a:prstGeom>
        </p:spPr>
      </p:pic>
      <p:pic>
        <p:nvPicPr>
          <p:cNvPr id="52" name="Picture 51" descr="A circular object with arrows pointing to the center&#10;">
            <a:extLst>
              <a:ext uri="{FF2B5EF4-FFF2-40B4-BE49-F238E27FC236}">
                <a16:creationId xmlns:a16="http://schemas.microsoft.com/office/drawing/2014/main" id="{7C5029A4-3385-DADA-CF09-24BAF1076E9E}"/>
              </a:ext>
            </a:extLst>
          </p:cNvPr>
          <p:cNvPicPr>
            <a:picLocks noChangeAspect="1"/>
          </p:cNvPicPr>
          <p:nvPr userDrawn="1"/>
        </p:nvPicPr>
        <p:blipFill>
          <a:blip r:embed="rId45" cstate="screen">
            <a:extLst>
              <a:ext uri="{28A0092B-C50C-407E-A947-70E740481C1C}">
                <a14:useLocalDpi xmlns:a14="http://schemas.microsoft.com/office/drawing/2010/main"/>
              </a:ext>
            </a:extLst>
          </a:blip>
          <a:srcRect/>
          <a:stretch/>
        </p:blipFill>
        <p:spPr>
          <a:xfrm>
            <a:off x="3653155" y="5233118"/>
            <a:ext cx="840821" cy="840821"/>
          </a:xfrm>
          <a:prstGeom prst="rect">
            <a:avLst/>
          </a:prstGeom>
        </p:spPr>
      </p:pic>
      <p:pic>
        <p:nvPicPr>
          <p:cNvPr id="53" name="Picture 52" descr="A circular arrows and circles&#10;">
            <a:extLst>
              <a:ext uri="{FF2B5EF4-FFF2-40B4-BE49-F238E27FC236}">
                <a16:creationId xmlns:a16="http://schemas.microsoft.com/office/drawing/2014/main" id="{765C7F41-4D55-B20F-6E41-B5450F3594DA}"/>
              </a:ext>
            </a:extLst>
          </p:cNvPr>
          <p:cNvPicPr>
            <a:picLocks noChangeAspect="1"/>
          </p:cNvPicPr>
          <p:nvPr userDrawn="1"/>
        </p:nvPicPr>
        <p:blipFill>
          <a:blip r:embed="rId46" cstate="screen">
            <a:extLst>
              <a:ext uri="{28A0092B-C50C-407E-A947-70E740481C1C}">
                <a14:useLocalDpi xmlns:a14="http://schemas.microsoft.com/office/drawing/2010/main"/>
              </a:ext>
            </a:extLst>
          </a:blip>
          <a:srcRect/>
          <a:stretch/>
        </p:blipFill>
        <p:spPr>
          <a:xfrm>
            <a:off x="4702209" y="5233118"/>
            <a:ext cx="840821" cy="840821"/>
          </a:xfrm>
          <a:prstGeom prst="rect">
            <a:avLst/>
          </a:prstGeom>
        </p:spPr>
      </p:pic>
      <p:pic>
        <p:nvPicPr>
          <p:cNvPr id="54" name="Picture 53" descr="A blue and white square with a chess marker&#10;">
            <a:extLst>
              <a:ext uri="{FF2B5EF4-FFF2-40B4-BE49-F238E27FC236}">
                <a16:creationId xmlns:a16="http://schemas.microsoft.com/office/drawing/2014/main" id="{1D5180FB-B51F-9A0B-FE91-C598430B0CF5}"/>
              </a:ext>
            </a:extLst>
          </p:cNvPr>
          <p:cNvPicPr>
            <a:picLocks noChangeAspect="1"/>
          </p:cNvPicPr>
          <p:nvPr userDrawn="1"/>
        </p:nvPicPr>
        <p:blipFill>
          <a:blip r:embed="rId47" cstate="screen">
            <a:extLst>
              <a:ext uri="{28A0092B-C50C-407E-A947-70E740481C1C}">
                <a14:useLocalDpi xmlns:a14="http://schemas.microsoft.com/office/drawing/2010/main"/>
              </a:ext>
            </a:extLst>
          </a:blip>
          <a:srcRect/>
          <a:stretch/>
        </p:blipFill>
        <p:spPr>
          <a:xfrm>
            <a:off x="5751263" y="5233118"/>
            <a:ext cx="840821" cy="840821"/>
          </a:xfrm>
          <a:prstGeom prst="rect">
            <a:avLst/>
          </a:prstGeom>
        </p:spPr>
      </p:pic>
      <p:pic>
        <p:nvPicPr>
          <p:cNvPr id="55" name="Picture 54" descr="A purple eye">
            <a:extLst>
              <a:ext uri="{FF2B5EF4-FFF2-40B4-BE49-F238E27FC236}">
                <a16:creationId xmlns:a16="http://schemas.microsoft.com/office/drawing/2014/main" id="{03694271-7C32-5C1D-ACED-E96D268E8890}"/>
              </a:ext>
            </a:extLst>
          </p:cNvPr>
          <p:cNvPicPr>
            <a:picLocks noChangeAspect="1"/>
          </p:cNvPicPr>
          <p:nvPr userDrawn="1"/>
        </p:nvPicPr>
        <p:blipFill>
          <a:blip r:embed="rId48" cstate="screen">
            <a:extLst>
              <a:ext uri="{28A0092B-C50C-407E-A947-70E740481C1C}">
                <a14:useLocalDpi xmlns:a14="http://schemas.microsoft.com/office/drawing/2010/main"/>
              </a:ext>
            </a:extLst>
          </a:blip>
          <a:srcRect/>
          <a:stretch/>
        </p:blipFill>
        <p:spPr>
          <a:xfrm>
            <a:off x="6800317" y="5233118"/>
            <a:ext cx="840821" cy="840821"/>
          </a:xfrm>
          <a:prstGeom prst="rect">
            <a:avLst/>
          </a:prstGeom>
        </p:spPr>
      </p:pic>
      <p:pic>
        <p:nvPicPr>
          <p:cNvPr id="56" name="Picture 55" descr="A close-up of a fingerprint&#10;">
            <a:extLst>
              <a:ext uri="{FF2B5EF4-FFF2-40B4-BE49-F238E27FC236}">
                <a16:creationId xmlns:a16="http://schemas.microsoft.com/office/drawing/2014/main" id="{88AFA250-5DFC-4E1E-4A49-3F054A525500}"/>
              </a:ext>
            </a:extLst>
          </p:cNvPr>
          <p:cNvPicPr>
            <a:picLocks noChangeAspect="1"/>
          </p:cNvPicPr>
          <p:nvPr userDrawn="1"/>
        </p:nvPicPr>
        <p:blipFill>
          <a:blip r:embed="rId49" cstate="screen">
            <a:extLst>
              <a:ext uri="{28A0092B-C50C-407E-A947-70E740481C1C}">
                <a14:useLocalDpi xmlns:a14="http://schemas.microsoft.com/office/drawing/2010/main"/>
              </a:ext>
            </a:extLst>
          </a:blip>
          <a:srcRect/>
          <a:stretch/>
        </p:blipFill>
        <p:spPr>
          <a:xfrm>
            <a:off x="7849371" y="5233118"/>
            <a:ext cx="840821" cy="840821"/>
          </a:xfrm>
          <a:prstGeom prst="rect">
            <a:avLst/>
          </a:prstGeom>
        </p:spPr>
      </p:pic>
      <p:pic>
        <p:nvPicPr>
          <p:cNvPr id="57" name="Picture 56" descr="A purple circle with squares and lines&#10;">
            <a:extLst>
              <a:ext uri="{FF2B5EF4-FFF2-40B4-BE49-F238E27FC236}">
                <a16:creationId xmlns:a16="http://schemas.microsoft.com/office/drawing/2014/main" id="{1856199F-11D7-F62B-CAEC-893DFCEC7789}"/>
              </a:ext>
            </a:extLst>
          </p:cNvPr>
          <p:cNvPicPr>
            <a:picLocks noChangeAspect="1"/>
          </p:cNvPicPr>
          <p:nvPr userDrawn="1"/>
        </p:nvPicPr>
        <p:blipFill>
          <a:blip r:embed="rId50" cstate="screen">
            <a:extLst>
              <a:ext uri="{28A0092B-C50C-407E-A947-70E740481C1C}">
                <a14:useLocalDpi xmlns:a14="http://schemas.microsoft.com/office/drawing/2010/main"/>
              </a:ext>
            </a:extLst>
          </a:blip>
          <a:srcRect/>
          <a:stretch/>
        </p:blipFill>
        <p:spPr>
          <a:xfrm>
            <a:off x="9947479" y="5233118"/>
            <a:ext cx="840821" cy="840821"/>
          </a:xfrm>
          <a:prstGeom prst="rect">
            <a:avLst/>
          </a:prstGeom>
        </p:spPr>
      </p:pic>
      <p:pic>
        <p:nvPicPr>
          <p:cNvPr id="58" name="Picture 57" descr="A purple head ">
            <a:extLst>
              <a:ext uri="{FF2B5EF4-FFF2-40B4-BE49-F238E27FC236}">
                <a16:creationId xmlns:a16="http://schemas.microsoft.com/office/drawing/2014/main" id="{DC38636B-D5D3-590F-2AEB-2F57EC8A311C}"/>
              </a:ext>
            </a:extLst>
          </p:cNvPr>
          <p:cNvPicPr>
            <a:picLocks noChangeAspect="1"/>
          </p:cNvPicPr>
          <p:nvPr userDrawn="1"/>
        </p:nvPicPr>
        <p:blipFill>
          <a:blip r:embed="rId51" cstate="screen">
            <a:extLst>
              <a:ext uri="{28A0092B-C50C-407E-A947-70E740481C1C}">
                <a14:useLocalDpi xmlns:a14="http://schemas.microsoft.com/office/drawing/2010/main"/>
              </a:ext>
            </a:extLst>
          </a:blip>
          <a:srcRect/>
          <a:stretch/>
        </p:blipFill>
        <p:spPr>
          <a:xfrm>
            <a:off x="8898425" y="5233118"/>
            <a:ext cx="840821" cy="840821"/>
          </a:xfrm>
          <a:prstGeom prst="rect">
            <a:avLst/>
          </a:prstGeom>
        </p:spPr>
      </p:pic>
      <p:pic>
        <p:nvPicPr>
          <p:cNvPr id="2" name="Pearson Logo" descr="Pearson Logo">
            <a:extLst>
              <a:ext uri="{FF2B5EF4-FFF2-40B4-BE49-F238E27FC236}">
                <a16:creationId xmlns:a16="http://schemas.microsoft.com/office/drawing/2014/main" id="{51A40A9A-1CB3-21CA-6608-C4C1DC060FEC}"/>
              </a:ext>
            </a:extLst>
          </p:cNvPr>
          <p:cNvPicPr/>
          <p:nvPr userDrawn="1"/>
        </p:nvPicPr>
        <p:blipFill>
          <a:blip r:embed="rId52">
            <a:extLst>
              <a:ext uri="{96DAC541-7B7A-43D3-8B79-37D633B846F1}">
                <asvg:svgBlip xmlns:asvg="http://schemas.microsoft.com/office/drawing/2016/SVG/main" r:embed="rId5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259976550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User Guide: Pictograms and Icons">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188" name="Section">
            <a:extLst>
              <a:ext uri="{FF2B5EF4-FFF2-40B4-BE49-F238E27FC236}">
                <a16:creationId xmlns:a16="http://schemas.microsoft.com/office/drawing/2014/main" id="{EBA5F521-577F-6087-09CE-FB6C3058BD6D}"/>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j-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j-lt"/>
                <a:ea typeface="+mj-ea"/>
                <a:cs typeface="Segoe UI Semibold" panose="020B0502040204020203" pitchFamily="34" charset="0"/>
              </a:rPr>
              <a:t>Icons</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241659"/>
            <a:ext cx="2500946" cy="162882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200" b="0" noProof="0" dirty="0">
                <a:latin typeface="+mj-lt"/>
                <a:cs typeface="Segoe UI" panose="020B0502040204020203" pitchFamily="34" charset="0"/>
              </a:rPr>
              <a:t>All icons should be the same color on a page unless one is specifically highlighted to draw attention. </a:t>
            </a:r>
          </a:p>
          <a:p>
            <a:r>
              <a:rPr lang="en-US" sz="1200" b="0" noProof="0" dirty="0">
                <a:latin typeface="+mj-lt"/>
                <a:cs typeface="Segoe UI" panose="020B0502040204020203" pitchFamily="34" charset="0"/>
              </a:rPr>
              <a:t>Use icons as small accompaniments to copy, not as large pictograms.</a:t>
            </a:r>
          </a:p>
          <a:p>
            <a:pPr marL="0" marR="0" lvl="0" indent="0" algn="l" defTabSz="914400" rtl="0" eaLnBrk="1" fontAlgn="auto" latinLnBrk="0" hangingPunct="1">
              <a:lnSpc>
                <a:spcPct val="100000"/>
              </a:lnSpc>
              <a:spcBef>
                <a:spcPts val="0"/>
              </a:spcBef>
              <a:spcAft>
                <a:spcPts val="600"/>
              </a:spcAft>
              <a:buClrTx/>
              <a:buSzTx/>
              <a:buFont typeface="Plus Jakarta Sans" panose="020B0604020202020204" pitchFamily="34" charset="0"/>
              <a:buNone/>
              <a:tabLst/>
              <a:defRPr/>
            </a:pPr>
            <a:r>
              <a:rPr lang="en-GB" sz="1200" dirty="0">
                <a:latin typeface="+mj-lt"/>
                <a:cs typeface="Segoe UI" panose="020B0502040204020203" pitchFamily="34" charset="0"/>
              </a:rPr>
              <a:t>Our icons offer flexible colour options. </a:t>
            </a:r>
          </a:p>
          <a:p>
            <a:endParaRPr lang="en-US" sz="1200" b="0" noProof="0" dirty="0">
              <a:latin typeface="+mj-lt"/>
              <a:cs typeface="Segoe UI" panose="020B0502040204020203" pitchFamily="34" charset="0"/>
            </a:endParaRPr>
          </a:p>
          <a:p>
            <a:endParaRPr lang="en-US" sz="1200" b="0" noProof="0" dirty="0">
              <a:latin typeface="+mj-lt"/>
              <a:cs typeface="Segoe UI" panose="020B0502040204020203" pitchFamily="34" charset="0"/>
            </a:endParaRPr>
          </a:p>
          <a:p>
            <a:endParaRPr lang="en-US" sz="1200" b="0" noProof="0" dirty="0">
              <a:latin typeface="+mj-lt"/>
              <a:cs typeface="Segoe UI" panose="020B0502040204020203" pitchFamily="34" charset="0"/>
            </a:endParaRPr>
          </a:p>
        </p:txBody>
      </p:sp>
      <p:sp>
        <p:nvSpPr>
          <p:cNvPr id="9" name="Rounded Rectangle text">
            <a:extLst>
              <a:ext uri="{FF2B5EF4-FFF2-40B4-BE49-F238E27FC236}">
                <a16:creationId xmlns:a16="http://schemas.microsoft.com/office/drawing/2014/main" id="{2AB6CBA8-4D6C-3A8F-6216-C14B4136B73D}"/>
              </a:ext>
            </a:extLst>
          </p:cNvPr>
          <p:cNvSpPr>
            <a:spLocks/>
          </p:cNvSpPr>
          <p:nvPr userDrawn="1"/>
        </p:nvSpPr>
        <p:spPr>
          <a:xfrm>
            <a:off x="440675" y="2770194"/>
            <a:ext cx="2500945" cy="819150"/>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1420"/>
              </a:lnSpc>
              <a:spcBef>
                <a:spcPts val="0"/>
              </a:spcBef>
              <a:spcAft>
                <a:spcPts val="600"/>
              </a:spcAft>
              <a:buClrTx/>
              <a:buSzTx/>
              <a:buFont typeface="Plus Jakarta Sans" panose="020B0604020202020204" pitchFamily="34" charset="0"/>
              <a:buNone/>
              <a:tabLst/>
              <a:defRPr/>
            </a:pPr>
            <a:r>
              <a:rPr lang="en-GB" sz="1100" dirty="0">
                <a:solidFill>
                  <a:schemeClr val="tx2"/>
                </a:solidFill>
                <a:latin typeface="+mj-lt"/>
                <a:cs typeface="Segoe UI" panose="020B0502040204020203" pitchFamily="34" charset="0"/>
              </a:rPr>
              <a:t>You can </a:t>
            </a:r>
            <a:r>
              <a:rPr lang="en-GB" sz="1100" b="1" i="0" dirty="0">
                <a:solidFill>
                  <a:schemeClr val="tx2"/>
                </a:solidFill>
                <a:latin typeface="+mj-lt"/>
                <a:cs typeface="Segoe UI" panose="020B0502040204020203" pitchFamily="34" charset="0"/>
              </a:rPr>
              <a:t>change their fill colours</a:t>
            </a:r>
            <a:r>
              <a:rPr lang="en-GB" sz="1100" dirty="0">
                <a:solidFill>
                  <a:schemeClr val="tx2"/>
                </a:solidFill>
                <a:latin typeface="+mj-lt"/>
                <a:cs typeface="Segoe UI" panose="020B0502040204020203" pitchFamily="34" charset="0"/>
              </a:rPr>
              <a:t> to coordinate with the background, using the recommended colours shown on this slide.</a:t>
            </a:r>
          </a:p>
        </p:txBody>
      </p:sp>
      <p:grpSp>
        <p:nvGrpSpPr>
          <p:cNvPr id="33" name="Group 32">
            <a:extLst>
              <a:ext uri="{FF2B5EF4-FFF2-40B4-BE49-F238E27FC236}">
                <a16:creationId xmlns:a16="http://schemas.microsoft.com/office/drawing/2014/main" id="{90D7A99F-4C84-D86B-4F6D-40E8528AB4B2}"/>
              </a:ext>
            </a:extLst>
          </p:cNvPr>
          <p:cNvGrpSpPr>
            <a:grpSpLocks noGrp="1" noUngrp="1" noRot="1" noMove="1" noResize="1"/>
          </p:cNvGrpSpPr>
          <p:nvPr userDrawn="1"/>
        </p:nvGrpSpPr>
        <p:grpSpPr>
          <a:xfrm>
            <a:off x="482645" y="3773077"/>
            <a:ext cx="2417003" cy="2338317"/>
            <a:chOff x="482645" y="3773077"/>
            <a:chExt cx="2417003" cy="2338317"/>
          </a:xfrm>
        </p:grpSpPr>
        <p:pic>
          <p:nvPicPr>
            <p:cNvPr id="8" name="Picture 7">
              <a:extLst>
                <a:ext uri="{FF2B5EF4-FFF2-40B4-BE49-F238E27FC236}">
                  <a16:creationId xmlns:a16="http://schemas.microsoft.com/office/drawing/2014/main" id="{9D0C9F66-2F03-8C9F-A27D-BF38BC7CB652}"/>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482645" y="3917663"/>
              <a:ext cx="2417003" cy="2193731"/>
            </a:xfrm>
            <a:prstGeom prst="rect">
              <a:avLst/>
            </a:prstGeom>
          </p:spPr>
        </p:pic>
        <p:sp>
          <p:nvSpPr>
            <p:cNvPr id="10" name="Oval 9">
              <a:extLst>
                <a:ext uri="{FF2B5EF4-FFF2-40B4-BE49-F238E27FC236}">
                  <a16:creationId xmlns:a16="http://schemas.microsoft.com/office/drawing/2014/main" id="{8E831B6B-BAA2-8DA3-B24C-A78B4F512497}"/>
                </a:ext>
              </a:extLst>
            </p:cNvPr>
            <p:cNvSpPr>
              <a:spLocks noGrp="1" noRot="1" noMove="1" noResize="1" noEditPoints="1" noAdjustHandles="1" noChangeArrowheads="1" noChangeShapeType="1"/>
            </p:cNvSpPr>
            <p:nvPr userDrawn="1"/>
          </p:nvSpPr>
          <p:spPr>
            <a:xfrm>
              <a:off x="1502446" y="3773077"/>
              <a:ext cx="849086" cy="460029"/>
            </a:xfrm>
            <a:prstGeom prst="ellipse">
              <a:avLst/>
            </a:prstGeom>
            <a:noFill/>
            <a:ln w="28575">
              <a:solidFill>
                <a:srgbClr val="DF41C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grpSp>
      <p:pic>
        <p:nvPicPr>
          <p:cNvPr id="4" name="Pearson Logo" descr="Pearson Logo">
            <a:extLst>
              <a:ext uri="{FF2B5EF4-FFF2-40B4-BE49-F238E27FC236}">
                <a16:creationId xmlns:a16="http://schemas.microsoft.com/office/drawing/2014/main" id="{3BCA1EDF-B9A1-4F4A-E0B2-06F29AF0FA02}"/>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1182729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User Guide: Best Practices for PowerPoint">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n-lt"/>
              <a:ea typeface="+mn-ea"/>
              <a:cs typeface="+mn-cs"/>
            </a:endParaRPr>
          </a:p>
        </p:txBody>
      </p:sp>
      <p:sp>
        <p:nvSpPr>
          <p:cNvPr id="195" name="Section">
            <a:extLst>
              <a:ext uri="{FF2B5EF4-FFF2-40B4-BE49-F238E27FC236}">
                <a16:creationId xmlns:a16="http://schemas.microsoft.com/office/drawing/2014/main" id="{233300AB-A9E7-3601-EA04-42424EC26F32}"/>
              </a:ext>
            </a:extLst>
          </p:cNvPr>
          <p:cNvSpPr txBox="1"/>
          <p:nvPr userDrawn="1"/>
        </p:nvSpPr>
        <p:spPr bwMode="gray">
          <a:xfrm>
            <a:off x="550164" y="0"/>
            <a:ext cx="3602736" cy="548640"/>
          </a:xfrm>
          <a:prstGeom prst="rect">
            <a:avLst/>
          </a:prstGeom>
          <a:noFill/>
        </p:spPr>
        <p:txBody>
          <a:bodyPr wrap="none" lIns="0" tIns="0" rIns="0" bIns="0" rtlCol="0" anchor="ctr" anchorCtr="0">
            <a:noAutofit/>
          </a:bodyPr>
          <a:lstStyle/>
          <a:p>
            <a:pPr algn="l"/>
            <a:r>
              <a:rPr lang="en-US" sz="1000" cap="all" baseline="0" noProof="0" dirty="0">
                <a:solidFill>
                  <a:srgbClr val="512EAB"/>
                </a:solidFill>
                <a:latin typeface="+mn-lt"/>
                <a:cs typeface="Segoe UI" panose="020B0502040204020203" pitchFamily="34" charset="0"/>
              </a:rPr>
              <a:t>User Guide</a:t>
            </a:r>
          </a:p>
        </p:txBody>
      </p:sp>
      <p:sp>
        <p:nvSpPr>
          <p:cNvPr id="11" name="Title 1">
            <a:extLst>
              <a:ext uri="{FF2B5EF4-FFF2-40B4-BE49-F238E27FC236}">
                <a16:creationId xmlns:a16="http://schemas.microsoft.com/office/drawing/2014/main" id="{9F569392-7410-5E80-76E3-002E14CCB93F}"/>
              </a:ext>
            </a:extLst>
          </p:cNvPr>
          <p:cNvSpPr txBox="1">
            <a:spLocks/>
          </p:cNvSpPr>
          <p:nvPr userDrawn="1"/>
        </p:nvSpPr>
        <p:spPr bwMode="gray">
          <a:xfrm>
            <a:off x="550164" y="552450"/>
            <a:ext cx="2666111" cy="819150"/>
          </a:xfrm>
          <a:prstGeom prst="rect">
            <a:avLst/>
          </a:prstGeom>
          <a:ln>
            <a:noFill/>
          </a:ln>
        </p:spPr>
        <p:txBody>
          <a:bodyPr vert="horz"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200" b="1" i="0" u="none" strike="noStrike" kern="1200" cap="none" spc="0" normalizeH="0" baseline="0" noProof="0" dirty="0">
                <a:ln>
                  <a:noFill/>
                </a:ln>
                <a:solidFill>
                  <a:srgbClr val="0D004D"/>
                </a:solidFill>
                <a:effectLst/>
                <a:uLnTx/>
                <a:uFillTx/>
                <a:latin typeface="+mn-lt"/>
                <a:ea typeface="+mj-ea"/>
                <a:cs typeface="Segoe UI Semibold" panose="020B0502040204020203" pitchFamily="34" charset="0"/>
              </a:rPr>
              <a:t>Best Practices </a:t>
            </a:r>
            <a:br>
              <a:rPr kumimoji="0" lang="en-US" sz="2200" b="1" i="0" u="none" strike="noStrike" kern="1200" cap="none" spc="0" normalizeH="0" baseline="0" noProof="0" dirty="0">
                <a:ln>
                  <a:noFill/>
                </a:ln>
                <a:solidFill>
                  <a:srgbClr val="0D004D"/>
                </a:solidFill>
                <a:effectLst/>
                <a:uLnTx/>
                <a:uFillTx/>
                <a:latin typeface="+mn-lt"/>
                <a:ea typeface="+mj-ea"/>
                <a:cs typeface="Segoe UI Semibold" panose="020B0502040204020203" pitchFamily="34" charset="0"/>
              </a:rPr>
            </a:br>
            <a:r>
              <a:rPr kumimoji="0" lang="en-US" sz="2200" b="1" i="0" u="none" strike="noStrike" kern="1200" cap="none" spc="0" normalizeH="0" baseline="0" noProof="0" dirty="0">
                <a:ln>
                  <a:noFill/>
                </a:ln>
                <a:solidFill>
                  <a:srgbClr val="0D004D"/>
                </a:solidFill>
                <a:effectLst/>
                <a:uLnTx/>
                <a:uFillTx/>
                <a:latin typeface="+mn-lt"/>
                <a:ea typeface="+mj-ea"/>
                <a:cs typeface="Segoe UI Semibold" panose="020B0502040204020203" pitchFamily="34" charset="0"/>
              </a:rPr>
              <a:t>For PowerPoint</a:t>
            </a:r>
          </a:p>
        </p:txBody>
      </p:sp>
      <p:sp>
        <p:nvSpPr>
          <p:cNvPr id="14" name="Text Placeholder 1">
            <a:extLst>
              <a:ext uri="{FF2B5EF4-FFF2-40B4-BE49-F238E27FC236}">
                <a16:creationId xmlns:a16="http://schemas.microsoft.com/office/drawing/2014/main" id="{385A84BD-04C7-0208-E294-9B5715738F9A}"/>
              </a:ext>
            </a:extLst>
          </p:cNvPr>
          <p:cNvSpPr txBox="1">
            <a:spLocks/>
          </p:cNvSpPr>
          <p:nvPr userDrawn="1"/>
        </p:nvSpPr>
        <p:spPr bwMode="gray">
          <a:xfrm>
            <a:off x="550164" y="1625600"/>
            <a:ext cx="2366291" cy="441007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100" kern="1200">
                <a:solidFill>
                  <a:schemeClr val="tx2"/>
                </a:solidFill>
                <a:latin typeface="+mn-lt"/>
                <a:ea typeface="+mn-ea"/>
                <a:cs typeface="+mn-cs"/>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mn-cs"/>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mn-cs"/>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sz="1400" b="0" noProof="0" dirty="0">
                <a:latin typeface="+mn-lt"/>
                <a:cs typeface="Segoe UI" panose="020B0502040204020203" pitchFamily="34" charset="0"/>
              </a:rPr>
              <a:t>Here are some applicable best practices when setting up your PowerPoint document.</a:t>
            </a:r>
          </a:p>
        </p:txBody>
      </p:sp>
      <p:sp>
        <p:nvSpPr>
          <p:cNvPr id="2" name="Subhead 1">
            <a:extLst>
              <a:ext uri="{FF2B5EF4-FFF2-40B4-BE49-F238E27FC236}">
                <a16:creationId xmlns:a16="http://schemas.microsoft.com/office/drawing/2014/main" id="{EF10D453-0407-39C5-46E2-3A3740A2E40C}"/>
              </a:ext>
            </a:extLst>
          </p:cNvPr>
          <p:cNvSpPr txBox="1">
            <a:spLocks/>
          </p:cNvSpPr>
          <p:nvPr userDrawn="1"/>
        </p:nvSpPr>
        <p:spPr bwMode="gray">
          <a:xfrm>
            <a:off x="4142660" y="1366911"/>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Know what you’re preparing for — </a:t>
            </a:r>
            <a:br>
              <a:rPr lang="en-US" sz="1400" b="1" i="0" noProof="0" dirty="0">
                <a:solidFill>
                  <a:srgbClr val="0D004D"/>
                </a:solidFill>
                <a:latin typeface="+mj-lt"/>
                <a:cs typeface="Segoe UI" panose="020B0502040204020203" pitchFamily="34" charset="0"/>
              </a:rPr>
            </a:br>
            <a:r>
              <a:rPr lang="en-US" sz="1400" b="1" i="0" noProof="0" dirty="0">
                <a:solidFill>
                  <a:srgbClr val="0D004D"/>
                </a:solidFill>
                <a:latin typeface="+mj-lt"/>
                <a:cs typeface="Segoe UI" panose="020B0502040204020203" pitchFamily="34" charset="0"/>
              </a:rPr>
              <a:t>is it an in-person presentation or </a:t>
            </a:r>
            <a:br>
              <a:rPr lang="en-US" sz="1400" b="1" i="0" noProof="0" dirty="0">
                <a:solidFill>
                  <a:srgbClr val="0D004D"/>
                </a:solidFill>
                <a:latin typeface="+mj-lt"/>
                <a:cs typeface="Segoe UI" panose="020B0502040204020203" pitchFamily="34" charset="0"/>
              </a:rPr>
            </a:br>
            <a:r>
              <a:rPr lang="en-US" sz="1400" b="1" i="0" noProof="0" dirty="0">
                <a:solidFill>
                  <a:srgbClr val="0D004D"/>
                </a:solidFill>
                <a:latin typeface="+mj-lt"/>
                <a:cs typeface="Segoe UI" panose="020B0502040204020203" pitchFamily="34" charset="0"/>
              </a:rPr>
              <a:t>a document to read?</a:t>
            </a:r>
          </a:p>
        </p:txBody>
      </p:sp>
      <p:sp>
        <p:nvSpPr>
          <p:cNvPr id="3" name="Text 1">
            <a:extLst>
              <a:ext uri="{FF2B5EF4-FFF2-40B4-BE49-F238E27FC236}">
                <a16:creationId xmlns:a16="http://schemas.microsoft.com/office/drawing/2014/main" id="{06E0B9B9-F7DD-7626-84EA-18E96BD7A9F6}"/>
              </a:ext>
            </a:extLst>
          </p:cNvPr>
          <p:cNvSpPr txBox="1">
            <a:spLocks/>
          </p:cNvSpPr>
          <p:nvPr userDrawn="1"/>
        </p:nvSpPr>
        <p:spPr bwMode="gray">
          <a:xfrm>
            <a:off x="7740887" y="1362076"/>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dirty="0">
                <a:solidFill>
                  <a:srgbClr val="0D004D"/>
                </a:solidFill>
                <a:latin typeface="+mn-lt"/>
                <a:cs typeface="Segoe UI" panose="020B0502040204020203" pitchFamily="34" charset="0"/>
              </a:rPr>
              <a:t>This determines how much content you should include within a slide and how big/small the text needs to be.</a:t>
            </a:r>
          </a:p>
        </p:txBody>
      </p:sp>
      <p:sp>
        <p:nvSpPr>
          <p:cNvPr id="9" name="Subhead 2">
            <a:extLst>
              <a:ext uri="{FF2B5EF4-FFF2-40B4-BE49-F238E27FC236}">
                <a16:creationId xmlns:a16="http://schemas.microsoft.com/office/drawing/2014/main" id="{E445BE30-F3DD-D111-900F-08EDD021AE6F}"/>
              </a:ext>
            </a:extLst>
          </p:cNvPr>
          <p:cNvSpPr txBox="1">
            <a:spLocks/>
          </p:cNvSpPr>
          <p:nvPr userDrawn="1"/>
        </p:nvSpPr>
        <p:spPr bwMode="gray">
          <a:xfrm>
            <a:off x="4142660" y="2450644"/>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Get to know the brand — familiarize yourself with the visual identity.</a:t>
            </a:r>
          </a:p>
        </p:txBody>
      </p:sp>
      <p:sp>
        <p:nvSpPr>
          <p:cNvPr id="12" name="Text 2">
            <a:extLst>
              <a:ext uri="{FF2B5EF4-FFF2-40B4-BE49-F238E27FC236}">
                <a16:creationId xmlns:a16="http://schemas.microsoft.com/office/drawing/2014/main" id="{D5954D86-C4ED-FC75-AA0F-FC3550030BCC}"/>
              </a:ext>
            </a:extLst>
          </p:cNvPr>
          <p:cNvSpPr txBox="1">
            <a:spLocks/>
          </p:cNvSpPr>
          <p:nvPr userDrawn="1"/>
        </p:nvSpPr>
        <p:spPr bwMode="gray">
          <a:xfrm>
            <a:off x="7740887" y="2445809"/>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dirty="0">
                <a:solidFill>
                  <a:srgbClr val="0D004D"/>
                </a:solidFill>
                <a:latin typeface="+mn-lt"/>
                <a:cs typeface="Segoe UI" panose="020B0502040204020203" pitchFamily="34" charset="0"/>
              </a:rPr>
              <a:t>Consistency across communication is essential. Use the latest template and approved brand assets in your presentation.</a:t>
            </a:r>
          </a:p>
        </p:txBody>
      </p:sp>
      <p:sp>
        <p:nvSpPr>
          <p:cNvPr id="15" name="Subhead 3">
            <a:extLst>
              <a:ext uri="{FF2B5EF4-FFF2-40B4-BE49-F238E27FC236}">
                <a16:creationId xmlns:a16="http://schemas.microsoft.com/office/drawing/2014/main" id="{956C6F61-674F-35FA-CC56-028C501FDA78}"/>
              </a:ext>
            </a:extLst>
          </p:cNvPr>
          <p:cNvSpPr txBox="1">
            <a:spLocks/>
          </p:cNvSpPr>
          <p:nvPr userDrawn="1"/>
        </p:nvSpPr>
        <p:spPr bwMode="gray">
          <a:xfrm>
            <a:off x="4142660" y="3534377"/>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Adding slides from another template? Start with a blank slide within the correct template. </a:t>
            </a:r>
          </a:p>
        </p:txBody>
      </p:sp>
      <p:sp>
        <p:nvSpPr>
          <p:cNvPr id="187" name="Text 3">
            <a:extLst>
              <a:ext uri="{FF2B5EF4-FFF2-40B4-BE49-F238E27FC236}">
                <a16:creationId xmlns:a16="http://schemas.microsoft.com/office/drawing/2014/main" id="{3EA0B21A-4CD8-8E3B-6F21-B6C12E08F774}"/>
              </a:ext>
            </a:extLst>
          </p:cNvPr>
          <p:cNvSpPr txBox="1">
            <a:spLocks/>
          </p:cNvSpPr>
          <p:nvPr userDrawn="1"/>
        </p:nvSpPr>
        <p:spPr bwMode="gray">
          <a:xfrm>
            <a:off x="7740887" y="3529542"/>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a:solidFill>
                  <a:srgbClr val="0D004D"/>
                </a:solidFill>
                <a:latin typeface="+mn-lt"/>
                <a:cs typeface="Segoe UI" panose="020B0502040204020203" pitchFamily="34" charset="0"/>
              </a:rPr>
              <a:t>Copying/pasting content from another file with a different template is not a straightforward task. Start with a blank or basic layout, then copy the content over to avoid theme fonts/colors clash.</a:t>
            </a:r>
          </a:p>
        </p:txBody>
      </p:sp>
      <p:sp>
        <p:nvSpPr>
          <p:cNvPr id="189" name="Subhead 4">
            <a:extLst>
              <a:ext uri="{FF2B5EF4-FFF2-40B4-BE49-F238E27FC236}">
                <a16:creationId xmlns:a16="http://schemas.microsoft.com/office/drawing/2014/main" id="{0C14AB4A-7B8A-929A-D582-24897BC62CBE}"/>
              </a:ext>
            </a:extLst>
          </p:cNvPr>
          <p:cNvSpPr txBox="1">
            <a:spLocks/>
          </p:cNvSpPr>
          <p:nvPr userDrawn="1"/>
        </p:nvSpPr>
        <p:spPr bwMode="gray">
          <a:xfrm>
            <a:off x="4142660" y="4618111"/>
            <a:ext cx="3197132"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400" b="1" i="0" noProof="0" dirty="0">
                <a:solidFill>
                  <a:srgbClr val="0D004D"/>
                </a:solidFill>
                <a:latin typeface="+mj-lt"/>
                <a:cs typeface="Segoe UI" panose="020B0502040204020203" pitchFamily="34" charset="0"/>
              </a:rPr>
              <a:t>Reach more audience, </a:t>
            </a:r>
            <a:br>
              <a:rPr lang="en-US" sz="1400" b="1" i="0" noProof="0" dirty="0">
                <a:solidFill>
                  <a:srgbClr val="0D004D"/>
                </a:solidFill>
                <a:latin typeface="+mj-lt"/>
                <a:cs typeface="Segoe UI" panose="020B0502040204020203" pitchFamily="34" charset="0"/>
              </a:rPr>
            </a:br>
            <a:r>
              <a:rPr lang="en-US" sz="1400" b="1" i="0" noProof="0" dirty="0">
                <a:solidFill>
                  <a:srgbClr val="0D004D"/>
                </a:solidFill>
                <a:latin typeface="+mj-lt"/>
                <a:cs typeface="Segoe UI" panose="020B0502040204020203" pitchFamily="34" charset="0"/>
              </a:rPr>
              <a:t>make it more accessible!</a:t>
            </a:r>
          </a:p>
        </p:txBody>
      </p:sp>
      <p:sp>
        <p:nvSpPr>
          <p:cNvPr id="190" name="Text 4">
            <a:extLst>
              <a:ext uri="{FF2B5EF4-FFF2-40B4-BE49-F238E27FC236}">
                <a16:creationId xmlns:a16="http://schemas.microsoft.com/office/drawing/2014/main" id="{4FCA0760-67FD-B307-1FF1-4A3AE1560BAB}"/>
              </a:ext>
            </a:extLst>
          </p:cNvPr>
          <p:cNvSpPr txBox="1">
            <a:spLocks/>
          </p:cNvSpPr>
          <p:nvPr userDrawn="1"/>
        </p:nvSpPr>
        <p:spPr bwMode="gray">
          <a:xfrm>
            <a:off x="7740887" y="4613276"/>
            <a:ext cx="3665546" cy="866860"/>
          </a:xfrm>
          <a:prstGeom prst="rect">
            <a:avLst/>
          </a:prstGeom>
        </p:spPr>
        <p:txBody>
          <a:bodyPr vert="horz" wrap="square" lIns="0" tIns="0" rIns="0" bIns="0" rtlCol="0" anchor="t">
            <a:noAutofit/>
          </a:bodyPr>
          <a:lstStyle>
            <a:lvl1pPr algn="l" defTabSz="914400" rtl="0" eaLnBrk="1" latinLnBrk="0" hangingPunct="1">
              <a:lnSpc>
                <a:spcPct val="90000"/>
              </a:lnSpc>
              <a:spcBef>
                <a:spcPct val="0"/>
              </a:spcBef>
              <a:buNone/>
              <a:defRPr sz="3200" kern="1200">
                <a:solidFill>
                  <a:schemeClr val="tx2"/>
                </a:solidFill>
                <a:latin typeface="+mj-lt"/>
                <a:ea typeface="+mj-ea"/>
                <a:cs typeface="+mj-cs"/>
              </a:defRPr>
            </a:lvl1pPr>
          </a:lstStyle>
          <a:p>
            <a:pPr>
              <a:lnSpc>
                <a:spcPct val="100000"/>
              </a:lnSpc>
              <a:spcAft>
                <a:spcPts val="600"/>
              </a:spcAft>
              <a:defRPr/>
            </a:pPr>
            <a:r>
              <a:rPr lang="en-US" sz="1100" noProof="0">
                <a:solidFill>
                  <a:srgbClr val="0D004D"/>
                </a:solidFill>
                <a:latin typeface="+mn-lt"/>
                <a:cs typeface="Segoe UI" panose="020B0502040204020203" pitchFamily="34" charset="0"/>
              </a:rPr>
              <a:t>Run your PowerPoint file through the “Check Accessibility” tool (located on the Review tab); ensure the reading order works well with screen reader, </a:t>
            </a:r>
            <a:br>
              <a:rPr lang="en-US" sz="1100" noProof="0">
                <a:solidFill>
                  <a:srgbClr val="0D004D"/>
                </a:solidFill>
                <a:latin typeface="+mn-lt"/>
                <a:cs typeface="Segoe UI" panose="020B0502040204020203" pitchFamily="34" charset="0"/>
              </a:rPr>
            </a:br>
            <a:r>
              <a:rPr lang="en-US" sz="1100" noProof="0">
                <a:solidFill>
                  <a:srgbClr val="0D004D"/>
                </a:solidFill>
                <a:latin typeface="+mn-lt"/>
                <a:cs typeface="Segoe UI" panose="020B0502040204020203" pitchFamily="34" charset="0"/>
              </a:rPr>
              <a:t>set alt text for images, etc.</a:t>
            </a:r>
          </a:p>
        </p:txBody>
      </p:sp>
      <p:cxnSp>
        <p:nvCxnSpPr>
          <p:cNvPr id="16" name="Straight Connector 15">
            <a:extLst>
              <a:ext uri="{FF2B5EF4-FFF2-40B4-BE49-F238E27FC236}">
                <a16:creationId xmlns:a16="http://schemas.microsoft.com/office/drawing/2014/main" id="{27A96B58-CA17-E5BF-9564-FDEAE0E01C43}"/>
              </a:ext>
              <a:ext uri="{C183D7F6-B498-43B3-948B-1728B52AA6E4}">
                <adec:decorative xmlns:adec="http://schemas.microsoft.com/office/drawing/2017/decorative" val="1"/>
              </a:ext>
            </a:extLst>
          </p:cNvPr>
          <p:cNvCxnSpPr>
            <a:cxnSpLocks/>
          </p:cNvCxnSpPr>
          <p:nvPr userDrawn="1"/>
        </p:nvCxnSpPr>
        <p:spPr bwMode="gray">
          <a:xfrm>
            <a:off x="4068293" y="2254586"/>
            <a:ext cx="733814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21F2CA21-9604-4A61-D0D7-39302E45F319}"/>
              </a:ext>
              <a:ext uri="{C183D7F6-B498-43B3-948B-1728B52AA6E4}">
                <adec:decorative xmlns:adec="http://schemas.microsoft.com/office/drawing/2017/decorative" val="1"/>
              </a:ext>
            </a:extLst>
          </p:cNvPr>
          <p:cNvCxnSpPr>
            <a:cxnSpLocks/>
          </p:cNvCxnSpPr>
          <p:nvPr userDrawn="1"/>
        </p:nvCxnSpPr>
        <p:spPr bwMode="gray">
          <a:xfrm>
            <a:off x="4068293" y="3309791"/>
            <a:ext cx="733814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584A6ADC-D61E-6253-C621-9038C90E14E5}"/>
              </a:ext>
              <a:ext uri="{C183D7F6-B498-43B3-948B-1728B52AA6E4}">
                <adec:decorative xmlns:adec="http://schemas.microsoft.com/office/drawing/2017/decorative" val="1"/>
              </a:ext>
            </a:extLst>
          </p:cNvPr>
          <p:cNvCxnSpPr>
            <a:cxnSpLocks/>
          </p:cNvCxnSpPr>
          <p:nvPr userDrawn="1"/>
        </p:nvCxnSpPr>
        <p:spPr bwMode="gray">
          <a:xfrm>
            <a:off x="4068293" y="4412625"/>
            <a:ext cx="7338140" cy="0"/>
          </a:xfrm>
          <a:prstGeom prst="line">
            <a:avLst/>
          </a:prstGeom>
          <a:ln w="9525">
            <a:solidFill>
              <a:srgbClr val="512EAB"/>
            </a:solidFill>
          </a:ln>
        </p:spPr>
        <p:style>
          <a:lnRef idx="2">
            <a:schemeClr val="accent1"/>
          </a:lnRef>
          <a:fillRef idx="0">
            <a:schemeClr val="accent1"/>
          </a:fillRef>
          <a:effectRef idx="1">
            <a:schemeClr val="accent1"/>
          </a:effectRef>
          <a:fontRef idx="minor">
            <a:schemeClr val="tx1"/>
          </a:fontRef>
        </p:style>
      </p:cxnSp>
      <p:pic>
        <p:nvPicPr>
          <p:cNvPr id="4" name="Pearson Logo" descr="Pearson Logo">
            <a:extLst>
              <a:ext uri="{FF2B5EF4-FFF2-40B4-BE49-F238E27FC236}">
                <a16:creationId xmlns:a16="http://schemas.microsoft.com/office/drawing/2014/main" id="{0B1A8425-0ED7-A4C2-E971-6FFAD8DAC7E5}"/>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32027870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User Guide: Best Practices for PowerPoint">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2A34BAF-57A8-2477-9162-A0C11600D986}"/>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bwMode="gray">
          <a:xfrm>
            <a:off x="0" y="0"/>
            <a:ext cx="3216275" cy="6858000"/>
          </a:xfrm>
          <a:prstGeom prst="rect">
            <a:avLst/>
          </a:prstGeom>
          <a:solidFill>
            <a:srgbClr val="EDEC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mj-lt"/>
              <a:ea typeface="+mn-ea"/>
              <a:cs typeface="+mn-cs"/>
            </a:endParaRPr>
          </a:p>
        </p:txBody>
      </p:sp>
      <p:sp>
        <p:nvSpPr>
          <p:cNvPr id="2" name="Text Placeholder 3">
            <a:extLst>
              <a:ext uri="{FF2B5EF4-FFF2-40B4-BE49-F238E27FC236}">
                <a16:creationId xmlns:a16="http://schemas.microsoft.com/office/drawing/2014/main" id="{957475BA-7B8A-4956-5E35-C9B7667F5160}"/>
              </a:ext>
            </a:extLst>
          </p:cNvPr>
          <p:cNvSpPr>
            <a:spLocks noGrp="1"/>
          </p:cNvSpPr>
          <p:nvPr userDrawn="1"/>
        </p:nvSpPr>
        <p:spPr>
          <a:xfrm>
            <a:off x="541474" y="1465324"/>
            <a:ext cx="2183308" cy="4767120"/>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Segoe UI" panose="020B0502040204020203" pitchFamily="34" charset="0"/>
              </a:defRPr>
            </a:lvl1pPr>
            <a:lvl2pPr marL="457200" indent="0" algn="l" defTabSz="914400" rtl="0" eaLnBrk="1" latinLnBrk="0" hangingPunct="1">
              <a:lnSpc>
                <a:spcPct val="100000"/>
              </a:lnSpc>
              <a:spcBef>
                <a:spcPts val="0"/>
              </a:spcBef>
              <a:spcAft>
                <a:spcPts val="600"/>
              </a:spcAft>
              <a:buFont typeface="Plus Jakarta Sans" panose="020B0604020202020204" pitchFamily="34" charset="0"/>
              <a:buNone/>
              <a:defRPr sz="1400" kern="1200">
                <a:solidFill>
                  <a:schemeClr val="tx2"/>
                </a:solidFill>
                <a:latin typeface="+mn-lt"/>
                <a:ea typeface="+mn-ea"/>
                <a:cs typeface="Segoe UI" panose="020B0502040204020203" pitchFamily="34" charset="0"/>
              </a:defRPr>
            </a:lvl2pPr>
            <a:lvl3pPr marL="91440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Segoe UI" panose="020B0502040204020203" pitchFamily="34" charset="0"/>
              </a:defRPr>
            </a:lvl3pPr>
            <a:lvl4pPr marL="13716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Segoe UI" panose="020B0502040204020203" pitchFamily="34" charset="0"/>
              </a:defRPr>
            </a:lvl4pPr>
            <a:lvl5pPr marL="1828800" indent="0" algn="l" defTabSz="914400" rtl="0" eaLnBrk="1" latinLnBrk="0" hangingPunct="1">
              <a:lnSpc>
                <a:spcPct val="100000"/>
              </a:lnSpc>
              <a:spcBef>
                <a:spcPts val="0"/>
              </a:spcBef>
              <a:spcAft>
                <a:spcPts val="600"/>
              </a:spcAft>
              <a:buFont typeface="Plus Jakarta Sans" panose="020B0604020202020204" pitchFamily="34" charset="0"/>
              <a:buNone/>
              <a:defRPr sz="1000" kern="1200">
                <a:solidFill>
                  <a:schemeClr val="tx2"/>
                </a:solidFill>
                <a:latin typeface="+mn-lt"/>
                <a:ea typeface="+mn-ea"/>
                <a:cs typeface="Segoe UI" panose="020B0502040204020203" pitchFamily="34" charset="0"/>
              </a:defRPr>
            </a:lvl5pPr>
            <a:lvl6pPr marL="22860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Plus Jakarta Sans" panose="020B0604020202020204" pitchFamily="34" charset="0"/>
              <a:buNone/>
              <a:defRPr sz="1000" kern="1200">
                <a:solidFill>
                  <a:schemeClr val="tx1"/>
                </a:solidFill>
                <a:latin typeface="+mn-lt"/>
                <a:ea typeface="+mn-ea"/>
                <a:cs typeface="+mn-cs"/>
              </a:defRPr>
            </a:lvl9pPr>
          </a:lstStyle>
          <a:p>
            <a:r>
              <a:rPr lang="en-US" b="1" dirty="0">
                <a:latin typeface="+mj-lt"/>
                <a:cs typeface="Segoe UI" panose="020B0502040204020203" pitchFamily="34" charset="0"/>
              </a:rPr>
              <a:t>When creating slide content for your course, please be sure to be mindful of leaving available space in the lower right corner for Picture-in-Picture (</a:t>
            </a:r>
            <a:r>
              <a:rPr lang="en-US" b="1" dirty="0" err="1">
                <a:latin typeface="+mj-lt"/>
                <a:cs typeface="Segoe UI" panose="020B0502040204020203" pitchFamily="34" charset="0"/>
              </a:rPr>
              <a:t>PiP</a:t>
            </a:r>
            <a:r>
              <a:rPr lang="en-US" b="1" dirty="0">
                <a:latin typeface="+mj-lt"/>
                <a:cs typeface="Segoe UI" panose="020B0502040204020203" pitchFamily="34" charset="0"/>
              </a:rPr>
              <a:t>). </a:t>
            </a:r>
          </a:p>
          <a:p>
            <a:endParaRPr lang="en-US" dirty="0">
              <a:latin typeface="+mj-lt"/>
              <a:cs typeface="Segoe UI" panose="020B0502040204020203" pitchFamily="34" charset="0"/>
            </a:endParaRPr>
          </a:p>
          <a:p>
            <a:r>
              <a:rPr lang="en-US" dirty="0">
                <a:latin typeface="+mj-lt"/>
                <a:cs typeface="Segoe UI" panose="020B0502040204020203" pitchFamily="34" charset="0"/>
              </a:rPr>
              <a:t>This allows viewers to see both the slide material and the presenter simultaneously, enhancing the learning experience. </a:t>
            </a:r>
          </a:p>
          <a:p>
            <a:endParaRPr lang="en-US" dirty="0">
              <a:latin typeface="+mj-lt"/>
              <a:cs typeface="Segoe UI" panose="020B0502040204020203" pitchFamily="34" charset="0"/>
            </a:endParaRPr>
          </a:p>
          <a:p>
            <a:r>
              <a:rPr lang="en-US" dirty="0">
                <a:latin typeface="+mj-lt"/>
                <a:cs typeface="Segoe UI" panose="020B0502040204020203" pitchFamily="34" charset="0"/>
              </a:rPr>
              <a:t>If your video product is screencast-only with no on-camera option, you are free to utilize the full slide while building out your content. 																					</a:t>
            </a:r>
          </a:p>
        </p:txBody>
      </p:sp>
      <p:sp>
        <p:nvSpPr>
          <p:cNvPr id="8" name="Title">
            <a:extLst>
              <a:ext uri="{FF2B5EF4-FFF2-40B4-BE49-F238E27FC236}">
                <a16:creationId xmlns:a16="http://schemas.microsoft.com/office/drawing/2014/main" id="{A8ACAEB8-5C48-F2CA-E1C4-5FD5EA8340A5}"/>
              </a:ext>
            </a:extLst>
          </p:cNvPr>
          <p:cNvSpPr>
            <a:spLocks noGrp="1"/>
          </p:cNvSpPr>
          <p:nvPr userDrawn="1"/>
        </p:nvSpPr>
        <p:spPr bwMode="gray">
          <a:xfrm>
            <a:off x="3721656" y="481388"/>
            <a:ext cx="8869901" cy="819150"/>
          </a:xfrm>
          <a:prstGeom prst="rect">
            <a:avLst/>
          </a:prstGeom>
        </p:spPr>
        <p:txBody>
          <a:bodyPr vert="horz" lIns="0" tIns="0" rIns="0" bIns="0" rtlCol="0" anchor="t">
            <a:noAutofit/>
          </a:bodyPr>
          <a:lstStyle>
            <a:defPPr>
              <a:defRPr lang="en-US"/>
            </a:defPPr>
            <a:lvl1pPr marL="0" algn="l" defTabSz="914400" rtl="0" eaLnBrk="1" latinLnBrk="0" hangingPunct="1">
              <a:lnSpc>
                <a:spcPct val="90000"/>
              </a:lnSpc>
              <a:spcBef>
                <a:spcPct val="0"/>
              </a:spcBef>
              <a:buNone/>
              <a:defRPr sz="3200" kern="1200">
                <a:solidFill>
                  <a:schemeClr val="tx2"/>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latin typeface="+mj-lt"/>
                <a:cs typeface="Segoe UI Semibold" panose="020B0502040204020203" pitchFamily="34" charset="0"/>
              </a:rPr>
              <a:t>Slide Headline Title Here</a:t>
            </a:r>
          </a:p>
        </p:txBody>
      </p:sp>
      <p:sp>
        <p:nvSpPr>
          <p:cNvPr id="9" name="Text 1">
            <a:extLst>
              <a:ext uri="{FF2B5EF4-FFF2-40B4-BE49-F238E27FC236}">
                <a16:creationId xmlns:a16="http://schemas.microsoft.com/office/drawing/2014/main" id="{0D57C818-7DFA-C26E-9E9C-428622CBBF80}"/>
              </a:ext>
            </a:extLst>
          </p:cNvPr>
          <p:cNvSpPr>
            <a:spLocks noGrp="1"/>
          </p:cNvSpPr>
          <p:nvPr userDrawn="1"/>
        </p:nvSpPr>
        <p:spPr bwMode="black">
          <a:xfrm>
            <a:off x="3929638" y="1232445"/>
            <a:ext cx="7938698" cy="5303662"/>
          </a:xfrm>
          <a:prstGeom prst="rect">
            <a:avLst/>
          </a:prstGeom>
        </p:spPr>
        <p:txBody>
          <a:bodyPr vert="horz" lIns="0" tIns="0" rIns="0" bIns="0" rtlCol="0" anchor="t" anchorCtr="0">
            <a:noAutofit/>
          </a:bodyPr>
          <a:lstStyle>
            <a:defPPr>
              <a:defRPr lang="en-US"/>
            </a:defPPr>
            <a:lvl1pPr marL="0" indent="0" algn="l" defTabSz="914400" rtl="0" eaLnBrk="1" latinLnBrk="0" hangingPunct="1">
              <a:lnSpc>
                <a:spcPct val="100000"/>
              </a:lnSpc>
              <a:spcBef>
                <a:spcPts val="0"/>
              </a:spcBef>
              <a:spcAft>
                <a:spcPts val="600"/>
              </a:spcAft>
              <a:buFont typeface="Plus Jakarta Sans" panose="020B0604020202020204" pitchFamily="34" charset="0"/>
              <a:buNone/>
              <a:defRPr sz="1200" kern="1200">
                <a:solidFill>
                  <a:schemeClr val="tx2"/>
                </a:solidFill>
                <a:latin typeface="+mn-lt"/>
                <a:ea typeface="+mn-ea"/>
                <a:cs typeface="+mn-cs"/>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a:lstStyle>
          <a:p>
            <a:pPr marL="457200" lvl="0" indent="-457200">
              <a:buFont typeface="Arial" panose="020B0604020202020204" pitchFamily="34" charset="0"/>
              <a:buChar char="•"/>
            </a:pPr>
            <a:r>
              <a:rPr lang="en-US" sz="2800" dirty="0">
                <a:latin typeface="+mj-lt"/>
                <a:cs typeface="Segoe UI" panose="020B0502040204020203" pitchFamily="34" charset="0"/>
              </a:rPr>
              <a:t>Lorem ipsum dolor sit </a:t>
            </a:r>
            <a:r>
              <a:rPr lang="en-US" sz="2800" dirty="0" err="1">
                <a:latin typeface="+mj-lt"/>
                <a:cs typeface="Segoe UI" panose="020B0502040204020203" pitchFamily="34" charset="0"/>
              </a:rPr>
              <a:t>amet</a:t>
            </a:r>
            <a:r>
              <a:rPr lang="en-US" sz="2800" dirty="0">
                <a:latin typeface="+mj-lt"/>
                <a:cs typeface="Segoe UI" panose="020B0502040204020203" pitchFamily="34" charset="0"/>
              </a:rPr>
              <a:t> </a:t>
            </a:r>
          </a:p>
          <a:p>
            <a:pPr marL="457200" lvl="0" indent="-457200">
              <a:buFont typeface="Arial" panose="020B0604020202020204" pitchFamily="34" charset="0"/>
              <a:buChar char="•"/>
            </a:pPr>
            <a:r>
              <a:rPr lang="en-US" sz="2800" dirty="0" err="1">
                <a:latin typeface="+mj-lt"/>
                <a:cs typeface="Segoe UI" panose="020B0502040204020203" pitchFamily="34" charset="0"/>
              </a:rPr>
              <a:t>Consectetur</a:t>
            </a:r>
            <a:r>
              <a:rPr lang="en-US" sz="2800" dirty="0">
                <a:latin typeface="+mj-lt"/>
                <a:cs typeface="Segoe UI" panose="020B0502040204020203" pitchFamily="34" charset="0"/>
              </a:rPr>
              <a:t> </a:t>
            </a:r>
            <a:r>
              <a:rPr lang="en-US" sz="2800" dirty="0" err="1">
                <a:latin typeface="+mj-lt"/>
                <a:cs typeface="Segoe UI" panose="020B0502040204020203" pitchFamily="34" charset="0"/>
              </a:rPr>
              <a:t>adipiscing</a:t>
            </a:r>
            <a:r>
              <a:rPr lang="en-US" sz="2800" dirty="0">
                <a:latin typeface="+mj-lt"/>
                <a:cs typeface="Segoe UI" panose="020B0502040204020203" pitchFamily="34" charset="0"/>
              </a:rPr>
              <a:t> </a:t>
            </a:r>
            <a:r>
              <a:rPr lang="en-US" sz="2800" dirty="0" err="1">
                <a:latin typeface="+mj-lt"/>
                <a:cs typeface="Segoe UI" panose="020B0502040204020203" pitchFamily="34" charset="0"/>
              </a:rPr>
              <a:t>elit</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a:latin typeface="+mj-lt"/>
                <a:cs typeface="Segoe UI" panose="020B0502040204020203" pitchFamily="34" charset="0"/>
              </a:rPr>
              <a:t>Sed do </a:t>
            </a:r>
            <a:r>
              <a:rPr lang="en-US" sz="2800" dirty="0" err="1">
                <a:latin typeface="+mj-lt"/>
                <a:cs typeface="Segoe UI" panose="020B0502040204020203" pitchFamily="34" charset="0"/>
              </a:rPr>
              <a:t>eiusmod</a:t>
            </a:r>
            <a:r>
              <a:rPr lang="en-US" sz="2800" dirty="0">
                <a:latin typeface="+mj-lt"/>
                <a:cs typeface="Segoe UI" panose="020B0502040204020203" pitchFamily="34" charset="0"/>
              </a:rPr>
              <a:t> </a:t>
            </a:r>
            <a:r>
              <a:rPr lang="en-US" sz="2800" dirty="0" err="1">
                <a:latin typeface="+mj-lt"/>
                <a:cs typeface="Segoe UI" panose="020B0502040204020203" pitchFamily="34" charset="0"/>
              </a:rPr>
              <a:t>tempor</a:t>
            </a:r>
            <a:r>
              <a:rPr lang="en-US" sz="2800" dirty="0">
                <a:latin typeface="+mj-lt"/>
                <a:cs typeface="Segoe UI" panose="020B0502040204020203" pitchFamily="34" charset="0"/>
              </a:rPr>
              <a:t> </a:t>
            </a:r>
            <a:r>
              <a:rPr lang="en-US" sz="2800" dirty="0" err="1">
                <a:latin typeface="+mj-lt"/>
                <a:cs typeface="Segoe UI" panose="020B0502040204020203" pitchFamily="34" charset="0"/>
              </a:rPr>
              <a:t>incididunt</a:t>
            </a:r>
            <a:r>
              <a:rPr lang="en-US" sz="2800" dirty="0">
                <a:latin typeface="+mj-lt"/>
                <a:cs typeface="Segoe UI" panose="020B0502040204020203" pitchFamily="34" charset="0"/>
              </a:rPr>
              <a:t> </a:t>
            </a:r>
            <a:r>
              <a:rPr lang="en-US" sz="2800" dirty="0" err="1">
                <a:latin typeface="+mj-lt"/>
                <a:cs typeface="Segoe UI" panose="020B0502040204020203" pitchFamily="34" charset="0"/>
              </a:rPr>
              <a:t>mollit</a:t>
            </a:r>
            <a:r>
              <a:rPr lang="en-US" sz="2800" dirty="0">
                <a:latin typeface="+mj-lt"/>
                <a:cs typeface="Segoe UI" panose="020B0502040204020203" pitchFamily="34" charset="0"/>
              </a:rPr>
              <a:t> </a:t>
            </a:r>
            <a:r>
              <a:rPr lang="en-US" sz="2800" dirty="0" err="1">
                <a:latin typeface="+mj-lt"/>
                <a:cs typeface="Segoe UI" panose="020B0502040204020203" pitchFamily="34" charset="0"/>
              </a:rPr>
              <a:t>anim</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err="1">
                <a:latin typeface="+mj-lt"/>
                <a:cs typeface="Segoe UI" panose="020B0502040204020203" pitchFamily="34" charset="0"/>
              </a:rPr>
              <a:t>Enim</a:t>
            </a:r>
            <a:r>
              <a:rPr lang="en-US" sz="2800" dirty="0">
                <a:latin typeface="+mj-lt"/>
                <a:cs typeface="Segoe UI" panose="020B0502040204020203" pitchFamily="34" charset="0"/>
              </a:rPr>
              <a:t> ad minim </a:t>
            </a:r>
            <a:r>
              <a:rPr lang="en-US" sz="2800" dirty="0" err="1">
                <a:latin typeface="+mj-lt"/>
                <a:cs typeface="Segoe UI" panose="020B0502040204020203" pitchFamily="34" charset="0"/>
              </a:rPr>
              <a:t>veniam</a:t>
            </a:r>
            <a:r>
              <a:rPr lang="en-US" sz="2800" dirty="0">
                <a:latin typeface="+mj-lt"/>
                <a:cs typeface="Segoe UI" panose="020B0502040204020203" pitchFamily="34" charset="0"/>
              </a:rPr>
              <a:t>, </a:t>
            </a:r>
            <a:r>
              <a:rPr lang="en-US" sz="2800" dirty="0" err="1">
                <a:latin typeface="+mj-lt"/>
                <a:cs typeface="Segoe UI" panose="020B0502040204020203" pitchFamily="34" charset="0"/>
              </a:rPr>
              <a:t>quis</a:t>
            </a:r>
            <a:r>
              <a:rPr lang="en-US" sz="2800" dirty="0">
                <a:latin typeface="+mj-lt"/>
                <a:cs typeface="Segoe UI" panose="020B0502040204020203" pitchFamily="34" charset="0"/>
              </a:rPr>
              <a:t> </a:t>
            </a:r>
            <a:r>
              <a:rPr lang="en-US" sz="2800" dirty="0" err="1">
                <a:latin typeface="+mj-lt"/>
                <a:cs typeface="Segoe UI" panose="020B0502040204020203" pitchFamily="34" charset="0"/>
              </a:rPr>
              <a:t>nostrud</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a:latin typeface="+mj-lt"/>
                <a:cs typeface="Segoe UI" panose="020B0502040204020203" pitchFamily="34" charset="0"/>
              </a:rPr>
              <a:t>Exercitation </a:t>
            </a:r>
            <a:r>
              <a:rPr lang="en-US" sz="2800" dirty="0" err="1">
                <a:latin typeface="+mj-lt"/>
                <a:cs typeface="Segoe UI" panose="020B0502040204020203" pitchFamily="34" charset="0"/>
              </a:rPr>
              <a:t>ullamco</a:t>
            </a:r>
            <a:r>
              <a:rPr lang="en-US" sz="2800" dirty="0">
                <a:latin typeface="+mj-lt"/>
                <a:cs typeface="Segoe UI" panose="020B0502040204020203" pitchFamily="34" charset="0"/>
              </a:rPr>
              <a:t> </a:t>
            </a:r>
            <a:r>
              <a:rPr lang="en-US" sz="2800" dirty="0" err="1">
                <a:latin typeface="+mj-lt"/>
                <a:cs typeface="Segoe UI" panose="020B0502040204020203" pitchFamily="34" charset="0"/>
              </a:rPr>
              <a:t>laboris</a:t>
            </a:r>
            <a:r>
              <a:rPr lang="en-US" sz="2800" dirty="0">
                <a:latin typeface="+mj-lt"/>
                <a:cs typeface="Segoe UI" panose="020B0502040204020203" pitchFamily="34" charset="0"/>
              </a:rPr>
              <a:t> nisi </a:t>
            </a:r>
            <a:r>
              <a:rPr lang="en-US" sz="2800" dirty="0" err="1">
                <a:latin typeface="+mj-lt"/>
                <a:cs typeface="Segoe UI" panose="020B0502040204020203" pitchFamily="34" charset="0"/>
              </a:rPr>
              <a:t>utaliquip</a:t>
            </a:r>
            <a:r>
              <a:rPr lang="en-US" sz="2800" dirty="0">
                <a:latin typeface="+mj-lt"/>
                <a:cs typeface="Segoe UI" panose="020B0502040204020203" pitchFamily="34" charset="0"/>
              </a:rPr>
              <a:t> ex </a:t>
            </a:r>
          </a:p>
          <a:p>
            <a:pPr lvl="0"/>
            <a:r>
              <a:rPr lang="en-US" sz="2800" dirty="0">
                <a:latin typeface="+mj-lt"/>
                <a:cs typeface="Segoe UI" panose="020B0502040204020203" pitchFamily="34" charset="0"/>
              </a:rPr>
              <a:t>     </a:t>
            </a:r>
            <a:r>
              <a:rPr lang="en-US" sz="2800" dirty="0" err="1">
                <a:latin typeface="+mj-lt"/>
                <a:cs typeface="Segoe UI" panose="020B0502040204020203" pitchFamily="34" charset="0"/>
              </a:rPr>
              <a:t>ea</a:t>
            </a:r>
            <a:r>
              <a:rPr lang="en-US" sz="2800" dirty="0">
                <a:latin typeface="+mj-lt"/>
                <a:cs typeface="Segoe UI" panose="020B0502040204020203" pitchFamily="34" charset="0"/>
              </a:rPr>
              <a:t> </a:t>
            </a:r>
            <a:r>
              <a:rPr lang="en-US" sz="2800" dirty="0" err="1">
                <a:latin typeface="+mj-lt"/>
                <a:cs typeface="Segoe UI" panose="020B0502040204020203" pitchFamily="34" charset="0"/>
              </a:rPr>
              <a:t>commodo</a:t>
            </a:r>
            <a:r>
              <a:rPr lang="en-US" sz="2800" dirty="0">
                <a:latin typeface="+mj-lt"/>
                <a:cs typeface="Segoe UI" panose="020B0502040204020203" pitchFamily="34" charset="0"/>
              </a:rPr>
              <a:t> </a:t>
            </a:r>
            <a:r>
              <a:rPr lang="en-US" sz="2800" dirty="0" err="1">
                <a:latin typeface="+mj-lt"/>
                <a:cs typeface="Segoe UI" panose="020B0502040204020203" pitchFamily="34" charset="0"/>
              </a:rPr>
              <a:t>consequat</a:t>
            </a:r>
            <a:r>
              <a:rPr lang="en-US" sz="2800" dirty="0">
                <a:latin typeface="+mj-lt"/>
                <a:cs typeface="Segoe UI" panose="020B0502040204020203" pitchFamily="34" charset="0"/>
              </a:rPr>
              <a:t> </a:t>
            </a:r>
            <a:r>
              <a:rPr lang="en-US" sz="2800" dirty="0" err="1">
                <a:latin typeface="+mj-lt"/>
                <a:cs typeface="Segoe UI" panose="020B0502040204020203" pitchFamily="34" charset="0"/>
              </a:rPr>
              <a:t>nt</a:t>
            </a:r>
            <a:r>
              <a:rPr lang="en-US" sz="2800" dirty="0">
                <a:latin typeface="+mj-lt"/>
                <a:cs typeface="Segoe UI" panose="020B0502040204020203" pitchFamily="34" charset="0"/>
              </a:rPr>
              <a:t> </a:t>
            </a:r>
            <a:r>
              <a:rPr lang="en-US" sz="2800" dirty="0" err="1">
                <a:latin typeface="+mj-lt"/>
                <a:cs typeface="Segoe UI" panose="020B0502040204020203" pitchFamily="34" charset="0"/>
              </a:rPr>
              <a:t>mollit</a:t>
            </a:r>
            <a:r>
              <a:rPr lang="en-US" sz="2800" dirty="0">
                <a:latin typeface="+mj-lt"/>
                <a:cs typeface="Segoe UI" panose="020B0502040204020203" pitchFamily="34" charset="0"/>
              </a:rPr>
              <a:t> </a:t>
            </a:r>
            <a:r>
              <a:rPr lang="en-US" sz="2800" dirty="0" err="1">
                <a:latin typeface="+mj-lt"/>
                <a:cs typeface="Segoe UI" panose="020B0502040204020203" pitchFamily="34" charset="0"/>
              </a:rPr>
              <a:t>anim</a:t>
            </a:r>
            <a:r>
              <a:rPr lang="en-US" sz="2800" dirty="0">
                <a:latin typeface="+mj-lt"/>
                <a:cs typeface="Segoe UI" panose="020B0502040204020203" pitchFamily="34" charset="0"/>
              </a:rPr>
              <a:t> id</a:t>
            </a:r>
          </a:p>
          <a:p>
            <a:pPr lvl="0"/>
            <a:r>
              <a:rPr lang="en-US" sz="2800" dirty="0">
                <a:latin typeface="+mj-lt"/>
                <a:cs typeface="Segoe UI" panose="020B0502040204020203" pitchFamily="34" charset="0"/>
              </a:rPr>
              <a:t>     </a:t>
            </a:r>
            <a:r>
              <a:rPr lang="en-US" sz="2800" dirty="0" err="1">
                <a:latin typeface="+mj-lt"/>
                <a:cs typeface="Segoe UI" panose="020B0502040204020203" pitchFamily="34" charset="0"/>
              </a:rPr>
              <a:t>est</a:t>
            </a:r>
            <a:r>
              <a:rPr lang="en-US" sz="2800" dirty="0">
                <a:latin typeface="+mj-lt"/>
                <a:cs typeface="Segoe UI" panose="020B0502040204020203" pitchFamily="34" charset="0"/>
              </a:rPr>
              <a:t> </a:t>
            </a:r>
            <a:r>
              <a:rPr lang="en-US" sz="2800" dirty="0" err="1">
                <a:latin typeface="+mj-lt"/>
                <a:cs typeface="Segoe UI" panose="020B0502040204020203" pitchFamily="34" charset="0"/>
              </a:rPr>
              <a:t>laborum</a:t>
            </a:r>
            <a:endParaRPr lang="en-US" sz="2800" dirty="0">
              <a:latin typeface="+mj-lt"/>
              <a:cs typeface="Segoe UI" panose="020B0502040204020203" pitchFamily="34" charset="0"/>
            </a:endParaRPr>
          </a:p>
          <a:p>
            <a:pPr marL="457200" lvl="0" indent="-457200">
              <a:buFont typeface="Arial" panose="020B0604020202020204" pitchFamily="34" charset="0"/>
              <a:buChar char="•"/>
            </a:pPr>
            <a:r>
              <a:rPr lang="en-US" sz="2800" dirty="0">
                <a:latin typeface="+mj-lt"/>
                <a:cs typeface="Segoe UI" panose="020B0502040204020203" pitchFamily="34" charset="0"/>
              </a:rPr>
              <a:t>Duis </a:t>
            </a:r>
            <a:r>
              <a:rPr lang="en-US" sz="2800" dirty="0" err="1">
                <a:latin typeface="+mj-lt"/>
                <a:cs typeface="Segoe UI" panose="020B0502040204020203" pitchFamily="34" charset="0"/>
              </a:rPr>
              <a:t>aute</a:t>
            </a:r>
            <a:r>
              <a:rPr lang="en-US" sz="2800" dirty="0">
                <a:latin typeface="+mj-lt"/>
                <a:cs typeface="Segoe UI" panose="020B0502040204020203" pitchFamily="34" charset="0"/>
              </a:rPr>
              <a:t> </a:t>
            </a:r>
            <a:r>
              <a:rPr lang="en-US" sz="2800" dirty="0" err="1">
                <a:latin typeface="+mj-lt"/>
                <a:cs typeface="Segoe UI" panose="020B0502040204020203" pitchFamily="34" charset="0"/>
              </a:rPr>
              <a:t>irure</a:t>
            </a:r>
            <a:r>
              <a:rPr lang="en-US" sz="2800" dirty="0">
                <a:latin typeface="+mj-lt"/>
                <a:cs typeface="Segoe UI" panose="020B0502040204020203" pitchFamily="34" charset="0"/>
              </a:rPr>
              <a:t> dolor </a:t>
            </a:r>
            <a:r>
              <a:rPr lang="en-US" sz="2800" dirty="0" err="1">
                <a:latin typeface="+mj-lt"/>
                <a:cs typeface="Segoe UI" panose="020B0502040204020203" pitchFamily="34" charset="0"/>
              </a:rPr>
              <a:t>voluptate</a:t>
            </a:r>
            <a:r>
              <a:rPr lang="en-US" sz="2800" dirty="0">
                <a:latin typeface="+mj-lt"/>
                <a:cs typeface="Segoe UI" panose="020B0502040204020203" pitchFamily="34" charset="0"/>
              </a:rPr>
              <a:t> </a:t>
            </a:r>
          </a:p>
          <a:p>
            <a:pPr marL="457200" lvl="0" indent="-457200">
              <a:buFont typeface="Arial" panose="020B0604020202020204" pitchFamily="34" charset="0"/>
              <a:buChar char="•"/>
            </a:pPr>
            <a:r>
              <a:rPr lang="en-US" sz="2800" dirty="0">
                <a:latin typeface="+mj-lt"/>
                <a:cs typeface="Segoe UI" panose="020B0502040204020203" pitchFamily="34" charset="0"/>
              </a:rPr>
              <a:t>Velit </a:t>
            </a:r>
            <a:r>
              <a:rPr lang="en-US" sz="2800" dirty="0" err="1">
                <a:latin typeface="+mj-lt"/>
                <a:cs typeface="Segoe UI" panose="020B0502040204020203" pitchFamily="34" charset="0"/>
              </a:rPr>
              <a:t>esse</a:t>
            </a:r>
            <a:r>
              <a:rPr lang="en-US" sz="2800" dirty="0">
                <a:latin typeface="+mj-lt"/>
                <a:cs typeface="Segoe UI" panose="020B0502040204020203" pitchFamily="34" charset="0"/>
              </a:rPr>
              <a:t> </a:t>
            </a:r>
            <a:r>
              <a:rPr lang="en-US" sz="2800" dirty="0" err="1">
                <a:latin typeface="+mj-lt"/>
                <a:cs typeface="Segoe UI" panose="020B0502040204020203" pitchFamily="34" charset="0"/>
              </a:rPr>
              <a:t>cillum</a:t>
            </a:r>
            <a:r>
              <a:rPr lang="en-US" sz="2800" dirty="0">
                <a:latin typeface="+mj-lt"/>
                <a:cs typeface="Segoe UI" panose="020B0502040204020203" pitchFamily="34" charset="0"/>
              </a:rPr>
              <a:t> dolore </a:t>
            </a:r>
            <a:r>
              <a:rPr lang="en-US" sz="2800" dirty="0" err="1">
                <a:latin typeface="+mj-lt"/>
                <a:cs typeface="Segoe UI" panose="020B0502040204020203" pitchFamily="34" charset="0"/>
              </a:rPr>
              <a:t>fugiat</a:t>
            </a:r>
            <a:r>
              <a:rPr lang="en-US" sz="2800" dirty="0">
                <a:latin typeface="+mj-lt"/>
                <a:cs typeface="Segoe UI" panose="020B0502040204020203" pitchFamily="34" charset="0"/>
              </a:rPr>
              <a:t> </a:t>
            </a:r>
          </a:p>
          <a:p>
            <a:pPr lvl="0"/>
            <a:r>
              <a:rPr lang="en-US" sz="2800" dirty="0">
                <a:latin typeface="+mj-lt"/>
                <a:cs typeface="Segoe UI" panose="020B0502040204020203" pitchFamily="34" charset="0"/>
              </a:rPr>
              <a:t>     </a:t>
            </a:r>
            <a:r>
              <a:rPr lang="en-US" sz="2800" dirty="0" err="1">
                <a:latin typeface="+mj-lt"/>
                <a:cs typeface="Segoe UI" panose="020B0502040204020203" pitchFamily="34" charset="0"/>
              </a:rPr>
              <a:t>nulla</a:t>
            </a:r>
            <a:r>
              <a:rPr lang="en-US" sz="2800" dirty="0">
                <a:latin typeface="+mj-lt"/>
                <a:cs typeface="Segoe UI" panose="020B0502040204020203" pitchFamily="34" charset="0"/>
              </a:rPr>
              <a:t> </a:t>
            </a:r>
            <a:r>
              <a:rPr lang="en-US" sz="2800" dirty="0" err="1">
                <a:latin typeface="+mj-lt"/>
                <a:cs typeface="Segoe UI" panose="020B0502040204020203" pitchFamily="34" charset="0"/>
              </a:rPr>
              <a:t>pariatur</a:t>
            </a:r>
            <a:r>
              <a:rPr lang="en-US" sz="2800" dirty="0">
                <a:latin typeface="+mj-lt"/>
                <a:cs typeface="Segoe UI" panose="020B0502040204020203" pitchFamily="34" charset="0"/>
              </a:rPr>
              <a:t>. </a:t>
            </a:r>
            <a:r>
              <a:rPr lang="en-US" sz="2800" dirty="0" err="1">
                <a:latin typeface="+mj-lt"/>
                <a:cs typeface="Segoe UI" panose="020B0502040204020203" pitchFamily="34" charset="0"/>
              </a:rPr>
              <a:t>Excepteur</a:t>
            </a:r>
            <a:r>
              <a:rPr lang="en-US" sz="2800" dirty="0">
                <a:latin typeface="+mj-lt"/>
                <a:cs typeface="Segoe UI" panose="020B0502040204020203" pitchFamily="34" charset="0"/>
              </a:rPr>
              <a:t> </a:t>
            </a:r>
            <a:r>
              <a:rPr lang="en-US" sz="2800" dirty="0" err="1">
                <a:latin typeface="+mj-lt"/>
                <a:cs typeface="Segoe UI" panose="020B0502040204020203" pitchFamily="34" charset="0"/>
              </a:rPr>
              <a:t>sint</a:t>
            </a:r>
            <a:endParaRPr lang="en-US" sz="2800" dirty="0">
              <a:latin typeface="+mj-lt"/>
              <a:cs typeface="Segoe UI" panose="020B0502040204020203" pitchFamily="34" charset="0"/>
            </a:endParaRPr>
          </a:p>
          <a:p>
            <a:endParaRPr lang="en-GB" sz="2800" noProof="0" dirty="0">
              <a:latin typeface="+mj-lt"/>
              <a:cs typeface="Segoe UI" panose="020B0502040204020203" pitchFamily="34" charset="0"/>
            </a:endParaRPr>
          </a:p>
        </p:txBody>
      </p:sp>
      <p:sp>
        <p:nvSpPr>
          <p:cNvPr id="11" name="Text Placeholder 6">
            <a:extLst>
              <a:ext uri="{FF2B5EF4-FFF2-40B4-BE49-F238E27FC236}">
                <a16:creationId xmlns:a16="http://schemas.microsoft.com/office/drawing/2014/main" id="{9393EF62-21BC-C102-84CC-D59A460487EC}"/>
              </a:ext>
            </a:extLst>
          </p:cNvPr>
          <p:cNvSpPr>
            <a:spLocks noGrp="1"/>
          </p:cNvSpPr>
          <p:nvPr userDrawn="1"/>
        </p:nvSpPr>
        <p:spPr>
          <a:xfrm>
            <a:off x="541474" y="2284"/>
            <a:ext cx="2666111" cy="547200"/>
          </a:xfrm>
          <a:prstGeom prst="rect">
            <a:avLst/>
          </a:prstGeom>
        </p:spPr>
        <p:txBody>
          <a:bodyPr vert="horz" lIns="0" tIns="0" rIns="0" bIns="0" rtlCol="0" anchor="ctr" anchorCtr="0">
            <a:noAutofit/>
          </a:bodyPr>
          <a:lstStyle>
            <a:lvl1pPr marL="0" indent="0" algn="l" defTabSz="914400" rtl="0" eaLnBrk="1" latinLnBrk="0" hangingPunct="1">
              <a:lnSpc>
                <a:spcPct val="100000"/>
              </a:lnSpc>
              <a:spcBef>
                <a:spcPts val="0"/>
              </a:spcBef>
              <a:spcAft>
                <a:spcPts val="0"/>
              </a:spcAft>
              <a:buFont typeface="Plus Jakarta Sans" panose="020B0604020202020204" pitchFamily="34" charset="0"/>
              <a:buNone/>
              <a:defRPr lang="en-US" sz="1000" kern="1200" cap="all" baseline="0" dirty="0">
                <a:solidFill>
                  <a:srgbClr val="512EAB"/>
                </a:solidFill>
                <a:latin typeface="+mj-lt"/>
                <a:ea typeface="+mn-ea"/>
                <a:cs typeface="Segoe UI" panose="020B0502040204020203" pitchFamily="34" charset="0"/>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a:lstStyle>
          <a:p>
            <a:r>
              <a:rPr lang="en-US" dirty="0">
                <a:latin typeface="+mj-lt"/>
                <a:cs typeface="Segoe UI" panose="020B0502040204020203" pitchFamily="34" charset="0"/>
              </a:rPr>
              <a:t>Before you start</a:t>
            </a:r>
          </a:p>
        </p:txBody>
      </p:sp>
      <p:sp>
        <p:nvSpPr>
          <p:cNvPr id="12" name="Title 5">
            <a:extLst>
              <a:ext uri="{FF2B5EF4-FFF2-40B4-BE49-F238E27FC236}">
                <a16:creationId xmlns:a16="http://schemas.microsoft.com/office/drawing/2014/main" id="{EB0A03B1-55B4-D9A3-71A2-1C2901D7156C}"/>
              </a:ext>
            </a:extLst>
          </p:cNvPr>
          <p:cNvSpPr>
            <a:spLocks noGrp="1"/>
          </p:cNvSpPr>
          <p:nvPr userDrawn="1"/>
        </p:nvSpPr>
        <p:spPr>
          <a:xfrm>
            <a:off x="541474" y="554734"/>
            <a:ext cx="2301320" cy="910590"/>
          </a:xfrm>
          <a:prstGeom prst="rect">
            <a:avLst/>
          </a:prstGeom>
        </p:spPr>
        <p:txBody>
          <a:bodyPr vert="horz" lIns="0" tIns="0" rIns="0" bIns="0" rtlCol="0" anchor="t">
            <a:noAutofit/>
          </a:bodyPr>
          <a:lstStyle>
            <a:lvl1pPr algn="l" defTabSz="914400" rtl="0" eaLnBrk="1" latinLnBrk="0" hangingPunct="1">
              <a:lnSpc>
                <a:spcPct val="90000"/>
              </a:lnSpc>
              <a:spcBef>
                <a:spcPct val="0"/>
              </a:spcBef>
              <a:buNone/>
              <a:defRPr sz="2200" b="1" i="0" kern="1200">
                <a:solidFill>
                  <a:schemeClr val="tx2"/>
                </a:solidFill>
                <a:latin typeface="+mj-lt"/>
                <a:ea typeface="+mj-ea"/>
                <a:cs typeface="Segoe UI Semibold" panose="020B0502040204020203" pitchFamily="34" charset="0"/>
              </a:defRPr>
            </a:lvl1pPr>
          </a:lstStyle>
          <a:p>
            <a:r>
              <a:rPr lang="en-US" dirty="0">
                <a:latin typeface="+mj-lt"/>
                <a:cs typeface="Segoe UI" panose="020B0502040204020203" pitchFamily="34" charset="0"/>
              </a:rPr>
              <a:t>Slide for Picture-in-Picture</a:t>
            </a:r>
          </a:p>
        </p:txBody>
      </p:sp>
      <p:pic>
        <p:nvPicPr>
          <p:cNvPr id="13" name="Google Shape;434;g38884087643_0_0" title="Screenshot 2025-09-08 at 11.06.12 AM.png">
            <a:extLst>
              <a:ext uri="{FF2B5EF4-FFF2-40B4-BE49-F238E27FC236}">
                <a16:creationId xmlns:a16="http://schemas.microsoft.com/office/drawing/2014/main" id="{3D458655-9961-016C-5A62-5B950511E8BD}"/>
              </a:ext>
            </a:extLst>
          </p:cNvPr>
          <p:cNvPicPr preferRelativeResize="0"/>
          <p:nvPr userDrawn="1"/>
        </p:nvPicPr>
        <p:blipFill rotWithShape="1">
          <a:blip r:embed="rId2">
            <a:alphaModFix/>
          </a:blip>
          <a:srcRect l="77182" t="55609" r="6010" b="15212"/>
          <a:stretch/>
        </p:blipFill>
        <p:spPr>
          <a:xfrm>
            <a:off x="9721618" y="4507069"/>
            <a:ext cx="2048400" cy="2007300"/>
          </a:xfrm>
          <a:prstGeom prst="ellipse">
            <a:avLst/>
          </a:prstGeom>
          <a:noFill/>
          <a:ln>
            <a:noFill/>
          </a:ln>
        </p:spPr>
      </p:pic>
      <p:pic>
        <p:nvPicPr>
          <p:cNvPr id="14" name="Pearson Logo" descr="Pearson Logo">
            <a:extLst>
              <a:ext uri="{FF2B5EF4-FFF2-40B4-BE49-F238E27FC236}">
                <a16:creationId xmlns:a16="http://schemas.microsoft.com/office/drawing/2014/main" id="{369DF785-9E2F-6058-11E9-B35AD29C6693}"/>
              </a:ext>
            </a:extLst>
          </p:cNvPr>
          <p:cNvPicPr/>
          <p:nvPr userDrawn="1"/>
        </p:nvPicPr>
        <p:blipFill>
          <a:blip r:embed="rId3">
            <a:extLst>
              <a:ext uri="{96DAC541-7B7A-43D3-8B79-37D633B846F1}">
                <asvg:svgBlip xmlns:asvg="http://schemas.microsoft.com/office/drawing/2016/SVG/main" r:embed="rId4"/>
              </a:ext>
            </a:extLst>
          </a:blip>
          <a:stretch>
            <a:fillRect/>
          </a:stretch>
        </p:blipFill>
        <p:spPr>
          <a:xfrm>
            <a:off x="420229" y="6430897"/>
            <a:ext cx="1115612" cy="223122"/>
          </a:xfrm>
          <a:prstGeom prst="rect">
            <a:avLst/>
          </a:prstGeom>
        </p:spPr>
      </p:pic>
    </p:spTree>
    <p:extLst>
      <p:ext uri="{BB962C8B-B14F-4D97-AF65-F5344CB8AC3E}">
        <p14:creationId xmlns:p14="http://schemas.microsoft.com/office/powerpoint/2010/main" val="419440610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9AD60200-3E33-D436-0419-3AA0F4F60789}"/>
              </a:ext>
            </a:extLst>
          </p:cNvPr>
          <p:cNvSpPr>
            <a:spLocks noGrp="1"/>
          </p:cNvSpPr>
          <p:nvPr>
            <p:ph type="title"/>
          </p:nvPr>
        </p:nvSpPr>
        <p:spPr>
          <a:xfrm>
            <a:off x="550164" y="552450"/>
            <a:ext cx="11091672" cy="819150"/>
          </a:xfrm>
          <a:prstGeom prst="rect">
            <a:avLst/>
          </a:prstGeom>
        </p:spPr>
        <p:txBody>
          <a:bodyPr vert="horz" lIns="0" tIns="0" rIns="0" bIns="0" rtlCol="0" anchor="t">
            <a:noAutofit/>
          </a:bodyPr>
          <a:lstStyle/>
          <a:p>
            <a:r>
              <a:rPr lang="en-US" noProof="0" dirty="0"/>
              <a:t>Click to edit Master title style</a:t>
            </a:r>
          </a:p>
        </p:txBody>
      </p:sp>
      <p:sp>
        <p:nvSpPr>
          <p:cNvPr id="3" name="Text Placeholder">
            <a:extLst>
              <a:ext uri="{FF2B5EF4-FFF2-40B4-BE49-F238E27FC236}">
                <a16:creationId xmlns:a16="http://schemas.microsoft.com/office/drawing/2014/main" id="{2BE2F4EB-8656-9C31-9CD6-2AB145224B91}"/>
              </a:ext>
            </a:extLst>
          </p:cNvPr>
          <p:cNvSpPr>
            <a:spLocks noGrp="1"/>
          </p:cNvSpPr>
          <p:nvPr>
            <p:ph type="body" idx="1"/>
          </p:nvPr>
        </p:nvSpPr>
        <p:spPr>
          <a:xfrm>
            <a:off x="550164" y="1370807"/>
            <a:ext cx="11091672" cy="4664868"/>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150540610"/>
      </p:ext>
    </p:extLst>
  </p:cSld>
  <p:clrMap bg1="lt1" tx1="dk1" bg2="lt2" tx2="dk2" accent1="accent1" accent2="accent2" accent3="accent3" accent4="accent4" accent5="accent5" accent6="accent6" hlink="hlink" folHlink="folHlink"/>
  <p:sldLayoutIdLst>
    <p:sldLayoutId id="2147483956" r:id="rId1"/>
    <p:sldLayoutId id="2147484085" r:id="rId2"/>
    <p:sldLayoutId id="2147483710" r:id="rId3"/>
    <p:sldLayoutId id="2147483674" r:id="rId4"/>
    <p:sldLayoutId id="2147484030" r:id="rId5"/>
    <p:sldLayoutId id="2147484031" r:id="rId6"/>
    <p:sldLayoutId id="2147484034" r:id="rId7"/>
    <p:sldLayoutId id="2147484037" r:id="rId8"/>
    <p:sldLayoutId id="2147484039" r:id="rId9"/>
    <p:sldLayoutId id="2147484040" r:id="rId10"/>
    <p:sldLayoutId id="2147484042" r:id="rId11"/>
    <p:sldLayoutId id="2147483656" r:id="rId12"/>
    <p:sldLayoutId id="2147483940" r:id="rId13"/>
    <p:sldLayoutId id="2147483939" r:id="rId14"/>
    <p:sldLayoutId id="2147483863" r:id="rId15"/>
    <p:sldLayoutId id="2147483862" r:id="rId16"/>
    <p:sldLayoutId id="2147483942" r:id="rId17"/>
    <p:sldLayoutId id="2147483864" r:id="rId18"/>
    <p:sldLayoutId id="2147483943" r:id="rId19"/>
    <p:sldLayoutId id="2147483944" r:id="rId20"/>
    <p:sldLayoutId id="2147483866" r:id="rId21"/>
    <p:sldLayoutId id="2147483869" r:id="rId22"/>
    <p:sldLayoutId id="2147483870" r:id="rId23"/>
    <p:sldLayoutId id="2147483716" r:id="rId24"/>
    <p:sldLayoutId id="2147483717" r:id="rId25"/>
    <p:sldLayoutId id="2147484079" r:id="rId26"/>
    <p:sldLayoutId id="2147484067" r:id="rId27"/>
    <p:sldLayoutId id="2147484068" r:id="rId28"/>
    <p:sldLayoutId id="2147484070" r:id="rId29"/>
    <p:sldLayoutId id="2147484078" r:id="rId30"/>
    <p:sldLayoutId id="2147484072" r:id="rId31"/>
    <p:sldLayoutId id="2147484073" r:id="rId32"/>
    <p:sldLayoutId id="2147484074" r:id="rId33"/>
    <p:sldLayoutId id="2147484075" r:id="rId34"/>
    <p:sldLayoutId id="2147484082" r:id="rId35"/>
    <p:sldLayoutId id="2147484080" r:id="rId36"/>
    <p:sldLayoutId id="2147484088" r:id="rId37"/>
    <p:sldLayoutId id="2147484083" r:id="rId38"/>
  </p:sldLayoutIdLst>
  <p:hf hdr="0" dt="0"/>
  <p:txStyles>
    <p:titleStyle>
      <a:lvl1pPr algn="l" defTabSz="914400" rtl="0" eaLnBrk="1" latinLnBrk="0" hangingPunct="1">
        <a:lnSpc>
          <a:spcPct val="90000"/>
        </a:lnSpc>
        <a:spcBef>
          <a:spcPct val="0"/>
        </a:spcBef>
        <a:buNone/>
        <a:defRPr sz="3200" b="1" i="0" kern="1200">
          <a:solidFill>
            <a:schemeClr val="tx2"/>
          </a:solidFill>
          <a:latin typeface="+mj-lt"/>
          <a:ea typeface="+mj-ea"/>
          <a:cs typeface="Segoe UI Semibold" panose="020B0502040204020203" pitchFamily="34" charset="0"/>
        </a:defRPr>
      </a:lvl1pPr>
    </p:titleStyle>
    <p:bodyStyle>
      <a:lvl1pPr marL="0" indent="0" algn="l" defTabSz="914400" rtl="0" eaLnBrk="1" latinLnBrk="0" hangingPunct="1">
        <a:lnSpc>
          <a:spcPct val="100000"/>
        </a:lnSpc>
        <a:spcBef>
          <a:spcPts val="0"/>
        </a:spcBef>
        <a:spcAft>
          <a:spcPts val="600"/>
        </a:spcAft>
        <a:buFont typeface="Plus Jakarta Sans" panose="020B0604020202020204" pitchFamily="34" charset="0"/>
        <a:buNone/>
        <a:defRPr sz="2000" kern="1200">
          <a:solidFill>
            <a:schemeClr val="tx2"/>
          </a:solidFill>
          <a:latin typeface="+mj-lt"/>
          <a:ea typeface="+mn-ea"/>
          <a:cs typeface="Segoe UI" panose="020B0502040204020203" pitchFamily="34" charset="0"/>
        </a:defRPr>
      </a:lvl1pPr>
      <a:lvl2pPr marL="4608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2pPr>
      <a:lvl3pPr marL="6912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3pPr>
      <a:lvl4pPr marL="9216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4pPr>
      <a:lvl5pPr marL="1152000" indent="-228600" algn="l" defTabSz="914400" rtl="0" eaLnBrk="1" latinLnBrk="0" hangingPunct="1">
        <a:lnSpc>
          <a:spcPct val="100000"/>
        </a:lnSpc>
        <a:spcBef>
          <a:spcPts val="0"/>
        </a:spcBef>
        <a:spcAft>
          <a:spcPts val="600"/>
        </a:spcAft>
        <a:buFont typeface="Plus Jakarta Sans" panose="020B0604020202020204" pitchFamily="34" charset="0"/>
        <a:buChar char="•"/>
        <a:defRPr sz="2000" kern="1200">
          <a:solidFill>
            <a:schemeClr val="tx2"/>
          </a:solidFill>
          <a:latin typeface="+mj-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Plus Jakarta Sans"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1440" userDrawn="1">
          <p15:clr>
            <a:srgbClr val="A4A3A4"/>
          </p15:clr>
        </p15:guide>
        <p15:guide id="3" pos="7680" userDrawn="1">
          <p15:clr>
            <a:srgbClr val="F26B43"/>
          </p15:clr>
        </p15:guide>
        <p15:guide id="4" orient="horz" pos="3975" userDrawn="1">
          <p15:clr>
            <a:srgbClr val="F26B43"/>
          </p15:clr>
        </p15:guide>
        <p15:guide id="5" pos="342" userDrawn="1">
          <p15:clr>
            <a:srgbClr val="F26B43"/>
          </p15:clr>
        </p15:guide>
        <p15:guide id="6" pos="7335" userDrawn="1">
          <p15:clr>
            <a:srgbClr val="F26B43"/>
          </p15:clr>
        </p15:guide>
        <p15:guide id="9" orient="horz" pos="3630" userDrawn="1">
          <p15:clr>
            <a:srgbClr val="A4A3A4"/>
          </p15:clr>
        </p15:guide>
        <p15:guide id="14" orient="horz" pos="3802" userDrawn="1">
          <p15:clr>
            <a:srgbClr val="A4A3A4"/>
          </p15:clr>
        </p15:guide>
        <p15:guide id="15" pos="6240" userDrawn="1">
          <p15:clr>
            <a:srgbClr val="A4A3A4"/>
          </p15:clr>
        </p15:guide>
        <p15:guide id="16" orient="horz" pos="4320" userDrawn="1">
          <p15:clr>
            <a:srgbClr val="F26B43"/>
          </p15:clr>
        </p15:guide>
        <p15:guide id="17" userDrawn="1">
          <p15:clr>
            <a:srgbClr val="F26B43"/>
          </p15:clr>
        </p15:guide>
        <p15:guide id="18" pos="846" userDrawn="1">
          <p15:clr>
            <a:srgbClr val="A4A3A4"/>
          </p15:clr>
        </p15:guide>
        <p15:guide id="19" pos="934" userDrawn="1">
          <p15:clr>
            <a:srgbClr val="A4A3A4"/>
          </p15:clr>
        </p15:guide>
        <p15:guide id="20" pos="1522" userDrawn="1">
          <p15:clr>
            <a:srgbClr val="A4A3A4"/>
          </p15:clr>
        </p15:guide>
        <p15:guide id="21" pos="6832" userDrawn="1">
          <p15:clr>
            <a:srgbClr val="A4A3A4"/>
          </p15:clr>
        </p15:guide>
        <p15:guide id="22" pos="6744" userDrawn="1">
          <p15:clr>
            <a:srgbClr val="A4A3A4"/>
          </p15:clr>
        </p15:guide>
        <p15:guide id="23" pos="6156" userDrawn="1">
          <p15:clr>
            <a:srgbClr val="A4A3A4"/>
          </p15:clr>
        </p15:guide>
        <p15:guide id="24" pos="2026" userDrawn="1">
          <p15:clr>
            <a:srgbClr val="A4A3A4"/>
          </p15:clr>
        </p15:guide>
        <p15:guide id="26" pos="5652" userDrawn="1">
          <p15:clr>
            <a:srgbClr val="A4A3A4"/>
          </p15:clr>
        </p15:guide>
        <p15:guide id="27" pos="5566" userDrawn="1">
          <p15:clr>
            <a:srgbClr val="A4A3A4"/>
          </p15:clr>
        </p15:guide>
        <p15:guide id="29" pos="2112" userDrawn="1">
          <p15:clr>
            <a:srgbClr val="A4A3A4"/>
          </p15:clr>
        </p15:guide>
        <p15:guide id="30" pos="3795" userDrawn="1">
          <p15:clr>
            <a:srgbClr val="A4A3A4"/>
          </p15:clr>
        </p15:guide>
        <p15:guide id="31" pos="3884" userDrawn="1">
          <p15:clr>
            <a:srgbClr val="A4A3A4"/>
          </p15:clr>
        </p15:guide>
        <p15:guide id="32" pos="3294" userDrawn="1">
          <p15:clr>
            <a:srgbClr val="A4A3A4"/>
          </p15:clr>
        </p15:guide>
        <p15:guide id="33" pos="4386" userDrawn="1">
          <p15:clr>
            <a:srgbClr val="A4A3A4"/>
          </p15:clr>
        </p15:guide>
        <p15:guide id="34" pos="3208" userDrawn="1">
          <p15:clr>
            <a:srgbClr val="A4A3A4"/>
          </p15:clr>
        </p15:guide>
        <p15:guide id="35" pos="4470" userDrawn="1">
          <p15:clr>
            <a:srgbClr val="A4A3A4"/>
          </p15:clr>
        </p15:guide>
        <p15:guide id="36" pos="2705" userDrawn="1">
          <p15:clr>
            <a:srgbClr val="A4A3A4"/>
          </p15:clr>
        </p15:guide>
        <p15:guide id="37" pos="2619" userDrawn="1">
          <p15:clr>
            <a:srgbClr val="A4A3A4"/>
          </p15:clr>
        </p15:guide>
        <p15:guide id="38" pos="4973" userDrawn="1">
          <p15:clr>
            <a:srgbClr val="A4A3A4"/>
          </p15:clr>
        </p15:guide>
        <p15:guide id="39" pos="5057" userDrawn="1">
          <p15:clr>
            <a:srgbClr val="A4A3A4"/>
          </p15:clr>
        </p15:guide>
        <p15:guide id="40" orient="horz" pos="2160" userDrawn="1">
          <p15:clr>
            <a:srgbClr val="A4A3A4"/>
          </p15:clr>
        </p15:guide>
        <p15:guide id="41" orient="horz" userDrawn="1">
          <p15:clr>
            <a:srgbClr val="F26B43"/>
          </p15:clr>
        </p15:guide>
        <p15:guide id="42" orient="horz" pos="344" userDrawn="1">
          <p15:clr>
            <a:srgbClr val="F26B43"/>
          </p15:clr>
        </p15:guide>
        <p15:guide id="43" orient="horz" pos="691" userDrawn="1">
          <p15:clr>
            <a:srgbClr val="A4A3A4"/>
          </p15:clr>
        </p15:guide>
        <p15:guide id="44" orient="horz" pos="861"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GitHub Copilot for Cybersecurity Specialists</a:t>
            </a:r>
          </a:p>
        </p:txBody>
      </p:sp>
      <p:sp>
        <p:nvSpPr>
          <p:cNvPr id="3" name="Subtitle 2"/>
          <p:cNvSpPr>
            <a:spLocks noGrp="1"/>
          </p:cNvSpPr>
          <p:nvPr>
            <p:ph type="subTitle" idx="1"/>
          </p:nvPr>
        </p:nvSpPr>
        <p:spPr/>
        <p:txBody>
          <a:bodyPr/>
          <a:lstStyle/>
          <a:p>
            <a:r>
              <a:t>Lesson 3: Automated security testing</a:t>
            </a:r>
          </a:p>
          <a:p>
            <a:endParaRPr/>
          </a:p>
          <a:p>
            <a:r>
              <a:t>Tim Warner</a:t>
            </a:r>
          </a:p>
          <a:p>
            <a:r>
              <a:t>Microsoft MVP</a:t>
            </a:r>
          </a:p>
          <a:p>
            <a:r>
              <a:t>Microsoft Certified Trainer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7"/>
          </p:nvPr>
        </p:nvSpPr>
        <p:spPr/>
        <p:txBody>
          <a:bodyPr/>
          <a:lstStyle/>
          <a:p>
            <a:endParaRPr/>
          </a:p>
        </p:txBody>
      </p:sp>
      <p:sp>
        <p:nvSpPr>
          <p:cNvPr id="3" name="Title 2"/>
          <p:cNvSpPr>
            <a:spLocks noGrp="1"/>
          </p:cNvSpPr>
          <p:nvPr>
            <p:ph type="title"/>
          </p:nvPr>
        </p:nvSpPr>
        <p:spPr/>
        <p:txBody>
          <a:bodyPr/>
          <a:lstStyle/>
          <a:p>
            <a:r>
              <a:t>Learning objectives</a:t>
            </a:r>
          </a:p>
        </p:txBody>
      </p:sp>
      <p:sp>
        <p:nvSpPr>
          <p:cNvPr id="4" name="Content Placeholder 3"/>
          <p:cNvSpPr>
            <a:spLocks noGrp="1"/>
          </p:cNvSpPr>
          <p:nvPr>
            <p:ph idx="1"/>
          </p:nvPr>
        </p:nvSpPr>
        <p:spPr/>
        <p:txBody>
          <a:bodyPr/>
          <a:lstStyle/>
          <a:p>
            <a:endParaRPr/>
          </a:p>
          <a:p>
            <a:r>
              <a:t>Generate AI-assisted security unit tests for critical authentication and authorization functions</a:t>
            </a:r>
          </a:p>
          <a:p>
            <a:r>
              <a:t>Create fuzz testing harnesses with Copilot for comprehensive input validation coverage</a:t>
            </a:r>
          </a:p>
          <a:p>
            <a:r>
              <a:t>Automate DAST and SAST workflows using GitHub Actions and Advanced Security features</a:t>
            </a:r>
          </a:p>
          <a:p>
            <a:r>
              <a:t>Build continuous security validation pipelines that enforce security gates in CI/CD</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7"/>
          </p:nvPr>
        </p:nvSpPr>
        <p:spPr/>
        <p:txBody>
          <a:bodyPr/>
          <a:lstStyle/>
          <a:p>
            <a:endParaRPr/>
          </a:p>
        </p:txBody>
      </p:sp>
      <p:sp>
        <p:nvSpPr>
          <p:cNvPr id="3" name="Title 2"/>
          <p:cNvSpPr>
            <a:spLocks noGrp="1"/>
          </p:cNvSpPr>
          <p:nvPr>
            <p:ph type="title"/>
          </p:nvPr>
        </p:nvSpPr>
        <p:spPr/>
        <p:txBody>
          <a:bodyPr/>
          <a:lstStyle/>
          <a:p>
            <a:r>
              <a:t>Generate security unit tests with Copilot</a:t>
            </a:r>
          </a:p>
        </p:txBody>
      </p:sp>
      <p:sp>
        <p:nvSpPr>
          <p:cNvPr id="4" name="Content Placeholder 3"/>
          <p:cNvSpPr>
            <a:spLocks noGrp="1"/>
          </p:cNvSpPr>
          <p:nvPr>
            <p:ph idx="1"/>
          </p:nvPr>
        </p:nvSpPr>
        <p:spPr/>
        <p:txBody>
          <a:bodyPr/>
          <a:lstStyle/>
          <a:p>
            <a:endParaRPr/>
          </a:p>
          <a:p>
            <a:r>
              <a:t>Use Copilot to generate comprehensive test suites for authentication and authorization logic</a:t>
            </a:r>
          </a:p>
          <a:p>
            <a:r>
              <a:t>Prompt patterns for security test generation: positive flows, negative flows, edge cases, attack scenarios</a:t>
            </a:r>
          </a:p>
          <a:p>
            <a:r>
              <a:t>Validate test quality with GHAS code scanning and security best practice analysis</a:t>
            </a:r>
          </a:p>
          <a:p>
            <a:r>
              <a:t>Integration with pytest, Jest, JUnit frameworks for automated test execution</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7"/>
          </p:nvPr>
        </p:nvSpPr>
        <p:spPr/>
        <p:txBody>
          <a:bodyPr/>
          <a:lstStyle/>
          <a:p>
            <a:endParaRPr/>
          </a:p>
        </p:txBody>
      </p:sp>
      <p:sp>
        <p:nvSpPr>
          <p:cNvPr id="3" name="Title 2"/>
          <p:cNvSpPr>
            <a:spLocks noGrp="1"/>
          </p:cNvSpPr>
          <p:nvPr>
            <p:ph type="title"/>
          </p:nvPr>
        </p:nvSpPr>
        <p:spPr/>
        <p:txBody>
          <a:bodyPr/>
          <a:lstStyle/>
          <a:p>
            <a:r>
              <a:t>DEMO: OAuth authentication test suite generation</a:t>
            </a:r>
          </a:p>
        </p:txBody>
      </p:sp>
      <p:sp>
        <p:nvSpPr>
          <p:cNvPr id="4" name="Content Placeholder 3"/>
          <p:cNvSpPr>
            <a:spLocks noGrp="1"/>
          </p:cNvSpPr>
          <p:nvPr>
            <p:ph idx="1"/>
          </p:nvPr>
        </p:nvSpPr>
        <p:spPr/>
        <p:txBody>
          <a:bodyPr/>
          <a:lstStyle/>
          <a:p>
            <a:endParaRPr/>
          </a:p>
          <a:p>
            <a:r>
              <a:t>DEMO: Generate comprehensive pytest security test suite for OAuth 2.0 authentication flow</a:t>
            </a:r>
          </a:p>
          <a:p>
            <a:r>
              <a:t>Watch: Copilot creates tests for token generation, validation, expiration, and authorization</a:t>
            </a:r>
          </a:p>
          <a:p>
            <a:r>
              <a:t>GHAS validation: CodeQL scans generated tests for security anti-patterns</a:t>
            </a:r>
          </a:p>
          <a:p>
            <a:r>
              <a:t>Result: 40+ security tests covering positive flows, negative flows, and attack scenarios</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7"/>
          </p:nvPr>
        </p:nvSpPr>
        <p:spPr/>
        <p:txBody>
          <a:bodyPr/>
          <a:lstStyle/>
          <a:p>
            <a:endParaRPr/>
          </a:p>
        </p:txBody>
      </p:sp>
      <p:sp>
        <p:nvSpPr>
          <p:cNvPr id="3" name="Title 2"/>
          <p:cNvSpPr>
            <a:spLocks noGrp="1"/>
          </p:cNvSpPr>
          <p:nvPr>
            <p:ph type="title"/>
          </p:nvPr>
        </p:nvSpPr>
        <p:spPr/>
        <p:txBody>
          <a:bodyPr/>
          <a:lstStyle/>
          <a:p>
            <a:r>
              <a:t>Create fuzz testing harnesses with Copilot</a:t>
            </a:r>
          </a:p>
        </p:txBody>
      </p:sp>
      <p:sp>
        <p:nvSpPr>
          <p:cNvPr id="4" name="Content Placeholder 3"/>
          <p:cNvSpPr>
            <a:spLocks noGrp="1"/>
          </p:cNvSpPr>
          <p:nvPr>
            <p:ph idx="1"/>
          </p:nvPr>
        </p:nvSpPr>
        <p:spPr/>
        <p:txBody>
          <a:bodyPr/>
          <a:lstStyle/>
          <a:p>
            <a:endParaRPr/>
          </a:p>
          <a:p>
            <a:r>
              <a:t>Generate AFL++, libFuzzer, and custom fuzzing harnesses with Copilot for input validation testing</a:t>
            </a:r>
          </a:p>
          <a:p>
            <a:r>
              <a:t>Target API endpoints, file parsers, protocol handlers, and cryptographic functions with fuzz testing</a:t>
            </a:r>
          </a:p>
          <a:p>
            <a:r>
              <a:t>GHAS integration: Continuous fuzzing in GitHub Actions with automated crash reporting</a:t>
            </a:r>
          </a:p>
          <a:p>
            <a:r>
              <a:t>Corpus management and crash triage workflows generated by Copilot</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7"/>
          </p:nvPr>
        </p:nvSpPr>
        <p:spPr/>
        <p:txBody>
          <a:bodyPr/>
          <a:lstStyle/>
          <a:p>
            <a:endParaRPr/>
          </a:p>
        </p:txBody>
      </p:sp>
      <p:sp>
        <p:nvSpPr>
          <p:cNvPr id="3" name="Title 2"/>
          <p:cNvSpPr>
            <a:spLocks noGrp="1"/>
          </p:cNvSpPr>
          <p:nvPr>
            <p:ph type="title"/>
          </p:nvPr>
        </p:nvSpPr>
        <p:spPr/>
        <p:txBody>
          <a:bodyPr/>
          <a:lstStyle/>
          <a:p>
            <a:r>
              <a:t>DEMO: Input validation fuzzing harness</a:t>
            </a:r>
          </a:p>
        </p:txBody>
      </p:sp>
      <p:sp>
        <p:nvSpPr>
          <p:cNvPr id="4" name="Content Placeholder 3"/>
          <p:cNvSpPr>
            <a:spLocks noGrp="1"/>
          </p:cNvSpPr>
          <p:nvPr>
            <p:ph idx="1"/>
          </p:nvPr>
        </p:nvSpPr>
        <p:spPr/>
        <p:txBody>
          <a:bodyPr/>
          <a:lstStyle/>
          <a:p>
            <a:endParaRPr/>
          </a:p>
          <a:p>
            <a:r>
              <a:t>DEMO: Generate libFuzzer harness for API input validation and JSON parsing logic</a:t>
            </a:r>
          </a:p>
          <a:p>
            <a:r>
              <a:t>Watch: Copilot creates harness code, compilation configuration, and seed corpus</a:t>
            </a:r>
          </a:p>
          <a:p>
            <a:r>
              <a:t>GHAS workflow: Automated fuzzing in GitHub Actions with crash reporting</a:t>
            </a:r>
          </a:p>
          <a:p>
            <a:r>
              <a:t>Result: Discovered buffer overflow in JSON parser within 2 hours of fuzzing</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7"/>
          </p:nvPr>
        </p:nvSpPr>
        <p:spPr/>
        <p:txBody>
          <a:bodyPr/>
          <a:lstStyle/>
          <a:p>
            <a:endParaRPr/>
          </a:p>
        </p:txBody>
      </p:sp>
      <p:sp>
        <p:nvSpPr>
          <p:cNvPr id="3" name="Title 2"/>
          <p:cNvSpPr>
            <a:spLocks noGrp="1"/>
          </p:cNvSpPr>
          <p:nvPr>
            <p:ph type="title"/>
          </p:nvPr>
        </p:nvSpPr>
        <p:spPr/>
        <p:txBody>
          <a:bodyPr/>
          <a:lstStyle/>
          <a:p>
            <a:r>
              <a:t>Automate DAST and SAST workflows</a:t>
            </a:r>
          </a:p>
        </p:txBody>
      </p:sp>
      <p:sp>
        <p:nvSpPr>
          <p:cNvPr id="4" name="Content Placeholder 3"/>
          <p:cNvSpPr>
            <a:spLocks noGrp="1"/>
          </p:cNvSpPr>
          <p:nvPr>
            <p:ph idx="1"/>
          </p:nvPr>
        </p:nvSpPr>
        <p:spPr/>
        <p:txBody>
          <a:bodyPr/>
          <a:lstStyle/>
          <a:p>
            <a:endParaRPr/>
          </a:p>
          <a:p>
            <a:r>
              <a:t>Generate GitHub Actions workflows that orchestrate CodeQL SAST, OWASP ZAP DAST, and dependency scanning</a:t>
            </a:r>
          </a:p>
          <a:p>
            <a:r>
              <a:t>Configure scanning policies: fail builds on critical/high vulnerabilities, allow low/medium with tracking</a:t>
            </a:r>
          </a:p>
          <a:p>
            <a:r>
              <a:t>GHAS Security Overview dashboard: Centralized vulnerability management and remediation tracking</a:t>
            </a:r>
          </a:p>
          <a:p>
            <a:r>
              <a:t>Custom security scanning rules: Extend CodeQL with organization-specific security patterns</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7"/>
          </p:nvPr>
        </p:nvSpPr>
        <p:spPr/>
        <p:txBody>
          <a:bodyPr/>
          <a:lstStyle/>
          <a:p>
            <a:endParaRPr/>
          </a:p>
        </p:txBody>
      </p:sp>
      <p:sp>
        <p:nvSpPr>
          <p:cNvPr id="3" name="Title 2"/>
          <p:cNvSpPr>
            <a:spLocks noGrp="1"/>
          </p:cNvSpPr>
          <p:nvPr>
            <p:ph type="title"/>
          </p:nvPr>
        </p:nvSpPr>
        <p:spPr/>
        <p:txBody>
          <a:bodyPr/>
          <a:lstStyle/>
          <a:p>
            <a:r>
              <a:t>DEMO: CodeQL + dependency scanning workflow</a:t>
            </a:r>
          </a:p>
        </p:txBody>
      </p:sp>
      <p:sp>
        <p:nvSpPr>
          <p:cNvPr id="4" name="Content Placeholder 3"/>
          <p:cNvSpPr>
            <a:spLocks noGrp="1"/>
          </p:cNvSpPr>
          <p:nvPr>
            <p:ph idx="1"/>
          </p:nvPr>
        </p:nvSpPr>
        <p:spPr/>
        <p:txBody>
          <a:bodyPr/>
          <a:lstStyle/>
          <a:p>
            <a:endParaRPr/>
          </a:p>
          <a:p>
            <a:r>
              <a:t>DEMO: Generate complete GitHub Actions workflow with CodeQL SAST and dependency scanning</a:t>
            </a:r>
          </a:p>
          <a:p>
            <a:r>
              <a:t>Watch: Copilot creates workflow YAML, configures scan policies, and sets up Security Overview</a:t>
            </a:r>
          </a:p>
          <a:p>
            <a:r>
              <a:t>GHAS Security Overview: Review detected vulnerabilities and remediation recommendations</a:t>
            </a:r>
          </a:p>
          <a:p>
            <a:r>
              <a:t>Result: Automated security scanning integrated into CI/CD with centralized management</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7"/>
          </p:nvPr>
        </p:nvSpPr>
        <p:spPr/>
        <p:txBody>
          <a:bodyPr/>
          <a:lstStyle/>
          <a:p>
            <a:endParaRPr/>
          </a:p>
        </p:txBody>
      </p:sp>
      <p:sp>
        <p:nvSpPr>
          <p:cNvPr id="3" name="Title 2"/>
          <p:cNvSpPr>
            <a:spLocks noGrp="1"/>
          </p:cNvSpPr>
          <p:nvPr>
            <p:ph type="title"/>
          </p:nvPr>
        </p:nvSpPr>
        <p:spPr/>
        <p:txBody>
          <a:bodyPr/>
          <a:lstStyle/>
          <a:p>
            <a:r>
              <a:t>Build continuous security validation pipelines</a:t>
            </a:r>
          </a:p>
        </p:txBody>
      </p:sp>
      <p:sp>
        <p:nvSpPr>
          <p:cNvPr id="4" name="Content Placeholder 3"/>
          <p:cNvSpPr>
            <a:spLocks noGrp="1"/>
          </p:cNvSpPr>
          <p:nvPr>
            <p:ph idx="1"/>
          </p:nvPr>
        </p:nvSpPr>
        <p:spPr/>
        <p:txBody>
          <a:bodyPr/>
          <a:lstStyle/>
          <a:p>
            <a:endParaRPr/>
          </a:p>
          <a:p>
            <a:r>
              <a:t>Generate CI/CD pipeline configurations with mandatory security gates using GitHub Actions</a:t>
            </a:r>
          </a:p>
          <a:p>
            <a:r>
              <a:t>Policy enforcement: Block deployments if security tests fail, vulnerability thresholds exceeded, or compliance checks fail</a:t>
            </a:r>
          </a:p>
          <a:p>
            <a:r>
              <a:t>Security approval workflows: Automated routing of security exceptions to security team for review</a:t>
            </a:r>
          </a:p>
          <a:p>
            <a:r>
              <a:t>Metrics and reporting: Track security test coverage, vulnerability remediation velocity, policy violations</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7"/>
          </p:nvPr>
        </p:nvSpPr>
        <p:spPr/>
        <p:txBody>
          <a:bodyPr/>
          <a:lstStyle/>
          <a:p>
            <a:endParaRPr/>
          </a:p>
        </p:txBody>
      </p:sp>
      <p:sp>
        <p:nvSpPr>
          <p:cNvPr id="3" name="Title 2"/>
          <p:cNvSpPr>
            <a:spLocks noGrp="1"/>
          </p:cNvSpPr>
          <p:nvPr>
            <p:ph type="title"/>
          </p:nvPr>
        </p:nvSpPr>
        <p:spPr/>
        <p:txBody>
          <a:bodyPr/>
          <a:lstStyle/>
          <a:p>
            <a:r>
              <a:t>DEMO: Complete security pipeline + Next steps</a:t>
            </a:r>
          </a:p>
        </p:txBody>
      </p:sp>
      <p:sp>
        <p:nvSpPr>
          <p:cNvPr id="4" name="Content Placeholder 3"/>
          <p:cNvSpPr>
            <a:spLocks noGrp="1"/>
          </p:cNvSpPr>
          <p:nvPr>
            <p:ph idx="1"/>
          </p:nvPr>
        </p:nvSpPr>
        <p:spPr/>
        <p:txBody>
          <a:bodyPr/>
          <a:lstStyle/>
          <a:p>
            <a:endParaRPr/>
          </a:p>
          <a:p>
            <a:r>
              <a:t>DEMO: Generate complete CI/CD pipeline with security gates, policy enforcement, and approval workflows</a:t>
            </a:r>
          </a:p>
          <a:p>
            <a:r>
              <a:t>Watch: Copilot creates deployment pipeline with integrated security testing, vulnerability scanning, and compliance checks</a:t>
            </a:r>
          </a:p>
          <a:p>
            <a:r>
              <a:t>Next steps: Implement automated security testing in your repositories, customize security policies for your organization</a:t>
            </a:r>
          </a:p>
          <a:p>
            <a:r>
              <a:t>Resources: All code, workflows, and configurations available at timw.info/copilot-security</a:t>
            </a:r>
          </a:p>
        </p:txBody>
      </p:sp>
      <p:sp>
        <p:nvSpPr>
          <p:cNvPr id="5" name="Text Placeholder 4"/>
          <p:cNvSpPr>
            <a:spLocks noGrp="1"/>
          </p:cNvSpPr>
          <p:nvPr>
            <p:ph type="body" sz="quarter" idx="14"/>
          </p:nvPr>
        </p:nvSpPr>
        <p:spPr/>
        <p:txBody>
          <a:bodyPr/>
          <a:lstStyle/>
          <a:p>
            <a:endParaRPr/>
          </a:p>
        </p:txBody>
      </p:sp>
    </p:spTree>
  </p:cSld>
  <p:clrMapOvr>
    <a:masterClrMapping/>
  </p:clrMapOvr>
</p:sld>
</file>

<file path=ppt/theme/theme1.xml><?xml version="1.0" encoding="utf-8"?>
<a:theme xmlns:a="http://schemas.openxmlformats.org/drawingml/2006/main" name="Pearson Theme">
  <a:themeElements>
    <a:clrScheme name="Pearson Theme">
      <a:dk1>
        <a:srgbClr val="000000"/>
      </a:dk1>
      <a:lt1>
        <a:srgbClr val="FFFFFF"/>
      </a:lt1>
      <a:dk2>
        <a:srgbClr val="0D004D"/>
      </a:dk2>
      <a:lt2>
        <a:srgbClr val="FFFFFF"/>
      </a:lt2>
      <a:accent1>
        <a:srgbClr val="B79BFE"/>
      </a:accent1>
      <a:accent2>
        <a:srgbClr val="7950E2"/>
      </a:accent2>
      <a:accent3>
        <a:srgbClr val="56E2E1"/>
      </a:accent3>
      <a:accent4>
        <a:srgbClr val="EC8DE2"/>
      </a:accent4>
      <a:accent5>
        <a:srgbClr val="FFCE00"/>
      </a:accent5>
      <a:accent6>
        <a:srgbClr val="B820A9"/>
      </a:accent6>
      <a:hlink>
        <a:srgbClr val="B79BFE"/>
      </a:hlink>
      <a:folHlink>
        <a:srgbClr val="B79BF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9525">
          <a:solidFill>
            <a:schemeClr val="tx2"/>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100" dirty="0" smtClean="0">
            <a:solidFill>
              <a:schemeClr val="tx2"/>
            </a:solidFill>
          </a:defRPr>
        </a:defPPr>
      </a:lstStyle>
    </a:txDef>
  </a:objectDefaults>
  <a:extraClrSchemeLst/>
  <a:custClrLst>
    <a:custClr name="Pearson Purple">
      <a:srgbClr val="0D004D"/>
    </a:custClr>
    <a:custClr name="Amethyst">
      <a:srgbClr val="512EAB"/>
    </a:custClr>
    <a:custClr name="Light Purple">
      <a:srgbClr val="C1BFFF"/>
    </a:custClr>
    <a:custClr name="Fuchsia">
      <a:srgbClr val="DF41CF"/>
    </a:custClr>
    <a:custClr name="Amber">
      <a:srgbClr val="FFCE00"/>
    </a:custClr>
    <a:custClr name="Turquoise">
      <a:srgbClr val="56E2E1"/>
    </a:custClr>
    <a:custClr name="Blank">
      <a:srgbClr val="FFFFFF"/>
    </a:custClr>
    <a:custClr name="Blank">
      <a:srgbClr val="FFFFFF"/>
    </a:custClr>
    <a:custClr name="Blank">
      <a:srgbClr val="FFFFFF"/>
    </a:custClr>
    <a:custClr name="Positive">
      <a:srgbClr val="00C800"/>
    </a:custClr>
    <a:custClr name="Blank">
      <a:srgbClr val="FFFFFF"/>
    </a:custClr>
    <a:custClr name="Blank">
      <a:srgbClr val="FFFFFF"/>
    </a:custClr>
    <a:custClr name="Mist Purple">
      <a:srgbClr val="EDECF6"/>
    </a:custClr>
    <a:custClr name="Fuschia Tint">
      <a:srgbClr val="EFA0E7"/>
    </a:custClr>
    <a:custClr name="Amber Tint">
      <a:srgbClr val="FFE67F"/>
    </a:custClr>
    <a:custClr name="Turquoise Tint">
      <a:srgbClr val="B3F2F1"/>
    </a:custClr>
    <a:custClr name="Blank">
      <a:srgbClr val="FFFFFF"/>
    </a:custClr>
    <a:custClr name="Blank">
      <a:srgbClr val="FFFFFF"/>
    </a:custClr>
    <a:custClr name="Blank">
      <a:srgbClr val="FFFFFF"/>
    </a:custClr>
    <a:custClr name="Negative">
      <a:srgbClr val="FF0000"/>
    </a:custClr>
  </a:custClrLst>
  <a:extLst>
    <a:ext uri="{05A4C25C-085E-4340-85A3-A5531E510DB2}">
      <thm15:themeFamily xmlns:thm15="http://schemas.microsoft.com/office/thememl/2012/main" name="sPearson_PPT-Template-MATER" id="{79B6B0D6-2E33-B34D-A39A-4F3201A2CE45}" vid="{507AAD7F-F5FF-0D46-972D-39A75A18AB3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Plus Jakarta Sans"/>
        <a:font script="Hebr" typeface="Plus Jakarta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Plus Jakarta Sans"/>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Pearson Purple">
      <a:srgbClr val="0D004D"/>
    </a:custClr>
    <a:custClr name="Amethyst">
      <a:srgbClr val="512EAB"/>
    </a:custClr>
    <a:custClr name="Light Purple">
      <a:srgbClr val="C1BFFF"/>
    </a:custClr>
    <a:custClr name="Fuchsia">
      <a:srgbClr val="DF41CF"/>
    </a:custClr>
    <a:custClr name="Amber">
      <a:srgbClr val="FFCE00"/>
    </a:custClr>
    <a:custClr name="Turquoise">
      <a:srgbClr val="56E2E1"/>
    </a:custClr>
    <a:custClr name="Blank">
      <a:srgbClr val="FFFFFF"/>
    </a:custClr>
    <a:custClr name="Blank">
      <a:srgbClr val="FFFFFF"/>
    </a:custClr>
    <a:custClr name="Blank">
      <a:srgbClr val="FFFFFF"/>
    </a:custClr>
    <a:custClr name="Positive">
      <a:srgbClr val="00C800"/>
    </a:custClr>
    <a:custClr name="Blank">
      <a:srgbClr val="FFFFFF"/>
    </a:custClr>
    <a:custClr name="Blank">
      <a:srgbClr val="FFFFFF"/>
    </a:custClr>
    <a:custClr name="Mist Purple">
      <a:srgbClr val="EDECF6"/>
    </a:custClr>
    <a:custClr name="Fuschia Tint">
      <a:srgbClr val="EFA0E7"/>
    </a:custClr>
    <a:custClr name="Amber Tint">
      <a:srgbClr val="FFE67F"/>
    </a:custClr>
    <a:custClr name="Turquoise Tint">
      <a:srgbClr val="B3F2F1"/>
    </a:custClr>
    <a:custClr name="Blank">
      <a:srgbClr val="FFFFFF"/>
    </a:custClr>
    <a:custClr name="Blank">
      <a:srgbClr val="FFFFFF"/>
    </a:custClr>
    <a:custClr name="Blank">
      <a:srgbClr val="FFFFFF"/>
    </a:custClr>
    <a:custClr name="Negative">
      <a:srgbClr val="FF0000"/>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Plus Jakarta Sans"/>
        <a:font script="Hebr" typeface="Plus Jakarta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Plus Jakarta Sans"/>
        <a:font script="Uigh" typeface="Microsoft Uighur"/>
        <a:font script="Geor" typeface="Sylfaen"/>
        <a:font script="Armn" typeface="Plus Jakarta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1501a101-02f8-4cb9-8ad4-ac4c2bb50a5e">
      <Terms xmlns="http://schemas.microsoft.com/office/infopath/2007/PartnerControls"/>
    </lcf76f155ced4ddcb4097134ff3c332f>
    <TaxCatchAll xmlns="53af226d-ba0a-4b77-ace2-7e16defb849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8418544ccbba6eabd8ad7f32b71cd208">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263f9987bbc11137d77341febd189c27"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B632359-E01D-454D-81AF-DC4F0EFDEC38}">
  <ds:schemaRefs>
    <ds:schemaRef ds:uri="http://schemas.openxmlformats.org/package/2006/metadata/core-properties"/>
    <ds:schemaRef ds:uri="http://purl.org/dc/elements/1.1/"/>
    <ds:schemaRef ds:uri="http://schemas.microsoft.com/office/2006/documentManagement/types"/>
    <ds:schemaRef ds:uri="http://www.w3.org/XML/1998/namespace"/>
    <ds:schemaRef ds:uri="http://purl.org/dc/terms/"/>
    <ds:schemaRef ds:uri="http://schemas.microsoft.com/office/infopath/2007/PartnerControls"/>
    <ds:schemaRef ds:uri="84ffc5bf-a0ff-449e-baf2-5e09aebe7ba1"/>
    <ds:schemaRef ds:uri="67f32d8e-c004-4b2a-8588-6055e191469e"/>
    <ds:schemaRef ds:uri="http://schemas.microsoft.com/office/2006/metadata/properties"/>
    <ds:schemaRef ds:uri="http://purl.org/dc/dcmitype/"/>
    <ds:schemaRef ds:uri="caddc159-c4ca-4a4a-9064-6dfaa4844b46"/>
    <ds:schemaRef ds:uri="e1b973b6-5219-468f-b3ec-38ae00307620"/>
    <ds:schemaRef ds:uri="http://schemas.microsoft.com/sharepoint/v3"/>
    <ds:schemaRef ds:uri="1501a101-02f8-4cb9-8ad4-ac4c2bb50a5e"/>
    <ds:schemaRef ds:uri="53af226d-ba0a-4b77-ace2-7e16defb8490"/>
  </ds:schemaRefs>
</ds:datastoreItem>
</file>

<file path=customXml/itemProps2.xml><?xml version="1.0" encoding="utf-8"?>
<ds:datastoreItem xmlns:ds="http://schemas.openxmlformats.org/officeDocument/2006/customXml" ds:itemID="{0EA66C5E-8F7B-4119-B1EF-AB769ABA50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5567F57-78B4-46F6-80D2-A007D6BF718A}">
  <ds:schemaRefs>
    <ds:schemaRef ds:uri="http://schemas.microsoft.com/sharepoint/v3/contenttype/forms"/>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Pearson Theme</Template>
  <TotalTime>20442</TotalTime>
  <Words>10069</Words>
  <Application>Microsoft Office PowerPoint</Application>
  <PresentationFormat>Widescreen</PresentationFormat>
  <Paragraphs>248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Plus Jakarta Sans</vt:lpstr>
      <vt:lpstr>Courier New</vt:lpstr>
      <vt:lpstr>Plus Jakarta Sans Medium</vt:lpstr>
      <vt:lpstr>Arial</vt:lpstr>
      <vt:lpstr>Pearson Theme</vt:lpstr>
      <vt:lpstr>GitHub Copilot for Cybersecurity Specialists</vt:lpstr>
      <vt:lpstr>Learning objectives</vt:lpstr>
      <vt:lpstr>Generate security unit tests with Copilot</vt:lpstr>
      <vt:lpstr>DEMO: OAuth authentication test suite generation</vt:lpstr>
      <vt:lpstr>Create fuzz testing harnesses with Copilot</vt:lpstr>
      <vt:lpstr>DEMO: Input validation fuzzing harness</vt:lpstr>
      <vt:lpstr>Automate DAST and SAST workflows</vt:lpstr>
      <vt:lpstr>DEMO: CodeQL + dependency scanning workflow</vt:lpstr>
      <vt:lpstr>Build continuous security validation pipelines</vt:lpstr>
      <vt:lpstr>DEMO: Complete security pipeline +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Sean Donelson</dc:creator>
  <cp:lastModifiedBy>Tim Warner</cp:lastModifiedBy>
  <cp:revision>15</cp:revision>
  <dcterms:created xsi:type="dcterms:W3CDTF">2025-09-10T17:43:01Z</dcterms:created>
  <dcterms:modified xsi:type="dcterms:W3CDTF">2025-11-16T22:01:57Z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ies>
</file>