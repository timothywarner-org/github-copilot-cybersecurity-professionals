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handoutMasters/handoutMaster1.xml" ContentType="application/vnd.openxmlformats-officedocument.presentationml.handoutMaster+xml"/>
  <Override PartName="/ppt/media/image2.svg" ContentType="image/svg+xml"/>
  <Override PartName="/ppt/media/image3.svg" ContentType="image/svg+xml"/>
  <Override PartName="/ppt/media/image5.svg" ContentType="image/svg+xml"/>
  <Override PartName="/ppt/media/image67.svg" ContentType="image/svg+xml"/>
  <Override PartName="/ppt/media/image69.svg" ContentType="image/svg+xml"/>
  <Override PartName="/ppt/media/image71.svg" ContentType="image/svg+xml"/>
  <Override PartName="/ppt/media/image73.svg" ContentType="image/svg+xml"/>
  <Override PartName="/ppt/media/image75.svg" ContentType="image/svg+xml"/>
  <Override PartName="/ppt/media/image7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59" r:id="rId4"/>
  </p:sldMasterIdLst>
  <p:notesMasterIdLst>
    <p:notesMasterId r:id="rId14"/>
  </p:notesMasterIdLst>
  <p:handoutMasterIdLst>
    <p:handoutMasterId r:id="rId15"/>
  </p:handoutMasterIdLst>
  <p:sldIdLst>
    <p:sldId id="256" r:id="rId13"/>
    <p:sldId id="257" r:id="rId12"/>
    <p:sldId id="258" r:id="rId11"/>
    <p:sldId id="259" r:id="rId10"/>
    <p:sldId id="260" r:id="rId9"/>
    <p:sldId id="261" r:id="rId8"/>
    <p:sldId id="262" r:id="rId7"/>
    <p:sldId id="263" r:id="rId6"/>
    <p:sldId id="264" r:id="rId5"/>
    <p:sldId id="265" r:id="rId32"/>
    <p:sldId id="266" r:id="rId33"/>
  </p:sldIdLst>
  <p:sldSz cx="12192000" cy="6858000"/>
  <p:notesSz cx="6858000" cy="9144000"/>
  <p:embeddedFontLst>
    <p:embeddedFont>
      <p:font typeface="Plus Jakarta Sans" panose="020B0604020202020204" charset="0"/>
      <p:regular r:id="rId16"/>
      <p:bold r:id="rId17"/>
      <p:italic r:id="rId18"/>
      <p:boldItalic r:id="rId19"/>
    </p:embeddedFont>
    <p:embeddedFont>
      <p:font typeface="Plus Jakarta Sans Medium" panose="020B0604020202020204" charset="0"/>
      <p:regular r:id="rId20"/>
      <p:italic r:id="rId21"/>
    </p:embeddedFont>
    <p:embeddedFont>
      <p:font typeface="Segoe UI" panose="020B0502040204020203" pitchFamily="34" charset="0"/>
      <p:regular r:id="rId22"/>
      <p:bold r:id="rId23"/>
      <p:italic r:id="rId24"/>
      <p:bold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1F5370F-EADF-81FA-8068-58A0A4B134BB}" name="Joan Lambert" initials="JL" userId="S::joan.lambert@pearson.com::8a317a37-0f77-4151-bb60-9515f362ceeb" providerId="AD"/>
  <p188:author id="{46694D10-DD1C-38CD-D46D-3460975AC69F}" name="Varma, Smruti" initials="SV" userId="S::Smruti.Varma@landor.com::b615f429-37b9-4a39-a286-38a6080608d4" providerId="AD"/>
  <p188:author id="{C82FDD14-FDFF-2B65-2D60-F0CE345AC948}" name="Keisha Ridwan" initials="" userId="S::Keisha.Ridwan@landor.com::b5d18e47-bc42-422a-a197-fcf3ca4d761f" providerId="AD"/>
  <p188:author id="{50668825-80D9-FAF6-E3E8-06171ECEB408}" name="Pallavi Kadam" initials="PK" userId="S::Pallavi.Kadam@landor.com::eea03d5c-5843-4108-a4f7-7b528b80ec26" providerId="AD"/>
  <p188:author id="{20F7CC8C-BECF-4DA8-E9C9-71CCD688C8BF}" name="Taylor Moore" initials="TM" userId="Taylor Moore" providerId="None"/>
  <p188:author id="{28CB41B2-B3A2-3E4F-047A-D3C6B9D178E7}" name="Tyler Brown" initials="TB" userId="S::tyler.brown@landor.com::06b81854-7bfb-41cc-8a4c-420e39506896" providerId="AD"/>
  <p188:author id="{EA6085B6-498F-E44D-5D5E-25AE0F3D7FEA}" name="Taylor Moore" initials="" userId="S::taylor.moore@pearson.com::722673e9-9160-42d3-81ab-c343631a8bbb" providerId="AD"/>
  <p188:author id="{9C19BDC1-26D5-294C-0591-99B8CAE7204D}" name="Sarah Conklin" initials="SC" userId="S::sarah.conklin1@pearson.com::9409c5db-21ed-4769-bd0f-6af5e625a01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EDF7"/>
    <a:srgbClr val="12A2F3"/>
    <a:srgbClr val="4F4F4F"/>
    <a:srgbClr val="414141"/>
    <a:srgbClr val="737373"/>
    <a:srgbClr val="F2F2F2"/>
    <a:srgbClr val="E0E0E0"/>
    <a:srgbClr val="DF41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903"/>
    <p:restoredTop sz="72409" autoAdjust="0"/>
  </p:normalViewPr>
  <p:slideViewPr>
    <p:cSldViewPr snapToGrid="0">
      <p:cViewPr varScale="1">
        <p:scale>
          <a:sx n="66" d="100"/>
          <a:sy n="66" d="100"/>
        </p:scale>
        <p:origin x="1672" y="272"/>
      </p:cViewPr>
      <p:guideLst/>
    </p:cSldViewPr>
  </p:slideViewPr>
  <p:outlineViewPr>
    <p:cViewPr>
      <p:scale>
        <a:sx n="33" d="100"/>
        <a:sy n="33" d="100"/>
      </p:scale>
      <p:origin x="0" y="0"/>
    </p:cViewPr>
  </p:outlineViewPr>
  <p:notesTextViewPr>
    <p:cViewPr>
      <p:scale>
        <a:sx n="1" d="1"/>
        <a:sy n="1" d="1"/>
      </p:scale>
      <p:origin x="0" y="-668"/>
    </p:cViewPr>
  </p:notesTextViewPr>
  <p:sorterViewPr>
    <p:cViewPr>
      <p:scale>
        <a:sx n="100" d="100"/>
        <a:sy n="10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9.xml"/><Relationship Id="rId6" Type="http://schemas.openxmlformats.org/officeDocument/2006/relationships/slide" Target="slides/slide8.xml"/><Relationship Id="rId7" Type="http://schemas.openxmlformats.org/officeDocument/2006/relationships/slide" Target="slides/slide7.xml"/><Relationship Id="rId8" Type="http://schemas.openxmlformats.org/officeDocument/2006/relationships/slide" Target="slides/slide6.xml"/><Relationship Id="rId9" Type="http://schemas.openxmlformats.org/officeDocument/2006/relationships/slide" Target="slides/slide5.xml"/><Relationship Id="rId10" Type="http://schemas.openxmlformats.org/officeDocument/2006/relationships/slide" Target="slides/slide4.xml"/><Relationship Id="rId11" Type="http://schemas.openxmlformats.org/officeDocument/2006/relationships/slide" Target="slides/slide3.xml"/><Relationship Id="rId12" Type="http://schemas.openxmlformats.org/officeDocument/2006/relationships/slide" Target="slides/slide2.xml"/><Relationship Id="rId13" Type="http://schemas.openxmlformats.org/officeDocument/2006/relationships/slide" Target="slides/slide1.xml"/><Relationship Id="rId14" Type="http://schemas.openxmlformats.org/officeDocument/2006/relationships/notesMaster" Target="notesMasters/notesMaster1.xml"/><Relationship Id="rId15" Type="http://schemas.openxmlformats.org/officeDocument/2006/relationships/handoutMaster" Target="handoutMasters/handoutMaster1.xml"/><Relationship Id="rId16" Type="http://schemas.openxmlformats.org/officeDocument/2006/relationships/font" Target="fonts/font1.fntdata"/><Relationship Id="rId17" Type="http://schemas.openxmlformats.org/officeDocument/2006/relationships/font" Target="fonts/font2.fntdata"/><Relationship Id="rId18" Type="http://schemas.openxmlformats.org/officeDocument/2006/relationships/font" Target="fonts/font3.fntdata"/><Relationship Id="rId19" Type="http://schemas.openxmlformats.org/officeDocument/2006/relationships/font" Target="fonts/font4.fntdata"/><Relationship Id="rId20" Type="http://schemas.openxmlformats.org/officeDocument/2006/relationships/font" Target="fonts/font5.fntdata"/><Relationship Id="rId21" Type="http://schemas.openxmlformats.org/officeDocument/2006/relationships/font" Target="fonts/font6.fntdata"/><Relationship Id="rId22" Type="http://schemas.openxmlformats.org/officeDocument/2006/relationships/font" Target="fonts/font7.fntdata"/><Relationship Id="rId23" Type="http://schemas.openxmlformats.org/officeDocument/2006/relationships/font" Target="fonts/font8.fntdata"/><Relationship Id="rId24" Type="http://schemas.openxmlformats.org/officeDocument/2006/relationships/font" Target="fonts/font9.fntdata"/><Relationship Id="rId25" Type="http://schemas.openxmlformats.org/officeDocument/2006/relationships/font" Target="fonts/font10.fntdata"/><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6/11/relationships/changesInfo" Target="changesInfos/changesInfo1.xml"/><Relationship Id="rId31" Type="http://schemas.microsoft.com/office/2018/10/relationships/authors" Target="authors.xml"/><Relationship Id="rId32" Type="http://schemas.openxmlformats.org/officeDocument/2006/relationships/slide" Target="slides/slide10.xml"/><Relationship Id="rId33" Type="http://schemas.openxmlformats.org/officeDocument/2006/relationships/slide" Target="slides/slide1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m Warner" userId="1d9b2d89684621c1" providerId="LiveId" clId="{9C1AC220-CD93-46E4-823F-E96AD2EFE762}"/>
    <pc:docChg chg="custSel modSld">
      <pc:chgData name="Tim Warner" userId="1d9b2d89684621c1" providerId="LiveId" clId="{9C1AC220-CD93-46E4-823F-E96AD2EFE762}" dt="2025-11-15T00:08:22.621" v="2" actId="700"/>
      <pc:docMkLst>
        <pc:docMk/>
      </pc:docMkLst>
      <pc:sldChg chg="addSp modSp mod chgLayout">
        <pc:chgData name="Tim Warner" userId="1d9b2d89684621c1" providerId="LiveId" clId="{9C1AC220-CD93-46E4-823F-E96AD2EFE762}" dt="2025-11-15T00:08:22.621" v="2" actId="700"/>
        <pc:sldMkLst>
          <pc:docMk/>
          <pc:sldMk cId="0" sldId="523"/>
        </pc:sldMkLst>
        <pc:spChg chg="mod ord">
          <ac:chgData name="Tim Warner" userId="1d9b2d89684621c1" providerId="LiveId" clId="{9C1AC220-CD93-46E4-823F-E96AD2EFE762}" dt="2025-11-15T00:08:22.621" v="2" actId="700"/>
          <ac:spMkLst>
            <pc:docMk/>
            <pc:sldMk cId="0" sldId="523"/>
            <ac:spMk id="2" creationId="{00000000-0000-0000-0000-000000000000}"/>
          </ac:spMkLst>
        </pc:spChg>
        <pc:spChg chg="mod ord">
          <ac:chgData name="Tim Warner" userId="1d9b2d89684621c1" providerId="LiveId" clId="{9C1AC220-CD93-46E4-823F-E96AD2EFE762}" dt="2025-11-15T00:08:22.621" v="2" actId="700"/>
          <ac:spMkLst>
            <pc:docMk/>
            <pc:sldMk cId="0" sldId="523"/>
            <ac:spMk id="3" creationId="{00000000-0000-0000-0000-000000000000}"/>
          </ac:spMkLst>
        </pc:spChg>
        <pc:spChg chg="add mod ord">
          <ac:chgData name="Tim Warner" userId="1d9b2d89684621c1" providerId="LiveId" clId="{9C1AC220-CD93-46E4-823F-E96AD2EFE762}" dt="2025-11-15T00:08:22.621" v="2" actId="700"/>
          <ac:spMkLst>
            <pc:docMk/>
            <pc:sldMk cId="0" sldId="523"/>
            <ac:spMk id="4" creationId="{008ECEFA-D907-C61F-7B04-3102C2CF0EC3}"/>
          </ac:spMkLst>
        </pc:spChg>
        <pc:spChg chg="add mod ord">
          <ac:chgData name="Tim Warner" userId="1d9b2d89684621c1" providerId="LiveId" clId="{9C1AC220-CD93-46E4-823F-E96AD2EFE762}" dt="2025-11-15T00:08:22.621" v="2" actId="700"/>
          <ac:spMkLst>
            <pc:docMk/>
            <pc:sldMk cId="0" sldId="523"/>
            <ac:spMk id="5" creationId="{700481CA-5164-1D20-F88C-37D44F183447}"/>
          </ac:spMkLst>
        </pc:spChg>
      </pc:sldChg>
      <pc:sldChg chg="addSp modSp mod chgLayout">
        <pc:chgData name="Tim Warner" userId="1d9b2d89684621c1" providerId="LiveId" clId="{9C1AC220-CD93-46E4-823F-E96AD2EFE762}" dt="2025-11-15T00:07:50.141" v="0" actId="700"/>
        <pc:sldMkLst>
          <pc:docMk/>
          <pc:sldMk cId="0" sldId="524"/>
        </pc:sldMkLst>
        <pc:spChg chg="mod ord">
          <ac:chgData name="Tim Warner" userId="1d9b2d89684621c1" providerId="LiveId" clId="{9C1AC220-CD93-46E4-823F-E96AD2EFE762}" dt="2025-11-15T00:07:50.141" v="0" actId="700"/>
          <ac:spMkLst>
            <pc:docMk/>
            <pc:sldMk cId="0" sldId="524"/>
            <ac:spMk id="2" creationId="{00000000-0000-0000-0000-000000000000}"/>
          </ac:spMkLst>
        </pc:spChg>
        <pc:spChg chg="mod ord">
          <ac:chgData name="Tim Warner" userId="1d9b2d89684621c1" providerId="LiveId" clId="{9C1AC220-CD93-46E4-823F-E96AD2EFE762}" dt="2025-11-15T00:07:50.141" v="0" actId="700"/>
          <ac:spMkLst>
            <pc:docMk/>
            <pc:sldMk cId="0" sldId="524"/>
            <ac:spMk id="3" creationId="{00000000-0000-0000-0000-000000000000}"/>
          </ac:spMkLst>
        </pc:spChg>
        <pc:spChg chg="add mod ord">
          <ac:chgData name="Tim Warner" userId="1d9b2d89684621c1" providerId="LiveId" clId="{9C1AC220-CD93-46E4-823F-E96AD2EFE762}" dt="2025-11-15T00:07:50.141" v="0" actId="700"/>
          <ac:spMkLst>
            <pc:docMk/>
            <pc:sldMk cId="0" sldId="524"/>
            <ac:spMk id="4" creationId="{1FF9D86C-7C43-6D1B-0510-1549AA360FE1}"/>
          </ac:spMkLst>
        </pc:spChg>
        <pc:spChg chg="add mod ord">
          <ac:chgData name="Tim Warner" userId="1d9b2d89684621c1" providerId="LiveId" clId="{9C1AC220-CD93-46E4-823F-E96AD2EFE762}" dt="2025-11-15T00:07:50.141" v="0" actId="700"/>
          <ac:spMkLst>
            <pc:docMk/>
            <pc:sldMk cId="0" sldId="524"/>
            <ac:spMk id="5" creationId="{C32767F7-7996-BC24-FE52-EFCD7126F585}"/>
          </ac:spMkLst>
        </pc:spChg>
      </pc:sldChg>
      <pc:sldChg chg="addSp modSp mod chgLayout">
        <pc:chgData name="Tim Warner" userId="1d9b2d89684621c1" providerId="LiveId" clId="{9C1AC220-CD93-46E4-823F-E96AD2EFE762}" dt="2025-11-15T00:08:13.016" v="1" actId="700"/>
        <pc:sldMkLst>
          <pc:docMk/>
          <pc:sldMk cId="0" sldId="525"/>
        </pc:sldMkLst>
        <pc:spChg chg="mod ord">
          <ac:chgData name="Tim Warner" userId="1d9b2d89684621c1" providerId="LiveId" clId="{9C1AC220-CD93-46E4-823F-E96AD2EFE762}" dt="2025-11-15T00:08:13.016" v="1" actId="700"/>
          <ac:spMkLst>
            <pc:docMk/>
            <pc:sldMk cId="0" sldId="525"/>
            <ac:spMk id="2" creationId="{00000000-0000-0000-0000-000000000000}"/>
          </ac:spMkLst>
        </pc:spChg>
        <pc:spChg chg="mod ord">
          <ac:chgData name="Tim Warner" userId="1d9b2d89684621c1" providerId="LiveId" clId="{9C1AC220-CD93-46E4-823F-E96AD2EFE762}" dt="2025-11-15T00:08:13.016" v="1" actId="700"/>
          <ac:spMkLst>
            <pc:docMk/>
            <pc:sldMk cId="0" sldId="525"/>
            <ac:spMk id="3" creationId="{00000000-0000-0000-0000-000000000000}"/>
          </ac:spMkLst>
        </pc:spChg>
        <pc:spChg chg="add mod ord">
          <ac:chgData name="Tim Warner" userId="1d9b2d89684621c1" providerId="LiveId" clId="{9C1AC220-CD93-46E4-823F-E96AD2EFE762}" dt="2025-11-15T00:08:13.016" v="1" actId="700"/>
          <ac:spMkLst>
            <pc:docMk/>
            <pc:sldMk cId="0" sldId="525"/>
            <ac:spMk id="4" creationId="{0EB261A7-55DC-9B18-8DB8-B80C7FD412DB}"/>
          </ac:spMkLst>
        </pc:spChg>
        <pc:spChg chg="add mod ord">
          <ac:chgData name="Tim Warner" userId="1d9b2d89684621c1" providerId="LiveId" clId="{9C1AC220-CD93-46E4-823F-E96AD2EFE762}" dt="2025-11-15T00:08:13.016" v="1" actId="700"/>
          <ac:spMkLst>
            <pc:docMk/>
            <pc:sldMk cId="0" sldId="525"/>
            <ac:spMk id="5" creationId="{37F9F0D4-580E-CA28-C801-8F25C4083863}"/>
          </ac:spMkLst>
        </pc:spChg>
      </pc:sldChg>
      <pc:sldChg chg="addSp modSp mod chgLayout">
        <pc:chgData name="Tim Warner" userId="1d9b2d89684621c1" providerId="LiveId" clId="{9C1AC220-CD93-46E4-823F-E96AD2EFE762}" dt="2025-11-15T00:08:13.016" v="1" actId="700"/>
        <pc:sldMkLst>
          <pc:docMk/>
          <pc:sldMk cId="0" sldId="526"/>
        </pc:sldMkLst>
        <pc:spChg chg="mod ord">
          <ac:chgData name="Tim Warner" userId="1d9b2d89684621c1" providerId="LiveId" clId="{9C1AC220-CD93-46E4-823F-E96AD2EFE762}" dt="2025-11-15T00:08:13.016" v="1" actId="700"/>
          <ac:spMkLst>
            <pc:docMk/>
            <pc:sldMk cId="0" sldId="526"/>
            <ac:spMk id="2" creationId="{00000000-0000-0000-0000-000000000000}"/>
          </ac:spMkLst>
        </pc:spChg>
        <pc:spChg chg="mod ord">
          <ac:chgData name="Tim Warner" userId="1d9b2d89684621c1" providerId="LiveId" clId="{9C1AC220-CD93-46E4-823F-E96AD2EFE762}" dt="2025-11-15T00:08:13.016" v="1" actId="700"/>
          <ac:spMkLst>
            <pc:docMk/>
            <pc:sldMk cId="0" sldId="526"/>
            <ac:spMk id="3" creationId="{00000000-0000-0000-0000-000000000000}"/>
          </ac:spMkLst>
        </pc:spChg>
        <pc:spChg chg="add mod ord">
          <ac:chgData name="Tim Warner" userId="1d9b2d89684621c1" providerId="LiveId" clId="{9C1AC220-CD93-46E4-823F-E96AD2EFE762}" dt="2025-11-15T00:08:13.016" v="1" actId="700"/>
          <ac:spMkLst>
            <pc:docMk/>
            <pc:sldMk cId="0" sldId="526"/>
            <ac:spMk id="4" creationId="{09451316-216C-53E8-9945-26F9DCD9BF83}"/>
          </ac:spMkLst>
        </pc:spChg>
        <pc:spChg chg="add mod ord">
          <ac:chgData name="Tim Warner" userId="1d9b2d89684621c1" providerId="LiveId" clId="{9C1AC220-CD93-46E4-823F-E96AD2EFE762}" dt="2025-11-15T00:08:13.016" v="1" actId="700"/>
          <ac:spMkLst>
            <pc:docMk/>
            <pc:sldMk cId="0" sldId="526"/>
            <ac:spMk id="5" creationId="{31D91FA0-EB52-6DA5-0A5A-EEB804C46CD3}"/>
          </ac:spMkLst>
        </pc:spChg>
      </pc:sldChg>
      <pc:sldChg chg="addSp modSp mod chgLayout">
        <pc:chgData name="Tim Warner" userId="1d9b2d89684621c1" providerId="LiveId" clId="{9C1AC220-CD93-46E4-823F-E96AD2EFE762}" dt="2025-11-15T00:08:13.016" v="1" actId="700"/>
        <pc:sldMkLst>
          <pc:docMk/>
          <pc:sldMk cId="0" sldId="527"/>
        </pc:sldMkLst>
        <pc:spChg chg="mod ord">
          <ac:chgData name="Tim Warner" userId="1d9b2d89684621c1" providerId="LiveId" clId="{9C1AC220-CD93-46E4-823F-E96AD2EFE762}" dt="2025-11-15T00:08:13.016" v="1" actId="700"/>
          <ac:spMkLst>
            <pc:docMk/>
            <pc:sldMk cId="0" sldId="527"/>
            <ac:spMk id="2" creationId="{00000000-0000-0000-0000-000000000000}"/>
          </ac:spMkLst>
        </pc:spChg>
        <pc:spChg chg="mod ord">
          <ac:chgData name="Tim Warner" userId="1d9b2d89684621c1" providerId="LiveId" clId="{9C1AC220-CD93-46E4-823F-E96AD2EFE762}" dt="2025-11-15T00:08:13.016" v="1" actId="700"/>
          <ac:spMkLst>
            <pc:docMk/>
            <pc:sldMk cId="0" sldId="527"/>
            <ac:spMk id="3" creationId="{00000000-0000-0000-0000-000000000000}"/>
          </ac:spMkLst>
        </pc:spChg>
        <pc:spChg chg="add mod ord">
          <ac:chgData name="Tim Warner" userId="1d9b2d89684621c1" providerId="LiveId" clId="{9C1AC220-CD93-46E4-823F-E96AD2EFE762}" dt="2025-11-15T00:08:13.016" v="1" actId="700"/>
          <ac:spMkLst>
            <pc:docMk/>
            <pc:sldMk cId="0" sldId="527"/>
            <ac:spMk id="4" creationId="{24A26BF0-571E-4873-FBB9-E8BAD6B06033}"/>
          </ac:spMkLst>
        </pc:spChg>
        <pc:spChg chg="add mod ord">
          <ac:chgData name="Tim Warner" userId="1d9b2d89684621c1" providerId="LiveId" clId="{9C1AC220-CD93-46E4-823F-E96AD2EFE762}" dt="2025-11-15T00:08:13.016" v="1" actId="700"/>
          <ac:spMkLst>
            <pc:docMk/>
            <pc:sldMk cId="0" sldId="527"/>
            <ac:spMk id="5" creationId="{7A51DBE8-9C17-B65B-3723-0BEF623F861E}"/>
          </ac:spMkLst>
        </pc:spChg>
      </pc:sldChg>
      <pc:sldChg chg="addSp modSp mod chgLayout">
        <pc:chgData name="Tim Warner" userId="1d9b2d89684621c1" providerId="LiveId" clId="{9C1AC220-CD93-46E4-823F-E96AD2EFE762}" dt="2025-11-15T00:08:13.016" v="1" actId="700"/>
        <pc:sldMkLst>
          <pc:docMk/>
          <pc:sldMk cId="0" sldId="528"/>
        </pc:sldMkLst>
        <pc:spChg chg="mod ord">
          <ac:chgData name="Tim Warner" userId="1d9b2d89684621c1" providerId="LiveId" clId="{9C1AC220-CD93-46E4-823F-E96AD2EFE762}" dt="2025-11-15T00:08:13.016" v="1" actId="700"/>
          <ac:spMkLst>
            <pc:docMk/>
            <pc:sldMk cId="0" sldId="528"/>
            <ac:spMk id="2" creationId="{00000000-0000-0000-0000-000000000000}"/>
          </ac:spMkLst>
        </pc:spChg>
        <pc:spChg chg="mod ord">
          <ac:chgData name="Tim Warner" userId="1d9b2d89684621c1" providerId="LiveId" clId="{9C1AC220-CD93-46E4-823F-E96AD2EFE762}" dt="2025-11-15T00:08:13.016" v="1" actId="700"/>
          <ac:spMkLst>
            <pc:docMk/>
            <pc:sldMk cId="0" sldId="528"/>
            <ac:spMk id="3" creationId="{00000000-0000-0000-0000-000000000000}"/>
          </ac:spMkLst>
        </pc:spChg>
        <pc:spChg chg="add mod ord">
          <ac:chgData name="Tim Warner" userId="1d9b2d89684621c1" providerId="LiveId" clId="{9C1AC220-CD93-46E4-823F-E96AD2EFE762}" dt="2025-11-15T00:08:13.016" v="1" actId="700"/>
          <ac:spMkLst>
            <pc:docMk/>
            <pc:sldMk cId="0" sldId="528"/>
            <ac:spMk id="4" creationId="{98CCB6F7-5C9E-987A-BFF0-5720B6B5511B}"/>
          </ac:spMkLst>
        </pc:spChg>
        <pc:spChg chg="add mod ord">
          <ac:chgData name="Tim Warner" userId="1d9b2d89684621c1" providerId="LiveId" clId="{9C1AC220-CD93-46E4-823F-E96AD2EFE762}" dt="2025-11-15T00:08:13.016" v="1" actId="700"/>
          <ac:spMkLst>
            <pc:docMk/>
            <pc:sldMk cId="0" sldId="528"/>
            <ac:spMk id="5" creationId="{E72F3821-57A4-C499-90B0-120AA2578A9C}"/>
          </ac:spMkLst>
        </pc:spChg>
      </pc:sldChg>
      <pc:sldChg chg="addSp modSp mod chgLayout">
        <pc:chgData name="Tim Warner" userId="1d9b2d89684621c1" providerId="LiveId" clId="{9C1AC220-CD93-46E4-823F-E96AD2EFE762}" dt="2025-11-15T00:08:13.016" v="1" actId="700"/>
        <pc:sldMkLst>
          <pc:docMk/>
          <pc:sldMk cId="0" sldId="529"/>
        </pc:sldMkLst>
        <pc:spChg chg="mod ord">
          <ac:chgData name="Tim Warner" userId="1d9b2d89684621c1" providerId="LiveId" clId="{9C1AC220-CD93-46E4-823F-E96AD2EFE762}" dt="2025-11-15T00:08:13.016" v="1" actId="700"/>
          <ac:spMkLst>
            <pc:docMk/>
            <pc:sldMk cId="0" sldId="529"/>
            <ac:spMk id="2" creationId="{00000000-0000-0000-0000-000000000000}"/>
          </ac:spMkLst>
        </pc:spChg>
        <pc:spChg chg="mod ord">
          <ac:chgData name="Tim Warner" userId="1d9b2d89684621c1" providerId="LiveId" clId="{9C1AC220-CD93-46E4-823F-E96AD2EFE762}" dt="2025-11-15T00:08:13.016" v="1" actId="700"/>
          <ac:spMkLst>
            <pc:docMk/>
            <pc:sldMk cId="0" sldId="529"/>
            <ac:spMk id="3" creationId="{00000000-0000-0000-0000-000000000000}"/>
          </ac:spMkLst>
        </pc:spChg>
        <pc:spChg chg="add mod ord">
          <ac:chgData name="Tim Warner" userId="1d9b2d89684621c1" providerId="LiveId" clId="{9C1AC220-CD93-46E4-823F-E96AD2EFE762}" dt="2025-11-15T00:08:13.016" v="1" actId="700"/>
          <ac:spMkLst>
            <pc:docMk/>
            <pc:sldMk cId="0" sldId="529"/>
            <ac:spMk id="4" creationId="{62CE6403-BC0A-3BF6-5C1B-24FF7099F71D}"/>
          </ac:spMkLst>
        </pc:spChg>
        <pc:spChg chg="add mod ord">
          <ac:chgData name="Tim Warner" userId="1d9b2d89684621c1" providerId="LiveId" clId="{9C1AC220-CD93-46E4-823F-E96AD2EFE762}" dt="2025-11-15T00:08:13.016" v="1" actId="700"/>
          <ac:spMkLst>
            <pc:docMk/>
            <pc:sldMk cId="0" sldId="529"/>
            <ac:spMk id="5" creationId="{09DDFD5B-2593-D48A-AED2-B7267A6FD69A}"/>
          </ac:spMkLst>
        </pc:spChg>
      </pc:sldChg>
      <pc:sldChg chg="addSp modSp mod chgLayout">
        <pc:chgData name="Tim Warner" userId="1d9b2d89684621c1" providerId="LiveId" clId="{9C1AC220-CD93-46E4-823F-E96AD2EFE762}" dt="2025-11-15T00:08:13.016" v="1" actId="700"/>
        <pc:sldMkLst>
          <pc:docMk/>
          <pc:sldMk cId="0" sldId="530"/>
        </pc:sldMkLst>
        <pc:spChg chg="mod ord">
          <ac:chgData name="Tim Warner" userId="1d9b2d89684621c1" providerId="LiveId" clId="{9C1AC220-CD93-46E4-823F-E96AD2EFE762}" dt="2025-11-15T00:08:13.016" v="1" actId="700"/>
          <ac:spMkLst>
            <pc:docMk/>
            <pc:sldMk cId="0" sldId="530"/>
            <ac:spMk id="2" creationId="{00000000-0000-0000-0000-000000000000}"/>
          </ac:spMkLst>
        </pc:spChg>
        <pc:spChg chg="mod ord">
          <ac:chgData name="Tim Warner" userId="1d9b2d89684621c1" providerId="LiveId" clId="{9C1AC220-CD93-46E4-823F-E96AD2EFE762}" dt="2025-11-15T00:08:13.016" v="1" actId="700"/>
          <ac:spMkLst>
            <pc:docMk/>
            <pc:sldMk cId="0" sldId="530"/>
            <ac:spMk id="3" creationId="{00000000-0000-0000-0000-000000000000}"/>
          </ac:spMkLst>
        </pc:spChg>
        <pc:spChg chg="add mod ord">
          <ac:chgData name="Tim Warner" userId="1d9b2d89684621c1" providerId="LiveId" clId="{9C1AC220-CD93-46E4-823F-E96AD2EFE762}" dt="2025-11-15T00:08:13.016" v="1" actId="700"/>
          <ac:spMkLst>
            <pc:docMk/>
            <pc:sldMk cId="0" sldId="530"/>
            <ac:spMk id="4" creationId="{BB5F67D9-B05A-7E26-8855-CEF1D3441129}"/>
          </ac:spMkLst>
        </pc:spChg>
        <pc:spChg chg="add mod ord">
          <ac:chgData name="Tim Warner" userId="1d9b2d89684621c1" providerId="LiveId" clId="{9C1AC220-CD93-46E4-823F-E96AD2EFE762}" dt="2025-11-15T00:08:13.016" v="1" actId="700"/>
          <ac:spMkLst>
            <pc:docMk/>
            <pc:sldMk cId="0" sldId="530"/>
            <ac:spMk id="5" creationId="{622E6366-BF6E-F9FE-678F-F3D416EA12A3}"/>
          </ac:spMkLst>
        </pc:spChg>
      </pc:sldChg>
    </pc:docChg>
  </pc:docChgLst>
</pc:chgInfo>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JAN</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DATA</c:v>
                </c:pt>
              </c:strCache>
            </c:strRef>
          </c:cat>
          <c:val>
            <c:numRef>
              <c:f>Sheet1!$B$2</c:f>
              <c:numCache>
                <c:formatCode>General</c:formatCode>
                <c:ptCount val="1"/>
                <c:pt idx="0">
                  <c:v>2.2999999999999998</c:v>
                </c:pt>
              </c:numCache>
            </c:numRef>
          </c:val>
          <c:extLst>
            <c:ext xmlns:c16="http://schemas.microsoft.com/office/drawing/2014/chart" uri="{C3380CC4-5D6E-409C-BE32-E72D297353CC}">
              <c16:uniqueId val="{00000000-44CE-4AFD-8A18-A9E8A47F37F0}"/>
            </c:ext>
          </c:extLst>
        </c:ser>
        <c:ser>
          <c:idx val="1"/>
          <c:order val="1"/>
          <c:tx>
            <c:strRef>
              <c:f>Sheet1!$C$1</c:f>
              <c:strCache>
                <c:ptCount val="1"/>
                <c:pt idx="0">
                  <c:v>FEB</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DATA</c:v>
                </c:pt>
              </c:strCache>
            </c:strRef>
          </c:cat>
          <c:val>
            <c:numRef>
              <c:f>Sheet1!$C$2</c:f>
              <c:numCache>
                <c:formatCode>General</c:formatCode>
                <c:ptCount val="1"/>
                <c:pt idx="0">
                  <c:v>3</c:v>
                </c:pt>
              </c:numCache>
            </c:numRef>
          </c:val>
          <c:extLst>
            <c:ext xmlns:c16="http://schemas.microsoft.com/office/drawing/2014/chart" uri="{C3380CC4-5D6E-409C-BE32-E72D297353CC}">
              <c16:uniqueId val="{00000001-44CE-4AFD-8A18-A9E8A47F37F0}"/>
            </c:ext>
          </c:extLst>
        </c:ser>
        <c:ser>
          <c:idx val="2"/>
          <c:order val="2"/>
          <c:tx>
            <c:strRef>
              <c:f>Sheet1!$D$1</c:f>
              <c:strCache>
                <c:ptCount val="1"/>
                <c:pt idx="0">
                  <c:v>MAR</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DATA</c:v>
                </c:pt>
              </c:strCache>
            </c:strRef>
          </c:cat>
          <c:val>
            <c:numRef>
              <c:f>Sheet1!$D$2</c:f>
              <c:numCache>
                <c:formatCode>General</c:formatCode>
                <c:ptCount val="1"/>
                <c:pt idx="0">
                  <c:v>1.8</c:v>
                </c:pt>
              </c:numCache>
            </c:numRef>
          </c:val>
          <c:extLst>
            <c:ext xmlns:c16="http://schemas.microsoft.com/office/drawing/2014/chart" uri="{C3380CC4-5D6E-409C-BE32-E72D297353CC}">
              <c16:uniqueId val="{00000002-44CE-4AFD-8A18-A9E8A47F37F0}"/>
            </c:ext>
          </c:extLst>
        </c:ser>
        <c:ser>
          <c:idx val="3"/>
          <c:order val="3"/>
          <c:tx>
            <c:strRef>
              <c:f>Sheet1!$E$1</c:f>
              <c:strCache>
                <c:ptCount val="1"/>
                <c:pt idx="0">
                  <c:v>APR</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DATA</c:v>
                </c:pt>
              </c:strCache>
            </c:strRef>
          </c:cat>
          <c:val>
            <c:numRef>
              <c:f>Sheet1!$E$2</c:f>
              <c:numCache>
                <c:formatCode>General</c:formatCode>
                <c:ptCount val="1"/>
                <c:pt idx="0">
                  <c:v>3.8</c:v>
                </c:pt>
              </c:numCache>
            </c:numRef>
          </c:val>
          <c:extLst>
            <c:ext xmlns:c16="http://schemas.microsoft.com/office/drawing/2014/chart" uri="{C3380CC4-5D6E-409C-BE32-E72D297353CC}">
              <c16:uniqueId val="{00000003-44CE-4AFD-8A18-A9E8A47F37F0}"/>
            </c:ext>
          </c:extLst>
        </c:ser>
        <c:ser>
          <c:idx val="4"/>
          <c:order val="4"/>
          <c:tx>
            <c:strRef>
              <c:f>Sheet1!$F$1</c:f>
              <c:strCache>
                <c:ptCount val="1"/>
                <c:pt idx="0">
                  <c:v>MAY</c:v>
                </c:pt>
              </c:strCache>
            </c:strRef>
          </c:tx>
          <c:spPr>
            <a:solidFill>
              <a:schemeClr val="accent5"/>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DATA</c:v>
                </c:pt>
              </c:strCache>
            </c:strRef>
          </c:cat>
          <c:val>
            <c:numRef>
              <c:f>Sheet1!$F$2</c:f>
              <c:numCache>
                <c:formatCode>General</c:formatCode>
                <c:ptCount val="1"/>
                <c:pt idx="0">
                  <c:v>3.4</c:v>
                </c:pt>
              </c:numCache>
            </c:numRef>
          </c:val>
          <c:extLst>
            <c:ext xmlns:c16="http://schemas.microsoft.com/office/drawing/2014/chart" uri="{C3380CC4-5D6E-409C-BE32-E72D297353CC}">
              <c16:uniqueId val="{00000004-44CE-4AFD-8A18-A9E8A47F37F0}"/>
            </c:ext>
          </c:extLst>
        </c:ser>
        <c:ser>
          <c:idx val="5"/>
          <c:order val="5"/>
          <c:tx>
            <c:strRef>
              <c:f>Sheet1!$G$1</c:f>
              <c:strCache>
                <c:ptCount val="1"/>
                <c:pt idx="0">
                  <c:v>JUN</c:v>
                </c:pt>
              </c:strCache>
            </c:strRef>
          </c:tx>
          <c:spPr>
            <a:solidFill>
              <a:schemeClr val="accent6"/>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DATA</c:v>
                </c:pt>
              </c:strCache>
            </c:strRef>
          </c:cat>
          <c:val>
            <c:numRef>
              <c:f>Sheet1!$G$2</c:f>
              <c:numCache>
                <c:formatCode>General</c:formatCode>
                <c:ptCount val="1"/>
                <c:pt idx="0">
                  <c:v>4.5999999999999996</c:v>
                </c:pt>
              </c:numCache>
            </c:numRef>
          </c:val>
          <c:extLst>
            <c:ext xmlns:c16="http://schemas.microsoft.com/office/drawing/2014/chart" uri="{C3380CC4-5D6E-409C-BE32-E72D297353CC}">
              <c16:uniqueId val="{00000005-44CE-4AFD-8A18-A9E8A47F37F0}"/>
            </c:ext>
          </c:extLst>
        </c:ser>
        <c:dLbls>
          <c:showLegendKey val="0"/>
          <c:showVal val="1"/>
          <c:showCatName val="0"/>
          <c:showSerName val="0"/>
          <c:showPercent val="0"/>
          <c:showBubbleSize val="0"/>
        </c:dLbls>
        <c:gapWidth val="200"/>
        <c:overlap val="-50"/>
        <c:axId val="420139552"/>
        <c:axId val="420150080"/>
      </c:barChart>
      <c:catAx>
        <c:axId val="4201395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Segoe UI" panose="020B0502040204020203" pitchFamily="34" charset="0"/>
                <a:ea typeface="+mn-ea"/>
                <a:cs typeface="Segoe UI" panose="020B0502040204020203" pitchFamily="34" charset="0"/>
              </a:defRPr>
            </a:pPr>
            <a:endParaRPr lang="en-US"/>
          </a:p>
        </c:txPr>
        <c:crossAx val="420150080"/>
        <c:crosses val="autoZero"/>
        <c:auto val="1"/>
        <c:lblAlgn val="ctr"/>
        <c:lblOffset val="100"/>
        <c:noMultiLvlLbl val="0"/>
      </c:catAx>
      <c:valAx>
        <c:axId val="420150080"/>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Segoe UI" panose="020B0502040204020203" pitchFamily="34" charset="0"/>
              </a:defRPr>
            </a:pPr>
            <a:endParaRPr lang="en-US"/>
          </a:p>
        </c:txPr>
        <c:crossAx val="420139552"/>
        <c:crosses val="autoZero"/>
        <c:crossBetween val="between"/>
        <c:majorUnit val="1"/>
        <c:minorUnit val="0.1"/>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Segoe UI" panose="020B0502040204020203"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C1B-4635-99A7-803E23345B8C}"/>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CC1B-4635-99A7-803E23345B8C}"/>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CC1B-4635-99A7-803E23345B8C}"/>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CC1B-4635-99A7-803E23345B8C}"/>
              </c:ext>
            </c:extLst>
          </c:dPt>
          <c:cat>
            <c:strRef>
              <c:f>Sheet1!$A$2:$A$5</c:f>
              <c:strCache>
                <c:ptCount val="4"/>
                <c:pt idx="0">
                  <c:v>Q1</c:v>
                </c:pt>
                <c:pt idx="1">
                  <c:v>Q2</c:v>
                </c:pt>
                <c:pt idx="2">
                  <c:v>Q3</c:v>
                </c:pt>
                <c:pt idx="3">
                  <c:v>Q4</c:v>
                </c:pt>
              </c:strCache>
            </c:strRef>
          </c:cat>
          <c:val>
            <c:numRef>
              <c:f>Sheet1!$B$2:$B$5</c:f>
              <c:numCache>
                <c:formatCode>General</c:formatCode>
                <c:ptCount val="4"/>
                <c:pt idx="0">
                  <c:v>55</c:v>
                </c:pt>
                <c:pt idx="1">
                  <c:v>20</c:v>
                </c:pt>
                <c:pt idx="2">
                  <c:v>5</c:v>
                </c:pt>
                <c:pt idx="3">
                  <c:v>10</c:v>
                </c:pt>
              </c:numCache>
            </c:numRef>
          </c:val>
          <c:extLst>
            <c:ext xmlns:c16="http://schemas.microsoft.com/office/drawing/2014/chart" uri="{C3380CC4-5D6E-409C-BE32-E72D297353CC}">
              <c16:uniqueId val="{00000008-CC1B-4635-99A7-803E23345B8C}"/>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Segoe UI" panose="020B0502040204020203" pitchFamily="34" charset="0"/>
              <a:ea typeface="+mn-ea"/>
              <a:cs typeface="Segoe UI" panose="020B0502040204020203"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85A484E-2BD9-3CBE-C611-D3089AC1AE9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Plus Jakarta Sans Medium" pitchFamily="2" charset="0"/>
            </a:endParaRPr>
          </a:p>
        </p:txBody>
      </p:sp>
      <p:sp>
        <p:nvSpPr>
          <p:cNvPr id="3" name="Date Placeholder 2">
            <a:extLst>
              <a:ext uri="{FF2B5EF4-FFF2-40B4-BE49-F238E27FC236}">
                <a16:creationId xmlns:a16="http://schemas.microsoft.com/office/drawing/2014/main" id="{E4E7924C-FE91-B6B8-1539-895151714C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8E41D17-B1DE-4F3D-8229-E6DD2286D408}" type="datetimeFigureOut">
              <a:rPr lang="en-US" smtClean="0">
                <a:latin typeface="Plus Jakarta Sans Medium" pitchFamily="2" charset="0"/>
              </a:rPr>
              <a:t>Fri, 11/14/2025</a:t>
            </a:fld>
            <a:endParaRPr lang="en-US">
              <a:latin typeface="Plus Jakarta Sans Medium" pitchFamily="2" charset="0"/>
            </a:endParaRPr>
          </a:p>
        </p:txBody>
      </p:sp>
      <p:sp>
        <p:nvSpPr>
          <p:cNvPr id="4" name="Footer Placeholder 3">
            <a:extLst>
              <a:ext uri="{FF2B5EF4-FFF2-40B4-BE49-F238E27FC236}">
                <a16:creationId xmlns:a16="http://schemas.microsoft.com/office/drawing/2014/main" id="{83BB3357-0477-9C6D-6606-044FA160C44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Plus Jakarta Sans Medium" pitchFamily="2" charset="0"/>
            </a:endParaRPr>
          </a:p>
        </p:txBody>
      </p:sp>
      <p:sp>
        <p:nvSpPr>
          <p:cNvPr id="5" name="Slide Number Placeholder 4">
            <a:extLst>
              <a:ext uri="{FF2B5EF4-FFF2-40B4-BE49-F238E27FC236}">
                <a16:creationId xmlns:a16="http://schemas.microsoft.com/office/drawing/2014/main" id="{272A7606-B324-E325-4BFC-71A57E9DE45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3D87F3D-D5D7-403E-A0DB-D0DC951FAB6E}" type="slidenum">
              <a:rPr lang="en-US" smtClean="0">
                <a:latin typeface="Plus Jakarta Sans Medium" pitchFamily="2" charset="0"/>
              </a:rPr>
              <a:t>‹#›</a:t>
            </a:fld>
            <a:endParaRPr lang="en-US">
              <a:latin typeface="Plus Jakarta Sans Medium" pitchFamily="2" charset="0"/>
            </a:endParaRPr>
          </a:p>
        </p:txBody>
      </p:sp>
    </p:spTree>
    <p:extLst>
      <p:ext uri="{BB962C8B-B14F-4D97-AF65-F5344CB8AC3E}">
        <p14:creationId xmlns:p14="http://schemas.microsoft.com/office/powerpoint/2010/main" val="168946460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lus Jakarta Sans Medium" pitchFamily="2"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lus Jakarta Sans Medium" pitchFamily="2" charset="0"/>
              </a:defRPr>
            </a:lvl1pPr>
          </a:lstStyle>
          <a:p>
            <a:fld id="{2A9CD6B2-B732-FC41-A69E-62762D3FD565}" type="datetimeFigureOut">
              <a:rPr lang="en-US" smtClean="0"/>
              <a:pPr/>
              <a:t>Fri, 11/14/2025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lus Jakarta Sans Medium" pitchFamily="2"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lus Jakarta Sans Medium" pitchFamily="2" charset="0"/>
              </a:defRPr>
            </a:lvl1pPr>
          </a:lstStyle>
          <a:p>
            <a:fld id="{654E6AB8-202A-7D41-9CBD-7C8AE42CF1A5}" type="slidenum">
              <a:rPr lang="en-US" smtClean="0"/>
              <a:pPr/>
              <a:t>‹#›</a:t>
            </a:fld>
            <a:endParaRPr lang="en-US"/>
          </a:p>
        </p:txBody>
      </p:sp>
    </p:spTree>
    <p:extLst>
      <p:ext uri="{BB962C8B-B14F-4D97-AF65-F5344CB8AC3E}">
        <p14:creationId xmlns:p14="http://schemas.microsoft.com/office/powerpoint/2010/main" val="962103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Plus Jakarta Sans Medium" pitchFamily="2" charset="0"/>
        <a:ea typeface="+mn-ea"/>
        <a:cs typeface="+mn-cs"/>
      </a:defRPr>
    </a:lvl1pPr>
    <a:lvl2pPr marL="457200" algn="l" defTabSz="914400" rtl="0" eaLnBrk="1" latinLnBrk="0" hangingPunct="1">
      <a:defRPr sz="1200" kern="1200">
        <a:solidFill>
          <a:schemeClr val="tx1"/>
        </a:solidFill>
        <a:latin typeface="Plus Jakarta Sans Medium" pitchFamily="2" charset="0"/>
        <a:ea typeface="+mn-ea"/>
        <a:cs typeface="+mn-cs"/>
      </a:defRPr>
    </a:lvl2pPr>
    <a:lvl3pPr marL="914400" algn="l" defTabSz="914400" rtl="0" eaLnBrk="1" latinLnBrk="0" hangingPunct="1">
      <a:defRPr sz="1200" kern="1200">
        <a:solidFill>
          <a:schemeClr val="tx1"/>
        </a:solidFill>
        <a:latin typeface="Plus Jakarta Sans Medium" pitchFamily="2" charset="0"/>
        <a:ea typeface="+mn-ea"/>
        <a:cs typeface="+mn-cs"/>
      </a:defRPr>
    </a:lvl3pPr>
    <a:lvl4pPr marL="1371600" algn="l" defTabSz="914400" rtl="0" eaLnBrk="1" latinLnBrk="0" hangingPunct="1">
      <a:defRPr sz="1200" kern="1200">
        <a:solidFill>
          <a:schemeClr val="tx1"/>
        </a:solidFill>
        <a:latin typeface="Plus Jakarta Sans Medium" pitchFamily="2" charset="0"/>
        <a:ea typeface="+mn-ea"/>
        <a:cs typeface="+mn-cs"/>
      </a:defRPr>
    </a:lvl4pPr>
    <a:lvl5pPr marL="1828800" algn="l" defTabSz="914400" rtl="0" eaLnBrk="1" latinLnBrk="0" hangingPunct="1">
      <a:defRPr sz="1200" kern="1200">
        <a:solidFill>
          <a:schemeClr val="tx1"/>
        </a:solidFill>
        <a:latin typeface="Plus Jakarta Sans Medium"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Welcome back. In Lessons 1-3, we focused on building security - detecting vulnerabilities, implementing protocols, and automating tests. Lesson 4 shifts our focus to analyzing and verifying security. We're moving from creation to validation. This lesson teaches you how to use Copilot Chat and GitHub Advanced Security for comprehensive security analysis at scale. You'll learn interactive code review, automated threat modeling, compliance auditing, and intelligent dependency management. Let's get started.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This lesson is about turning Copilot into your security analyst. We're teaching the AI to think like a penetration tester while you maintain control and judgment.</a:t>
            </a:r>
          </a:p>
          <a:p/>
          <a:p>
            <a:r>
              <a:t>BULLETS:</a:t>
            </a:r>
          </a:p>
          <a:p/>
          <a:p>
            <a:r>
              <a:t>• Use Copilot Chat for interactive security code reviews and STRIDE threat modeling - Traditional code reviews take hours per file and threat modeling takes days per system. Copilot Chat enables conversational security analysis where you ask questions and refine findings in real-time. STRIDE analysis that took a workshop can now happen in minutes. The AI identifies threat vectors, you validate and prioritize.</a:t>
            </a:r>
          </a:p>
          <a:p/>
          <a:p>
            <a:r>
              <a:t>• Generate automated security checklists and risk assessment reports - GHAS provides the data, Copilot transforms it into actionable documentation. You'll build prompts that generate CWE-mapped vulnerability reports, compliance checklists aligned to frameworks like OWASP Top 10, and risk assessment matrices. These aren't generic templates - they're contextualized to your actual codebase.</a:t>
            </a:r>
          </a:p>
          <a:p/>
          <a:p>
            <a:r>
              <a:t>• Build custom security linters for configuration vulnerability detection - Generic linters catch common issues. Custom linters catch YOUR organization's specific anti-patterns. You'll use Copilot to generate ESLint plugins and Semgrep rules that enforce your security policies. Think: detecting hardcoded Azure connection strings, finding Kubernetes privilege escalations, or catching JWT validation bypass patterns.</a:t>
            </a:r>
          </a:p>
          <a:p/>
          <a:p>
            <a:r>
              <a:t>• Automate dependency analysis with AI-powered vulnerability prioritization - Not all CVEs deserve equal attention. You'll build workflows where Copilot analyzes Dependabot alerts, assesses actual exploitability in your context, and generates pull requests with intelligent upgrade paths. This solves alert fatigue by focusing effort where real risk exists.</a:t>
            </a:r>
          </a:p>
          <a:p/>
          <a:p>
            <a:r>
              <a:t>PRO TIP: The superpower here is combining GHAS's security telemetry with Copilot's reasoning. GHAS finds vulnerabilities, Copilot explains business impact and prioritizes remediation. In production, this reduces MTTR (mean time to remediation) from weeks to hours because you're not manually triaging hundreds of alerts.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Here's the thing about traditional security code reviews - they're painfully slow and inconsistent. A senior AppSec engineer can review maybe 500 lines per hour if they're focused. Copilot Chat changes the economics entirely by providing instant conversational security analysis.</a:t>
            </a:r>
          </a:p>
          <a:p/>
          <a:p>
            <a:r>
              <a:t>BULLETS:</a:t>
            </a:r>
          </a:p>
          <a:p/>
          <a:p>
            <a:r>
              <a:t>• Conversational analysis replaces manual line-by-line auditing - Instead of reading every line, you describe your architecture to Copilot Chat and ask targeted security questions. "Does this authentication flow have session fixation risks?" or "Show me race conditions in this checkout process." The AI reads the entire codebase context and responds with specific findings. Wide World Importers reduced their code review time from 8 hours per PR to 45 minutes using this approach.</a:t>
            </a:r>
          </a:p>
          <a:p/>
          <a:p>
            <a:r>
              <a:t>• AI identifies auth/authz vulnerabilities, injection risks, and logic flaws - Copilot Chat is trained on massive vulnerability datasets including OWASP patterns, CWE examples, and real-world exploits. It recognizes authentication bypass patterns like JWT signature validation skips, authorization flaws like IDOR (Insecure Direct Object References), SQL/NoSQL/LDAP injection opportunities, and business logic vulnerabilities like race conditions in payment processing. The key is providing enough architectural context in your prompt.</a:t>
            </a:r>
          </a:p>
          <a:p/>
          <a:p>
            <a:r>
              <a:t>• STRIDE threat modeling generates comprehensive attack surface analysis - STRIDE is Microsoft's threat modeling framework: Spoofing, Tampering, Repudiation, Information Disclosure, Denial of Service, Elevation of Privilege. You give Copilot Chat your system architecture diagram or description, and it generates a complete STRIDE analysis with specific attack scenarios. Fabrikam generated a 15-page threat model in 20 minutes that would have taken their security team 2 weeks of workshops.</a:t>
            </a:r>
          </a:p>
          <a:p/>
          <a:p>
            <a:r>
              <a:t>• 10x review velocity without compromising quality - This isn't hyperbole. The GitHub 2024 Security Report shows teams using AI-assisted review analyze 10x more code than manual review teams. Quality doesn't drop because humans still validate findings - you're just accelerating the discovery phase and eliminating false negatives from reviewer fatigue.</a:t>
            </a:r>
          </a:p>
          <a:p/>
          <a:p>
            <a:r>
              <a:t>PRO TIP: When using Copilot Chat for security reviews, always start with an architecture context prompt. Paste your component diagram or describe your data flow before asking security questions. The more context you provide about trust boundaries, data classification, and deployment architecture, the more accurate the threat analysis. I learned this from doing AppSec consulting - vague questions get vague answers. Specific architectural context gets specific, actionable findings.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Let's see Copilot Chat in action for security code review. I'll demonstrate analyzing a Node.js Express API for auth vulnerabilities and generating a threat model. Watch how the conversational approach finds issues traditional linters miss.</a:t>
            </a:r>
          </a:p>
          <a:p/>
          <a:p>
            <a:r>
              <a:t>BULLETS:</a:t>
            </a:r>
          </a:p>
          <a:p/>
          <a:p>
            <a:r>
              <a:t>• Analyze Express.js API for authentication and authorization vulnerabilities - We'll start with a realistic Express API that has JWT authentication and role-based access control. The code looks fine on surface inspection - it uses popular libraries like jsonwebtoken and express-validator. But there are subtle security flaws that Copilot Chat will identify through conversational analysis.</a:t>
            </a:r>
          </a:p>
          <a:p/>
          <a:p>
            <a:r>
              <a:t>• Use conversational prompts to identify JWT validation issues - I'll show you how to structure security prompts: "Analyze the JWT validation in auth.middleware.js for signature verification bypass risks." Then follow-up: "Check if the token expiration is being enforced." This conversational approach mimics how a security consultant would audit code - asking probing questions and drilling deeper based on findings.</a:t>
            </a:r>
          </a:p>
          <a:p/>
          <a:p>
            <a:r>
              <a:t>• Generate STRIDE threat model for the API architecture - Next, I'll paste a simple architecture description into Copilot Chat and request a STRIDE analysis. The AI will identify specific threats like: Spoofing through JWT token theft, Tampering with API payloads, Information Disclosure through error messages leaking system info, and Elevation of Privilege through RBAC bypass. You'll see how comprehensive this analysis is.</a:t>
            </a:r>
          </a:p>
          <a:p/>
          <a:p>
            <a:r>
              <a:t>• Export findings as security review report - Finally, I'll show you how to structure a prompt that formats all findings into a security review report with CWE references, severity ratings, and remediation guidance. This becomes documentation for your security team and tracks remediation progress.</a:t>
            </a:r>
          </a:p>
          <a:p/>
          <a:p>
            <a:r>
              <a:t>PRO TIP: During demos, I always save successful prompts to a "security-prompts" repo. Build a prompt library for common security review scenarios - auth analysis, injection scanning, cryptography review, etc. This turns ad-hoc analysis into a repeatable workflow. Contoso maintains 40+ security prompts they run on every major PR, catching issues before they reach production.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Raw vulnerability data is useless without context and prioritization. This is where Copilot transforms GHAS telemetry into reports that drive action across your organization.</a:t>
            </a:r>
          </a:p>
          <a:p/>
          <a:p>
            <a:r>
              <a:t>BULLETS:</a:t>
            </a:r>
          </a:p>
          <a:p/>
          <a:p>
            <a:r>
              <a:t>• Transform GHAS vulnerability data into actionable security checklists - GitHub Advanced Security surfaces hundreds or thousands of potential vulnerabilities through CodeQL, secret scanning, and Dependabot. You can't manually triage this volume. Copilot ingests the GHAS data and generates prioritized checklists organized by severity, exploitability, and business impact. Northwind reduced their vulnerability backlog from 847 issues to 67 critical items requiring immediate action.</a:t>
            </a:r>
          </a:p>
          <a:p/>
          <a:p>
            <a:r>
              <a:t>• Map findings to compliance frameworks (OWASP Top 10, CWE, NIST) - Security findings need to map to compliance requirements for audit purposes. You'll build prompts where Copilot takes GHAS vulnerability data and maps each finding to specific OWASP categories, CWE identifiers, and NIST controls. This is critical for compliance reporting - auditors want to see evidence you're addressing framework requirements systematically.</a:t>
            </a:r>
          </a:p>
          <a:p/>
          <a:p>
            <a:r>
              <a:t>• Generate risk assessment matrices with business impact analysis - Not all vulnerabilities have equal business impact. An SQL injection in your admin panel is catastrophic. A reflected XSS in your 404 page is low priority. Copilot can analyze your architecture context and generate risk matrices that consider likelihood and impact. The AI asks: "Is this endpoint internet-accessible? Does it process PII? Is it in the critical business flow?" This context drives intelligent prioritization.</a:t>
            </a:r>
          </a:p>
          <a:p/>
          <a:p>
            <a:r>
              <a:t>• Customize reports for different stakeholders (devs, security, executives) - Developers need technical remediation steps. Security teams need CWE references and exploit details. Executives need business risk summaries and cost of remediation. One prompt, three different report formats. You'll see how to structure prompts that generate stakeholder-appropriate documentation from the same GHAS dataset.</a:t>
            </a:r>
          </a:p>
          <a:p/>
          <a:p>
            <a:r>
              <a:t>PRO TIP: Build a GitHub Actions workflow that generates security reports on every commit to main. Use Copilot's API to analyze new GHAS findings and append them to a living security dashboard in your wiki. Adventure Works runs this automation - every sprint planning meeting starts with an auto-generated security report showing new vulnerabilities introduced in the last two weeks. This makes security visibility continuous instead of quarterly.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Let's build a practical automation that security teams actually use in production. This demo shows end-to-end compliance reporting from GHAS data to executive dashboard.</a:t>
            </a:r>
          </a:p>
          <a:p/>
          <a:p>
            <a:r>
              <a:t>BULLETS:</a:t>
            </a:r>
          </a:p>
          <a:p/>
          <a:p>
            <a:r>
              <a:t>• Query GHAS API for CodeQL and Dependabot findings - We'll start by using GitHub's GraphQL API to fetch all active security alerts for a repository. I'll show you the query structure for pulling CodeQL SAST findings, secret scanning alerts, and Dependabot vulnerability reports. This data comes back as structured JSON that Copilot can process.</a:t>
            </a:r>
          </a:p>
          <a:p/>
          <a:p>
            <a:r>
              <a:t>• Use Copilot to generate OWASP Top 10 compliance report - Here's where it gets interesting. I'll demonstrate a Copilot prompt that takes the raw GHAS JSON and maps each finding to OWASP Top 10 categories. The AI identifies "SQL Injection" as A03:2021 Injection, "Hardcoded Secrets" as A07:2021 Identification and Authentication Failures, etc. The output is a formatted markdown report showing your compliance posture.</a:t>
            </a:r>
          </a:p>
          <a:p/>
          <a:p>
            <a:r>
              <a:t>• Create executive summary with risk metrics - For executive reporting, you don't show technical details - you show business impact. I'll use Copilot to transform the detailed findings into a one-page executive summary with metrics like: "23 critical vulnerabilities affecting payment processing, estimated remediation cost $15K, regulatory compliance risk HIGH." This is what CISOs need to see.</a:t>
            </a:r>
          </a:p>
          <a:p/>
          <a:p>
            <a:r>
              <a:t>• Automate weekly security digest via GitHub Actions - Finally, I'll show you a GitHub Actions workflow that runs this entire pipeline automatically. Every Monday morning, the security team gets an email with the week's vulnerability status, trends over time, and auto-generated remediation tickets for critical issues. The whole workflow is 60 lines of YAML and a 10-line Copilot prompt.</a:t>
            </a:r>
          </a:p>
          <a:p/>
          <a:p>
            <a:r>
              <a:t>PRO TIP: When building automated reports, always include trend data alongside current status. "We have 52 vulnerabilities" is less actionable than "We have 52 vulnerabilities, down from 78 last week, with 15 new findings introduced in PR #847." Context drives action. Tailwind Traders includes trend charts in every automated report - this helped them reduce their vulnerability count by 67% over 6 months because teams could see the impact of remediation work.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Off-the-shelf security tools catch common vulnerabilities. Custom linters catch YOUR organization's specific security mistakes. This is where Copilot becomes a force multiplier for security teams.</a:t>
            </a:r>
          </a:p>
          <a:p/>
          <a:p>
            <a:r>
              <a:t>BULLETS:</a:t>
            </a:r>
          </a:p>
          <a:p/>
          <a:p>
            <a:r>
              <a:t>• Generic linters miss organization-specific anti-patterns - ESLint and Semgrep ship with hundreds of security rules detecting SQL injection, XSS, and crypto mistakes. But they don't know YOUR organization decided JWT tokens must expire in 15 minutes max, or that all Azure Storage connections must use managed identity instead of connection strings, or that Kubernetes pods must never run as root in your production clusters. These are custom security policies that require custom linters.</a:t>
            </a:r>
          </a:p>
          <a:p/>
          <a:p>
            <a:r>
              <a:t>• Use Copilot to generate ESLint plugins for JavaScript security rules - I'll demonstrate using Copilot to build an ESLint plugin that enforces custom security policies. For example, Contoso required that all API endpoints processing PII must have rate limiting enabled. Copilot generated a custom ESLint rule that scans Express.js route definitions and fails the build if rate limiting middleware is missing on PII endpoints. This became enforceable security policy.</a:t>
            </a:r>
          </a:p>
          <a:p/>
          <a:p>
            <a:r>
              <a:t>• Create Semgrep rules detecting infrastructure misconfigurations - Semgrep is particularly powerful for infrastructure-as-code security. You'll use Copilot to generate Semgrep patterns that detect Terraform misconfigurations, Kubernetes privilege escalations, or AWS S3 buckets without encryption. Fabrikam uses custom Semgrep rules to catch 40+ organization-specific IaC security issues before they reach production.</a:t>
            </a:r>
          </a:p>
          <a:p/>
          <a:p>
            <a:r>
              <a:t>• Enforce security policies in pre-commit hooks and CI pipelines - Custom linters are worthless if they're optional. We'll integrate these rules into pre-commit hooks using Husky and GitHub Actions CI pipelines. Developers get instant feedback on policy violations before they push code. The CI build fails if security policies aren't met. This shifts security left - catching issues at code-writing time instead of production.</a:t>
            </a:r>
          </a:p>
          <a:p/>
          <a:p>
            <a:r>
              <a:t>PRO TIP: Start with your top 5 recurring security mistakes and build custom linters for those first. Don't try to create 100 rules at once - that's overwhelming. At Adventure Works, we identified their most common issues from security reviews: hardcoded secrets, missing RBAC checks, and unvalidated redirects. We built three custom linters for those patterns. After 6 months, those vulnerability categories dropped to near-zero because developers got immediate feedback. Build linters for your actual problem patterns, not theoretical ones.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Let's build a real custom security linter that solves an actual problem I see constantly in Azure consulting - developers hardcoding storage connection strings instead of using managed identity.</a:t>
            </a:r>
          </a:p>
          <a:p/>
          <a:p>
            <a:r>
              <a:t>BULLETS:</a:t>
            </a:r>
          </a:p>
          <a:p/>
          <a:p>
            <a:r>
              <a:t>• Identify recurring Azure misconfiguration pattern (storage connection strings) - The vulnerability: Developers paste Azure Storage connection strings directly into application code or config files. The secure pattern: Use DefaultAzureCredential with managed identity for authentication. This hardcoded credential pattern is a CWE-798 violation and a constant source of secret leaks. We're going to build a Semgrep rule that catches it.</a:t>
            </a:r>
          </a:p>
          <a:p/>
          <a:p>
            <a:r>
              <a:t>• Use Copilot to generate Semgrep rule detecting the anti-pattern - I'll show you the exact prompt: "Generate a Semgrep rule that detects Azure Storage connection strings in JavaScript and C# code. The pattern should match AccountName= and AccountKey= in string literals." Copilot generates the YAML-based Semgrep rule with pattern matching that catches the vulnerability. We'll review the rule logic together.</a:t>
            </a:r>
          </a:p>
          <a:p/>
          <a:p>
            <a:r>
              <a:t>• Test the rule against vulnerable and secure code samples - Security rules must have zero false positives or developers will disable them. I'll demonstrate testing the Semgrep rule against both vulnerable samples (hardcoded connection strings) and secure implementations (DefaultAzureCredential). The rule should catch the vulnerable code and pass the secure code. This validation is critical.</a:t>
            </a:r>
          </a:p>
          <a:p/>
          <a:p>
            <a:r>
              <a:t>• Integrate into GitHub Actions for automated enforcement - Finally, we'll add the custom Semgrep rule to a GitHub Actions workflow that runs on every pull request. When a developer commits code with a hardcoded connection string, the build fails with a clear error message explaining the security policy and linking to documentation on proper managed identity usage. This makes security policy enforceable.</a:t>
            </a:r>
          </a:p>
          <a:p/>
          <a:p>
            <a:r>
              <a:t>PRO TIP: When building custom linters, always include educational links in the error messages. Don't just say "Security violation detected" - say "Connection strings detected. Use managed identity instead. See: https://docs.microsoft.com/azure-identity." Wide World Importers found that adding documentation links to their custom linter errors reduced repeat violations by 80% because developers learned the secure pattern from the error message itself.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Real talk: Dependabot alert fatigue is real. You wake up Monday morning to 47 new vulnerability alerts. Which ones actually matter? Which are exploitable in your architecture? This is where Copilot's reasoning capabilities become critical.</a:t>
            </a:r>
          </a:p>
          <a:p/>
          <a:p>
            <a:r>
              <a:t>BULLETS:</a:t>
            </a:r>
          </a:p>
          <a:p/>
          <a:p>
            <a:r>
              <a:t>• Dependabot alerts overwhelm teams with low-priority noise - GitHub Dependabot is incredibly sensitive - it flags every published CVE affecting your dependency tree. Most aren't exploitable in your specific context. Example: Northwind got 200+ alerts for a lodash prototype pollution CVE. But they only used lodash for server-side data transformation with trusted inputs - the vulnerability wasn't reachable. Manually triaging 200 alerts took their security team 3 days. This doesn't scale.</a:t>
            </a:r>
          </a:p>
          <a:p/>
          <a:p>
            <a:r>
              <a:t>• Use Copilot to analyze CVE exploitability in your specific context - Here's the breakthrough: Feed Copilot both the CVE details AND your architecture/usage context. "We use package X for Y functionality. CVE-2024-1234 affects feature Z. Is this vulnerability exploitable given our usage pattern?" Copilot analyzes the attack vector and your implementation, then provides an exploitability assessment. Fabrikam reduced their critical alert queue from 200 to 37 actually-exploitable vulnerabilities using this analysis.</a:t>
            </a:r>
          </a:p>
          <a:p/>
          <a:p>
            <a:r>
              <a:t>• Generate intelligent upgrade paths considering breaking changes - Updating dependencies isn't just `npm update`. Major version bumps introduce breaking changes. Copilot can analyze your codebase usage of a vulnerable dependency, review the package's CHANGELOG, and generate an upgrade plan that identifies breaking changes and suggests code modifications. Adventure Works used this to upgrade a critical dependency with 15 breaking changes across their codebase in 4 hours instead of 2 weeks.</a:t>
            </a:r>
          </a:p>
          <a:p/>
          <a:p>
            <a:r>
              <a:t>• Automate pull request creation for high-priority vulnerabilities - The ultimate workflow: Dependabot alerts → Copilot analyzes exploitability → High-priority vulnerabilities trigger auto-generated PRs with intelligent upgrade paths and code fixes. Medium-priority vulnerabilities get triaged to backlog. Low-priority alerts are documented but not actioned. This automation solves alert fatigue by focusing human effort where real risk exists.</a:t>
            </a:r>
          </a:p>
          <a:p/>
          <a:p>
            <a:r>
              <a:t>PRO TIP: Build an exploitability decision tree that Copilot uses for consistency. Include questions like: "Is the vulnerable code path reachable from untrusted input? Does the application run with elevated privileges? Is the vulnerability network-exploitable?" This structured analysis ensures consistent risk assessment. Tailwind Traders documented their exploitability criteria and feeds it to Copilot with every CVE analysis - this gave them consistent, defendable security decisions that satisfy audit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This is my favorite demo in the course because it solves a problem every security team faces - dependency vulnerability overload. Let's build an end-to-end workflow that actually works in production.</a:t>
            </a:r>
          </a:p>
          <a:p/>
          <a:p>
            <a:r>
              <a:t>BULLETS:</a:t>
            </a:r>
          </a:p>
          <a:p/>
          <a:p>
            <a:r>
              <a:t>• Fetch Dependabot alerts via GitHub API - We'll start by querying GitHub's API for all active Dependabot alerts on a repository. The API returns vulnerability details including CVE identifier, affected package, vulnerable versions, and severity rating. I'll show you the GraphQL query that pulls this data efficiently.</a:t>
            </a:r>
          </a:p>
          <a:p/>
          <a:p>
            <a:r>
              <a:t>• Use Copilot to assess CVE exploitability for critical alerts - Here's where intelligence enters the workflow. For each critical/high severity alert, I'll demonstrate feeding Copilot three inputs: (1) The CVE details from NVD, (2) Your codebase's usage of the vulnerable dependency, (3) Your architecture and trust boundaries. Copilot provides an exploitability assessment: "This RCE vulnerability is NOT exploitable in your context because the affected function is only called with admin-validated inputs behind authentication."</a:t>
            </a:r>
          </a:p>
          <a:p/>
          <a:p>
            <a:r>
              <a:t>• Generate pull request with dependency upgrade and code fixes - For truly exploitable vulnerabilities, we'll use Copilot to generate an upgrade pull request. The AI analyzes the dependency's changelog, identifies breaking changes, updates package.json, and modifies consuming code to handle API changes. The PR includes test updates and a detailed description of what changed and why.</a:t>
            </a:r>
          </a:p>
          <a:p/>
          <a:p>
            <a:r>
              <a:t>• Validate fixes pass security tests before merging - Automation without validation is dangerous. Every generated PR must pass your security test suite. I'll demonstrate running CodeQL, dependency scans, and custom security tests in GitHub Actions before allowing merge. The workflow only succeeds if security validation passes - no shortcuts.</a:t>
            </a:r>
          </a:p>
          <a:p/>
          <a:p>
            <a:r>
              <a:t>PRO TIP: Implement a "Security PR Auto-Merge" policy for dependency updates that meet strict criteria: (1) Only patch/minor version bumps, (2) All tests pass, (3) No breaking changes detected, (4) CVE severity is critical/high. Contoso auto-merges about 40% of dependency PRs using this criteria, reducing manual review burden while maintaining security rigor. The other 60% requiring manual review get human attention because they're complex upgrades with breaking changes.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Let's recap what you learned in Lesson 4. These capabilities transform security from reactive to proactive - you're catching vulnerabilities before they reach production instead of firefighting after incidents.</a:t>
            </a:r>
          </a:p>
          <a:p/>
          <a:p>
            <a:r>
              <a:t>BULLETS:</a:t>
            </a:r>
          </a:p>
          <a:p/>
          <a:p>
            <a:r>
              <a:t>• Copilot Chat enables 10x faster security code reviews - You learned conversational security analysis that replaces slow manual line-by-line auditing. STRIDE threat modeling now takes minutes instead of days. Wide World Importers reduced code review time from 8 hours per PR to 45 minutes using this approach. The key: Providing architectural context to get accurate, specific security findings.</a:t>
            </a:r>
          </a:p>
          <a:p/>
          <a:p>
            <a:r>
              <a:t>• Automated compliance reporting reduces audit preparation time - You can now transform raw GHAS vulnerability data into compliance reports mapped to OWASP, CWE, and NIST frameworks. Stakeholder-specific reports (technical, executive, audit) generate automatically. Northwind cut their quarterly compliance report preparation from 2 weeks to 4 hours using automated workflows.</a:t>
            </a:r>
          </a:p>
          <a:p/>
          <a:p>
            <a:r>
              <a:t>• Custom linters enforce organization-specific security policies - Generic tools catch common issues. Custom linters catch YOUR specific anti-patterns. You learned to build ESLint plugins and Semgrep rules that enforce custom security policies, integrated into pre-commit hooks and CI for automated enforcement. This shifts security left - catching issues at code-writing time.</a:t>
            </a:r>
          </a:p>
          <a:p/>
          <a:p>
            <a:r>
              <a:t>• AI-powered dependency analysis solves alert fatigue - You now have workflows that analyze CVE exploitability in your specific context, generate intelligent upgrade paths, and create automated PRs for high-priority vulnerabilities. Fabrikam reduced their critical alert queue from 200 to 37 actually-exploitable issues using exploitability analysis.</a:t>
            </a:r>
          </a:p>
          <a:p/>
          <a:p>
            <a:r>
              <a:t>PRO TIP: The patterns you learned today are reusable across projects. Build a "security-automation" repository with your custom linters, report generation scripts, and exploitability decision trees. Every new project starts with this baseline security automation. This is how you scale security practices across an organization - through shared, proven automation patterns. In Lesson 5, we'll extend these concepts to compliance frameworks, incident response playbooks, and configuration management at scale. All course materials and code samples are available at timw.info/copilot-security.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 Id="rId11" Type="http://schemas.openxmlformats.org/officeDocument/2006/relationships/image" Target="../media/image15.png"/><Relationship Id="rId12" Type="http://schemas.openxmlformats.org/officeDocument/2006/relationships/image" Target="../media/image16.png"/><Relationship Id="rId13" Type="http://schemas.openxmlformats.org/officeDocument/2006/relationships/image" Target="../media/image17.png"/><Relationship Id="rId14" Type="http://schemas.openxmlformats.org/officeDocument/2006/relationships/image" Target="../media/image18.png"/><Relationship Id="rId15" Type="http://schemas.openxmlformats.org/officeDocument/2006/relationships/image" Target="../media/image19.png"/><Relationship Id="rId16" Type="http://schemas.openxmlformats.org/officeDocument/2006/relationships/image" Target="../media/image20.png"/><Relationship Id="rId17" Type="http://schemas.openxmlformats.org/officeDocument/2006/relationships/image" Target="../media/image21.png"/><Relationship Id="rId18" Type="http://schemas.openxmlformats.org/officeDocument/2006/relationships/image" Target="../media/image22.png"/><Relationship Id="rId19" Type="http://schemas.openxmlformats.org/officeDocument/2006/relationships/image" Target="../media/image23.png"/><Relationship Id="rId20" Type="http://schemas.openxmlformats.org/officeDocument/2006/relationships/image" Target="../media/image24.png"/><Relationship Id="rId21" Type="http://schemas.openxmlformats.org/officeDocument/2006/relationships/image" Target="../media/image25.png"/><Relationship Id="rId22" Type="http://schemas.openxmlformats.org/officeDocument/2006/relationships/image" Target="../media/image26.png"/><Relationship Id="rId23" Type="http://schemas.openxmlformats.org/officeDocument/2006/relationships/image" Target="../media/image27.png"/><Relationship Id="rId24" Type="http://schemas.openxmlformats.org/officeDocument/2006/relationships/image" Target="../media/image28.png"/><Relationship Id="rId25" Type="http://schemas.openxmlformats.org/officeDocument/2006/relationships/image" Target="../media/image29.png"/><Relationship Id="rId26" Type="http://schemas.openxmlformats.org/officeDocument/2006/relationships/image" Target="../media/image30.png"/><Relationship Id="rId27" Type="http://schemas.openxmlformats.org/officeDocument/2006/relationships/image" Target="../media/image31.png"/><Relationship Id="rId28" Type="http://schemas.openxmlformats.org/officeDocument/2006/relationships/image" Target="../media/image32.png"/><Relationship Id="rId29" Type="http://schemas.openxmlformats.org/officeDocument/2006/relationships/image" Target="../media/image33.png"/><Relationship Id="rId30" Type="http://schemas.openxmlformats.org/officeDocument/2006/relationships/image" Target="../media/image34.png"/><Relationship Id="rId31" Type="http://schemas.openxmlformats.org/officeDocument/2006/relationships/image" Target="../media/image35.png"/><Relationship Id="rId32" Type="http://schemas.openxmlformats.org/officeDocument/2006/relationships/image" Target="../media/image36.png"/><Relationship Id="rId33" Type="http://schemas.openxmlformats.org/officeDocument/2006/relationships/image" Target="../media/image37.png"/><Relationship Id="rId34" Type="http://schemas.openxmlformats.org/officeDocument/2006/relationships/image" Target="../media/image38.png"/><Relationship Id="rId35" Type="http://schemas.openxmlformats.org/officeDocument/2006/relationships/image" Target="../media/image39.png"/><Relationship Id="rId36" Type="http://schemas.openxmlformats.org/officeDocument/2006/relationships/image" Target="../media/image40.png"/><Relationship Id="rId37" Type="http://schemas.openxmlformats.org/officeDocument/2006/relationships/image" Target="../media/image41.png"/><Relationship Id="rId38" Type="http://schemas.openxmlformats.org/officeDocument/2006/relationships/image" Target="../media/image42.png"/><Relationship Id="rId39" Type="http://schemas.openxmlformats.org/officeDocument/2006/relationships/image" Target="../media/image43.png"/><Relationship Id="rId40" Type="http://schemas.openxmlformats.org/officeDocument/2006/relationships/image" Target="../media/image44.png"/><Relationship Id="rId41" Type="http://schemas.openxmlformats.org/officeDocument/2006/relationships/image" Target="../media/image45.png"/><Relationship Id="rId42" Type="http://schemas.openxmlformats.org/officeDocument/2006/relationships/image" Target="../media/image46.png"/><Relationship Id="rId43" Type="http://schemas.openxmlformats.org/officeDocument/2006/relationships/image" Target="../media/image47.png"/><Relationship Id="rId44" Type="http://schemas.openxmlformats.org/officeDocument/2006/relationships/image" Target="../media/image48.png"/><Relationship Id="rId45" Type="http://schemas.openxmlformats.org/officeDocument/2006/relationships/image" Target="../media/image49.png"/><Relationship Id="rId46" Type="http://schemas.openxmlformats.org/officeDocument/2006/relationships/image" Target="../media/image50.png"/><Relationship Id="rId47" Type="http://schemas.openxmlformats.org/officeDocument/2006/relationships/image" Target="../media/image51.png"/><Relationship Id="rId48" Type="http://schemas.openxmlformats.org/officeDocument/2006/relationships/image" Target="../media/image52.png"/><Relationship Id="rId49" Type="http://schemas.openxmlformats.org/officeDocument/2006/relationships/image" Target="../media/image53.png"/><Relationship Id="rId50" Type="http://schemas.openxmlformats.org/officeDocument/2006/relationships/image" Target="../media/image54.png"/><Relationship Id="rId51" Type="http://schemas.openxmlformats.org/officeDocument/2006/relationships/image" Target="../media/image55.png"/><Relationship Id="rId52" Type="http://schemas.openxmlformats.org/officeDocument/2006/relationships/image" Target="../media/image1.png"/><Relationship Id="rId53" Type="http://schemas.openxmlformats.org/officeDocument/2006/relationships/image" Target="../media/image3.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6.jpeg"/><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image" Target="../media/image61.png"/><Relationship Id="rId8" Type="http://schemas.openxmlformats.org/officeDocument/2006/relationships/image" Target="../media/image62.png"/><Relationship Id="rId9" Type="http://schemas.openxmlformats.org/officeDocument/2006/relationships/image" Target="../media/image63.png"/><Relationship Id="rId10" Type="http://schemas.openxmlformats.org/officeDocument/2006/relationships/image" Target="../media/image64.png"/><Relationship Id="rId11" Type="http://schemas.openxmlformats.org/officeDocument/2006/relationships/image" Target="../media/image65.png"/><Relationship Id="rId12" Type="http://schemas.openxmlformats.org/officeDocument/2006/relationships/image" Target="../media/image66.png"/><Relationship Id="rId13" Type="http://schemas.openxmlformats.org/officeDocument/2006/relationships/image" Target="../media/image67.svg"/><Relationship Id="rId14" Type="http://schemas.openxmlformats.org/officeDocument/2006/relationships/image" Target="../media/image68.png"/><Relationship Id="rId15" Type="http://schemas.openxmlformats.org/officeDocument/2006/relationships/image" Target="../media/image69.svg"/><Relationship Id="rId16" Type="http://schemas.openxmlformats.org/officeDocument/2006/relationships/image" Target="../media/image70.png"/><Relationship Id="rId17" Type="http://schemas.openxmlformats.org/officeDocument/2006/relationships/image" Target="../media/image71.svg"/><Relationship Id="rId18" Type="http://schemas.openxmlformats.org/officeDocument/2006/relationships/image" Target="../media/image72.png"/><Relationship Id="rId19" Type="http://schemas.openxmlformats.org/officeDocument/2006/relationships/image" Target="../media/image73.svg"/><Relationship Id="rId20" Type="http://schemas.openxmlformats.org/officeDocument/2006/relationships/image" Target="../media/image74.png"/><Relationship Id="rId21" Type="http://schemas.openxmlformats.org/officeDocument/2006/relationships/image" Target="../media/image75.svg"/><Relationship Id="rId22" Type="http://schemas.openxmlformats.org/officeDocument/2006/relationships/image" Target="../media/image76.emf"/><Relationship Id="rId23" Type="http://schemas.openxmlformats.org/officeDocument/2006/relationships/image" Target="../media/image77.png"/><Relationship Id="rId24" Type="http://schemas.openxmlformats.org/officeDocument/2006/relationships/image" Target="../media/image78.jpeg"/><Relationship Id="rId25" Type="http://schemas.openxmlformats.org/officeDocument/2006/relationships/image" Target="../media/image4.png"/><Relationship Id="rId26" Type="http://schemas.openxmlformats.org/officeDocument/2006/relationships/image" Target="../media/image79.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0.png"/><Relationship Id="rId3" Type="http://schemas.openxmlformats.org/officeDocument/2006/relationships/image" Target="../media/image81.jpeg"/><Relationship Id="rId4" Type="http://schemas.openxmlformats.org/officeDocument/2006/relationships/image" Target="../media/image82.png"/><Relationship Id="rId5" Type="http://schemas.openxmlformats.org/officeDocument/2006/relationships/image" Target="../media/image83.png"/><Relationship Id="rId6" Type="http://schemas.openxmlformats.org/officeDocument/2006/relationships/image" Target="../media/image84.png"/><Relationship Id="rId7" Type="http://schemas.openxmlformats.org/officeDocument/2006/relationships/image" Target="../media/image85.png"/><Relationship Id="rId8" Type="http://schemas.openxmlformats.org/officeDocument/2006/relationships/image" Target="../media/image86.jpeg"/><Relationship Id="rId9" Type="http://schemas.openxmlformats.org/officeDocument/2006/relationships/image" Target="../media/image87.png"/><Relationship Id="rId10" Type="http://schemas.openxmlformats.org/officeDocument/2006/relationships/image" Target="../media/image88.png"/><Relationship Id="rId11" Type="http://schemas.openxmlformats.org/officeDocument/2006/relationships/image" Target="../media/image89.png"/><Relationship Id="rId12" Type="http://schemas.openxmlformats.org/officeDocument/2006/relationships/image" Target="../media/image90.jpeg"/><Relationship Id="rId13" Type="http://schemas.openxmlformats.org/officeDocument/2006/relationships/image" Target="../media/image91.png"/><Relationship Id="rId14" Type="http://schemas.openxmlformats.org/officeDocument/2006/relationships/image" Target="../media/image92.png"/><Relationship Id="rId15" Type="http://schemas.openxmlformats.org/officeDocument/2006/relationships/image" Target="../media/image93.png"/><Relationship Id="rId16" Type="http://schemas.openxmlformats.org/officeDocument/2006/relationships/image" Target="../media/image94.png"/><Relationship Id="rId17" Type="http://schemas.openxmlformats.org/officeDocument/2006/relationships/image" Target="../media/image95.png"/><Relationship Id="rId18" Type="http://schemas.openxmlformats.org/officeDocument/2006/relationships/image" Target="../media/image1.png"/><Relationship Id="rId19" Type="http://schemas.openxmlformats.org/officeDocument/2006/relationships/image" Target="../media/image3.svg"/><Relationship Id="rId20" Type="http://schemas.openxmlformats.org/officeDocument/2006/relationships/image" Target="../media/image96.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7.png"/><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image" Target="../media/image1.png"/><Relationship Id="rId6" Type="http://schemas.openxmlformats.org/officeDocument/2006/relationships/image" Target="../media/image3.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8.png"/><Relationship Id="rId6" Type="http://schemas.openxmlformats.org/officeDocument/2006/relationships/image" Target="../media/image99.png"/><Relationship Id="rId7" Type="http://schemas.openxmlformats.org/officeDocument/2006/relationships/image" Target="../media/image100.png"/><Relationship Id="rId8" Type="http://schemas.openxmlformats.org/officeDocument/2006/relationships/image" Target="../media/image101.png"/><Relationship Id="rId9" Type="http://schemas.openxmlformats.org/officeDocument/2006/relationships/image" Target="../media/image102.png"/><Relationship Id="rId10" Type="http://schemas.openxmlformats.org/officeDocument/2006/relationships/image" Target="../media/image103.png"/><Relationship Id="rId11" Type="http://schemas.openxmlformats.org/officeDocument/2006/relationships/image" Target="../media/image104.png"/><Relationship Id="rId12" Type="http://schemas.openxmlformats.org/officeDocument/2006/relationships/image" Target="../media/image105.png"/><Relationship Id="rId13" Type="http://schemas.openxmlformats.org/officeDocument/2006/relationships/image" Target="../media/image106.png"/><Relationship Id="rId14" Type="http://schemas.openxmlformats.org/officeDocument/2006/relationships/image" Target="../media/image107.png"/><Relationship Id="rId15" Type="http://schemas.openxmlformats.org/officeDocument/2006/relationships/image" Target="../media/image108.png"/><Relationship Id="rId16" Type="http://schemas.openxmlformats.org/officeDocument/2006/relationships/image" Target="../media/image109.png"/><Relationship Id="rId17" Type="http://schemas.openxmlformats.org/officeDocument/2006/relationships/image" Target="../media/image110.png"/><Relationship Id="rId18" Type="http://schemas.openxmlformats.org/officeDocument/2006/relationships/image" Target="../media/image111.png"/><Relationship Id="rId19" Type="http://schemas.openxmlformats.org/officeDocument/2006/relationships/image" Target="../media/image112.png"/><Relationship Id="rId20" Type="http://schemas.openxmlformats.org/officeDocument/2006/relationships/image" Target="../media/image113.png"/><Relationship Id="rId21" Type="http://schemas.openxmlformats.org/officeDocument/2006/relationships/image" Target="../media/image114.png"/><Relationship Id="rId22" Type="http://schemas.openxmlformats.org/officeDocument/2006/relationships/image" Target="../media/image115.png"/><Relationship Id="rId23" Type="http://schemas.openxmlformats.org/officeDocument/2006/relationships/image" Target="../media/image116.png"/><Relationship Id="rId24" Type="http://schemas.openxmlformats.org/officeDocument/2006/relationships/image" Target="../media/image117.png"/><Relationship Id="rId25" Type="http://schemas.openxmlformats.org/officeDocument/2006/relationships/image" Target="../media/image118.png"/><Relationship Id="rId26" Type="http://schemas.openxmlformats.org/officeDocument/2006/relationships/image" Target="../media/image119.png"/><Relationship Id="rId27" Type="http://schemas.openxmlformats.org/officeDocument/2006/relationships/image" Target="../media/image120.png"/><Relationship Id="rId28" Type="http://schemas.openxmlformats.org/officeDocument/2006/relationships/image" Target="../media/image121.png"/><Relationship Id="rId29" Type="http://schemas.openxmlformats.org/officeDocument/2006/relationships/image" Target="../media/image122.png"/><Relationship Id="rId30" Type="http://schemas.openxmlformats.org/officeDocument/2006/relationships/image" Target="../media/image123.png"/><Relationship Id="rId31" Type="http://schemas.openxmlformats.org/officeDocument/2006/relationships/image" Target="../media/image124.png"/><Relationship Id="rId32" Type="http://schemas.openxmlformats.org/officeDocument/2006/relationships/image" Target="../media/image125.png"/><Relationship Id="rId33" Type="http://schemas.openxmlformats.org/officeDocument/2006/relationships/image" Target="../media/image126.png"/><Relationship Id="rId34" Type="http://schemas.openxmlformats.org/officeDocument/2006/relationships/image" Target="../media/image127.png"/><Relationship Id="rId35" Type="http://schemas.openxmlformats.org/officeDocument/2006/relationships/image" Target="../media/image128.png"/><Relationship Id="rId36" Type="http://schemas.openxmlformats.org/officeDocument/2006/relationships/image" Target="../media/image129.png"/><Relationship Id="rId37" Type="http://schemas.openxmlformats.org/officeDocument/2006/relationships/image" Target="../media/image130.png"/><Relationship Id="rId38" Type="http://schemas.openxmlformats.org/officeDocument/2006/relationships/image" Target="../media/image131.png"/><Relationship Id="rId39" Type="http://schemas.openxmlformats.org/officeDocument/2006/relationships/image" Target="../media/image132.png"/><Relationship Id="rId40" Type="http://schemas.openxmlformats.org/officeDocument/2006/relationships/image" Target="../media/image133.png"/><Relationship Id="rId41" Type="http://schemas.openxmlformats.org/officeDocument/2006/relationships/image" Target="../media/image134.png"/><Relationship Id="rId42" Type="http://schemas.openxmlformats.org/officeDocument/2006/relationships/image" Target="../media/image135.png"/><Relationship Id="rId43" Type="http://schemas.openxmlformats.org/officeDocument/2006/relationships/image" Target="../media/image136.png"/><Relationship Id="rId44" Type="http://schemas.openxmlformats.org/officeDocument/2006/relationships/image" Target="../media/image137.png"/><Relationship Id="rId45" Type="http://schemas.openxmlformats.org/officeDocument/2006/relationships/image" Target="../media/image138.png"/><Relationship Id="rId46" Type="http://schemas.openxmlformats.org/officeDocument/2006/relationships/image" Target="../media/image139.png"/><Relationship Id="rId47" Type="http://schemas.openxmlformats.org/officeDocument/2006/relationships/image" Target="../media/image140.png"/><Relationship Id="rId48" Type="http://schemas.openxmlformats.org/officeDocument/2006/relationships/image" Target="../media/image141.png"/><Relationship Id="rId49" Type="http://schemas.openxmlformats.org/officeDocument/2006/relationships/image" Target="../media/image142.png"/><Relationship Id="rId50" Type="http://schemas.openxmlformats.org/officeDocument/2006/relationships/image" Target="../media/image143.png"/><Relationship Id="rId51" Type="http://schemas.openxmlformats.org/officeDocument/2006/relationships/image" Target="../media/image144.png"/><Relationship Id="rId52" Type="http://schemas.openxmlformats.org/officeDocument/2006/relationships/image" Target="../media/image1.png"/><Relationship Id="rId53" Type="http://schemas.openxmlformats.org/officeDocument/2006/relationships/image" Target="../media/image3.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5.png"/><Relationship Id="rId3" Type="http://schemas.openxmlformats.org/officeDocument/2006/relationships/image" Target="../media/image1.png"/><Relationship Id="rId4" Type="http://schemas.openxmlformats.org/officeDocument/2006/relationships/image" Target="../media/image3.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6.png"/><Relationship Id="rId3" Type="http://schemas.openxmlformats.org/officeDocument/2006/relationships/image" Target="../media/image1.png"/><Relationship Id="rId4"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Line Waves">
    <p:bg bwMode="ltGray">
      <p:bgPr>
        <a:solidFill>
          <a:srgbClr val="EDECF6"/>
        </a:solidFill>
        <a:effectLst/>
      </p:bgPr>
    </p:bg>
    <p:spTree>
      <p:nvGrpSpPr>
        <p:cNvPr id="1" name=""/>
        <p:cNvGrpSpPr/>
        <p:nvPr/>
      </p:nvGrpSpPr>
      <p:grpSpPr>
        <a:xfrm>
          <a:off x="0" y="0"/>
          <a:ext cx="0" cy="0"/>
          <a:chOff x="0" y="0"/>
          <a:chExt cx="0" cy="0"/>
        </a:xfrm>
      </p:grpSpPr>
      <p:pic>
        <p:nvPicPr>
          <p:cNvPr id="5" name="Pearson Logo" descr="Pearson Logo">
            <a:extLst>
              <a:ext uri="{FF2B5EF4-FFF2-40B4-BE49-F238E27FC236}">
                <a16:creationId xmlns:a16="http://schemas.microsoft.com/office/drawing/2014/main" id="{CB63E741-46AA-21B9-89A4-C1DB8D7D3A36}"/>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544512" y="552450"/>
            <a:ext cx="2276856" cy="455371"/>
          </a:xfrm>
          <a:prstGeom prst="rect">
            <a:avLst/>
          </a:prstGeom>
        </p:spPr>
      </p:pic>
      <p:sp>
        <p:nvSpPr>
          <p:cNvPr id="2" name="Title">
            <a:extLst>
              <a:ext uri="{FF2B5EF4-FFF2-40B4-BE49-F238E27FC236}">
                <a16:creationId xmlns:a16="http://schemas.microsoft.com/office/drawing/2014/main" id="{2F08166A-83F0-2554-8E7D-B4BAD344F028}"/>
              </a:ext>
            </a:extLst>
          </p:cNvPr>
          <p:cNvSpPr>
            <a:spLocks noGrp="1"/>
          </p:cNvSpPr>
          <p:nvPr>
            <p:ph type="ctrTitle" hasCustomPrompt="1"/>
          </p:nvPr>
        </p:nvSpPr>
        <p:spPr>
          <a:xfrm>
            <a:off x="542924" y="1646237"/>
            <a:ext cx="6419088" cy="3187020"/>
          </a:xfrm>
        </p:spPr>
        <p:txBody>
          <a:bodyPr anchor="b"/>
          <a:lstStyle>
            <a:lvl1pPr algn="l">
              <a:defRPr sz="6000" b="1">
                <a:solidFill>
                  <a:schemeClr val="tx2"/>
                </a:solidFill>
                <a:latin typeface="+mj-lt"/>
                <a:cs typeface="Segoe UI" panose="020B0502040204020203" pitchFamily="34" charset="0"/>
              </a:defRPr>
            </a:lvl1pPr>
          </a:lstStyle>
          <a:p>
            <a:r>
              <a:rPr lang="en-US" noProof="0" dirty="0"/>
              <a:t>Place title here, maximum three lines lorem</a:t>
            </a:r>
          </a:p>
        </p:txBody>
      </p:sp>
      <p:sp>
        <p:nvSpPr>
          <p:cNvPr id="3" name="Subtitle">
            <a:extLst>
              <a:ext uri="{FF2B5EF4-FFF2-40B4-BE49-F238E27FC236}">
                <a16:creationId xmlns:a16="http://schemas.microsoft.com/office/drawing/2014/main" id="{8879E363-BBA4-E8FB-32B0-B30CAED83B60}"/>
              </a:ext>
            </a:extLst>
          </p:cNvPr>
          <p:cNvSpPr>
            <a:spLocks noGrp="1"/>
          </p:cNvSpPr>
          <p:nvPr>
            <p:ph type="subTitle" idx="1" hasCustomPrompt="1"/>
          </p:nvPr>
        </p:nvSpPr>
        <p:spPr>
          <a:xfrm>
            <a:off x="542926" y="5212670"/>
            <a:ext cx="5484812" cy="1097643"/>
          </a:xfrm>
        </p:spPr>
        <p:txBody>
          <a:bodyPr anchor="b">
            <a:normAutofit/>
          </a:bodyPr>
          <a:lstStyle>
            <a:lvl1pPr marL="0" indent="0" algn="l">
              <a:spcBef>
                <a:spcPts val="0"/>
              </a:spcBef>
              <a:buNone/>
              <a:defRPr sz="1600">
                <a:solidFill>
                  <a:schemeClr val="tx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dirty="0"/>
              <a:t>Place subtitle here</a:t>
            </a:r>
          </a:p>
        </p:txBody>
      </p:sp>
      <p:sp>
        <p:nvSpPr>
          <p:cNvPr id="12" name="Line Waves">
            <a:extLst>
              <a:ext uri="{FF2B5EF4-FFF2-40B4-BE49-F238E27FC236}">
                <a16:creationId xmlns:a16="http://schemas.microsoft.com/office/drawing/2014/main" id="{746E730C-477F-32ED-1626-4955ADB4B11C}"/>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ltGray">
          <a:xfrm>
            <a:off x="7480300" y="0"/>
            <a:ext cx="4711700" cy="6858000"/>
          </a:xfrm>
          <a:custGeom>
            <a:avLst/>
            <a:gdLst>
              <a:gd name="connsiteX0" fmla="*/ 4711700 w 4711700"/>
              <a:gd name="connsiteY0" fmla="*/ 5325905 h 6858000"/>
              <a:gd name="connsiteX1" fmla="*/ 4711700 w 4711700"/>
              <a:gd name="connsiteY1" fmla="*/ 5391006 h 6858000"/>
              <a:gd name="connsiteX2" fmla="*/ 4704808 w 4711700"/>
              <a:gd name="connsiteY2" fmla="*/ 5399555 h 6858000"/>
              <a:gd name="connsiteX3" fmla="*/ 3764472 w 4711700"/>
              <a:gd name="connsiteY3" fmla="*/ 6295965 h 6858000"/>
              <a:gd name="connsiteX4" fmla="*/ 3603154 w 4711700"/>
              <a:gd name="connsiteY4" fmla="*/ 6417638 h 6858000"/>
              <a:gd name="connsiteX5" fmla="*/ 3600368 w 4711700"/>
              <a:gd name="connsiteY5" fmla="*/ 6419017 h 6858000"/>
              <a:gd name="connsiteX6" fmla="*/ 3600368 w 4711700"/>
              <a:gd name="connsiteY6" fmla="*/ 6419739 h 6858000"/>
              <a:gd name="connsiteX7" fmla="*/ 3603154 w 4711700"/>
              <a:gd name="connsiteY7" fmla="*/ 6417638 h 6858000"/>
              <a:gd name="connsiteX8" fmla="*/ 3668908 w 4711700"/>
              <a:gd name="connsiteY8" fmla="*/ 6385071 h 6858000"/>
              <a:gd name="connsiteX9" fmla="*/ 4340008 w 4711700"/>
              <a:gd name="connsiteY9" fmla="*/ 6010591 h 6858000"/>
              <a:gd name="connsiteX10" fmla="*/ 4647319 w 4711700"/>
              <a:gd name="connsiteY10" fmla="*/ 5803944 h 6858000"/>
              <a:gd name="connsiteX11" fmla="*/ 4711700 w 4711700"/>
              <a:gd name="connsiteY11" fmla="*/ 5756906 h 6858000"/>
              <a:gd name="connsiteX12" fmla="*/ 4711700 w 4711700"/>
              <a:gd name="connsiteY12" fmla="*/ 5800336 h 6858000"/>
              <a:gd name="connsiteX13" fmla="*/ 4528344 w 4711700"/>
              <a:gd name="connsiteY13" fmla="*/ 5929051 h 6858000"/>
              <a:gd name="connsiteX14" fmla="*/ 4528344 w 4711700"/>
              <a:gd name="connsiteY14" fmla="*/ 5929773 h 6858000"/>
              <a:gd name="connsiteX15" fmla="*/ 4694552 w 4711700"/>
              <a:gd name="connsiteY15" fmla="*/ 5852144 h 6858000"/>
              <a:gd name="connsiteX16" fmla="*/ 4711700 w 4711700"/>
              <a:gd name="connsiteY16" fmla="*/ 5843682 h 6858000"/>
              <a:gd name="connsiteX17" fmla="*/ 4711700 w 4711700"/>
              <a:gd name="connsiteY17" fmla="*/ 5882657 h 6858000"/>
              <a:gd name="connsiteX18" fmla="*/ 4619018 w 4711700"/>
              <a:gd name="connsiteY18" fmla="*/ 5927033 h 6858000"/>
              <a:gd name="connsiteX19" fmla="*/ 4354438 w 4711700"/>
              <a:gd name="connsiteY19" fmla="*/ 6043063 h 6858000"/>
              <a:gd name="connsiteX20" fmla="*/ 3476974 w 4711700"/>
              <a:gd name="connsiteY20" fmla="*/ 6507053 h 6858000"/>
              <a:gd name="connsiteX21" fmla="*/ 2969779 w 4711700"/>
              <a:gd name="connsiteY21" fmla="*/ 6818062 h 6858000"/>
              <a:gd name="connsiteX22" fmla="*/ 2888238 w 4711700"/>
              <a:gd name="connsiteY22" fmla="*/ 6858000 h 6858000"/>
              <a:gd name="connsiteX23" fmla="*/ 2794044 w 4711700"/>
              <a:gd name="connsiteY23" fmla="*/ 6858000 h 6858000"/>
              <a:gd name="connsiteX24" fmla="*/ 2799890 w 4711700"/>
              <a:gd name="connsiteY24" fmla="*/ 6855274 h 6858000"/>
              <a:gd name="connsiteX25" fmla="*/ 3448830 w 4711700"/>
              <a:gd name="connsiteY25" fmla="*/ 6478909 h 6858000"/>
              <a:gd name="connsiteX26" fmla="*/ 4214448 w 4711700"/>
              <a:gd name="connsiteY26" fmla="*/ 5856891 h 6858000"/>
              <a:gd name="connsiteX27" fmla="*/ 4677851 w 4711700"/>
              <a:gd name="connsiteY27" fmla="*/ 5369022 h 6858000"/>
              <a:gd name="connsiteX28" fmla="*/ 4711700 w 4711700"/>
              <a:gd name="connsiteY28" fmla="*/ 3484095 h 6858000"/>
              <a:gd name="connsiteX29" fmla="*/ 4711700 w 4711700"/>
              <a:gd name="connsiteY29" fmla="*/ 3816054 h 6858000"/>
              <a:gd name="connsiteX30" fmla="*/ 4704243 w 4711700"/>
              <a:gd name="connsiteY30" fmla="*/ 3873577 h 6858000"/>
              <a:gd name="connsiteX31" fmla="*/ 2895380 w 4711700"/>
              <a:gd name="connsiteY31" fmla="*/ 6750399 h 6858000"/>
              <a:gd name="connsiteX32" fmla="*/ 2764462 w 4711700"/>
              <a:gd name="connsiteY32" fmla="*/ 6858000 h 6858000"/>
              <a:gd name="connsiteX33" fmla="*/ 2706432 w 4711700"/>
              <a:gd name="connsiteY33" fmla="*/ 6858000 h 6858000"/>
              <a:gd name="connsiteX34" fmla="*/ 2799171 w 4711700"/>
              <a:gd name="connsiteY34" fmla="*/ 6785323 h 6858000"/>
              <a:gd name="connsiteX35" fmla="*/ 3463984 w 4711700"/>
              <a:gd name="connsiteY35" fmla="*/ 6149860 h 6858000"/>
              <a:gd name="connsiteX36" fmla="*/ 4703886 w 4711700"/>
              <a:gd name="connsiteY36" fmla="*/ 3605161 h 6858000"/>
              <a:gd name="connsiteX37" fmla="*/ 3143957 w 4711700"/>
              <a:gd name="connsiteY37" fmla="*/ 0 h 6858000"/>
              <a:gd name="connsiteX38" fmla="*/ 3216472 w 4711700"/>
              <a:gd name="connsiteY38" fmla="*/ 0 h 6858000"/>
              <a:gd name="connsiteX39" fmla="*/ 3302324 w 4711700"/>
              <a:gd name="connsiteY39" fmla="*/ 53380 h 6858000"/>
              <a:gd name="connsiteX40" fmla="*/ 3440172 w 4711700"/>
              <a:gd name="connsiteY40" fmla="*/ 144706 h 6858000"/>
              <a:gd name="connsiteX41" fmla="*/ 4297432 w 4711700"/>
              <a:gd name="connsiteY41" fmla="*/ 584160 h 6858000"/>
              <a:gd name="connsiteX42" fmla="*/ 4557817 w 4711700"/>
              <a:gd name="connsiteY42" fmla="*/ 694858 h 6858000"/>
              <a:gd name="connsiteX43" fmla="*/ 4711700 w 4711700"/>
              <a:gd name="connsiteY43" fmla="*/ 767035 h 6858000"/>
              <a:gd name="connsiteX44" fmla="*/ 4711700 w 4711700"/>
              <a:gd name="connsiteY44" fmla="*/ 809707 h 6858000"/>
              <a:gd name="connsiteX45" fmla="*/ 4632122 w 4711700"/>
              <a:gd name="connsiteY45" fmla="*/ 770846 h 6858000"/>
              <a:gd name="connsiteX46" fmla="*/ 4470617 w 4711700"/>
              <a:gd name="connsiteY46" fmla="*/ 696730 h 6858000"/>
              <a:gd name="connsiteX47" fmla="*/ 4711700 w 4711700"/>
              <a:gd name="connsiteY47" fmla="*/ 863065 h 6858000"/>
              <a:gd name="connsiteX48" fmla="*/ 4711700 w 4711700"/>
              <a:gd name="connsiteY48" fmla="*/ 914720 h 6858000"/>
              <a:gd name="connsiteX49" fmla="*/ 4603048 w 4711700"/>
              <a:gd name="connsiteY49" fmla="*/ 839922 h 6858000"/>
              <a:gd name="connsiteX50" fmla="*/ 4142288 w 4711700"/>
              <a:gd name="connsiteY50" fmla="*/ 535814 h 6858000"/>
              <a:gd name="connsiteX51" fmla="*/ 4152390 w 4711700"/>
              <a:gd name="connsiteY51" fmla="*/ 537257 h 6858000"/>
              <a:gd name="connsiteX52" fmla="*/ 3551298 w 4711700"/>
              <a:gd name="connsiteY52" fmla="*/ 223360 h 6858000"/>
              <a:gd name="connsiteX53" fmla="*/ 4574496 w 4711700"/>
              <a:gd name="connsiteY53" fmla="*/ 1136433 h 6858000"/>
              <a:gd name="connsiteX54" fmla="*/ 4711700 w 4711700"/>
              <a:gd name="connsiteY54" fmla="*/ 1295940 h 6858000"/>
              <a:gd name="connsiteX55" fmla="*/ 4711700 w 4711700"/>
              <a:gd name="connsiteY55" fmla="*/ 1350804 h 6858000"/>
              <a:gd name="connsiteX56" fmla="*/ 4677851 w 4711700"/>
              <a:gd name="connsiteY56" fmla="*/ 1307689 h 6858000"/>
              <a:gd name="connsiteX57" fmla="*/ 4214448 w 4711700"/>
              <a:gd name="connsiteY57" fmla="*/ 820124 h 6858000"/>
              <a:gd name="connsiteX58" fmla="*/ 3417081 w 4711700"/>
              <a:gd name="connsiteY58" fmla="*/ 176457 h 6858000"/>
              <a:gd name="connsiteX59" fmla="*/ 3400484 w 4711700"/>
              <a:gd name="connsiteY59" fmla="*/ 173571 h 6858000"/>
              <a:gd name="connsiteX60" fmla="*/ 3400484 w 4711700"/>
              <a:gd name="connsiteY60" fmla="*/ 164911 h 6858000"/>
              <a:gd name="connsiteX61" fmla="*/ 3176517 w 4711700"/>
              <a:gd name="connsiteY61" fmla="*/ 19441 h 6858000"/>
              <a:gd name="connsiteX62" fmla="*/ 2910585 w 4711700"/>
              <a:gd name="connsiteY62" fmla="*/ 0 h 6858000"/>
              <a:gd name="connsiteX63" fmla="*/ 2962842 w 4711700"/>
              <a:gd name="connsiteY63" fmla="*/ 0 h 6858000"/>
              <a:gd name="connsiteX64" fmla="*/ 3038063 w 4711700"/>
              <a:gd name="connsiteY64" fmla="*/ 65828 h 6858000"/>
              <a:gd name="connsiteX65" fmla="*/ 4709840 w 4711700"/>
              <a:gd name="connsiteY65" fmla="*/ 2847195 h 6858000"/>
              <a:gd name="connsiteX66" fmla="*/ 4711700 w 4711700"/>
              <a:gd name="connsiteY66" fmla="*/ 2862365 h 6858000"/>
              <a:gd name="connsiteX67" fmla="*/ 4711700 w 4711700"/>
              <a:gd name="connsiteY67" fmla="*/ 3205908 h 6858000"/>
              <a:gd name="connsiteX68" fmla="*/ 4703886 w 4711700"/>
              <a:gd name="connsiteY68" fmla="*/ 3084842 h 6858000"/>
              <a:gd name="connsiteX69" fmla="*/ 3463984 w 4711700"/>
              <a:gd name="connsiteY69" fmla="*/ 540143 h 6858000"/>
              <a:gd name="connsiteX70" fmla="*/ 2967201 w 4711700"/>
              <a:gd name="connsiteY70" fmla="*/ 48497 h 6858000"/>
              <a:gd name="connsiteX71" fmla="*/ 2496042 w 4711700"/>
              <a:gd name="connsiteY71" fmla="*/ 0 h 6858000"/>
              <a:gd name="connsiteX72" fmla="*/ 2544370 w 4711700"/>
              <a:gd name="connsiteY72" fmla="*/ 0 h 6858000"/>
              <a:gd name="connsiteX73" fmla="*/ 2573903 w 4711700"/>
              <a:gd name="connsiteY73" fmla="*/ 33389 h 6858000"/>
              <a:gd name="connsiteX74" fmla="*/ 2740220 w 4711700"/>
              <a:gd name="connsiteY74" fmla="*/ 237793 h 6858000"/>
              <a:gd name="connsiteX75" fmla="*/ 3920758 w 4711700"/>
              <a:gd name="connsiteY75" fmla="*/ 3351496 h 6858000"/>
              <a:gd name="connsiteX76" fmla="*/ 2740220 w 4711700"/>
              <a:gd name="connsiteY76" fmla="*/ 6465199 h 6858000"/>
              <a:gd name="connsiteX77" fmla="*/ 2739498 w 4711700"/>
              <a:gd name="connsiteY77" fmla="*/ 6464478 h 6858000"/>
              <a:gd name="connsiteX78" fmla="*/ 2542084 w 4711700"/>
              <a:gd name="connsiteY78" fmla="*/ 6705267 h 6858000"/>
              <a:gd name="connsiteX79" fmla="*/ 2403944 w 4711700"/>
              <a:gd name="connsiteY79" fmla="*/ 6858000 h 6858000"/>
              <a:gd name="connsiteX80" fmla="*/ 2355645 w 4711700"/>
              <a:gd name="connsiteY80" fmla="*/ 6858000 h 6858000"/>
              <a:gd name="connsiteX81" fmla="*/ 2501021 w 4711700"/>
              <a:gd name="connsiteY81" fmla="*/ 6698569 h 6858000"/>
              <a:gd name="connsiteX82" fmla="*/ 2711356 w 4711700"/>
              <a:gd name="connsiteY82" fmla="*/ 6442829 h 6858000"/>
              <a:gd name="connsiteX83" fmla="*/ 3883956 w 4711700"/>
              <a:gd name="connsiteY83" fmla="*/ 3351496 h 6858000"/>
              <a:gd name="connsiteX84" fmla="*/ 2711356 w 4711700"/>
              <a:gd name="connsiteY84" fmla="*/ 260163 h 6858000"/>
              <a:gd name="connsiteX85" fmla="*/ 2534598 w 4711700"/>
              <a:gd name="connsiteY85" fmla="*/ 43333 h 6858000"/>
              <a:gd name="connsiteX86" fmla="*/ 1972022 w 4711700"/>
              <a:gd name="connsiteY86" fmla="*/ 0 h 6858000"/>
              <a:gd name="connsiteX87" fmla="*/ 2015655 w 4711700"/>
              <a:gd name="connsiteY87" fmla="*/ 0 h 6858000"/>
              <a:gd name="connsiteX88" fmla="*/ 2069898 w 4711700"/>
              <a:gd name="connsiteY88" fmla="*/ 82322 h 6858000"/>
              <a:gd name="connsiteX89" fmla="*/ 3090198 w 4711700"/>
              <a:gd name="connsiteY89" fmla="*/ 3358712 h 6858000"/>
              <a:gd name="connsiteX90" fmla="*/ 3088754 w 4711700"/>
              <a:gd name="connsiteY90" fmla="*/ 3358712 h 6858000"/>
              <a:gd name="connsiteX91" fmla="*/ 1988314 w 4711700"/>
              <a:gd name="connsiteY91" fmla="*/ 6756726 h 6858000"/>
              <a:gd name="connsiteX92" fmla="*/ 1915649 w 4711700"/>
              <a:gd name="connsiteY92" fmla="*/ 6858000 h 6858000"/>
              <a:gd name="connsiteX93" fmla="*/ 1874011 w 4711700"/>
              <a:gd name="connsiteY93" fmla="*/ 6858000 h 6858000"/>
              <a:gd name="connsiteX94" fmla="*/ 1958728 w 4711700"/>
              <a:gd name="connsiteY94" fmla="*/ 6736521 h 6858000"/>
              <a:gd name="connsiteX95" fmla="*/ 3053395 w 4711700"/>
              <a:gd name="connsiteY95" fmla="*/ 3358712 h 6858000"/>
              <a:gd name="connsiteX96" fmla="*/ 2039042 w 4711700"/>
              <a:gd name="connsiteY96" fmla="*/ 101809 h 6858000"/>
              <a:gd name="connsiteX97" fmla="*/ 1372759 w 4711700"/>
              <a:gd name="connsiteY97" fmla="*/ 0 h 6858000"/>
              <a:gd name="connsiteX98" fmla="*/ 1411030 w 4711700"/>
              <a:gd name="connsiteY98" fmla="*/ 0 h 6858000"/>
              <a:gd name="connsiteX99" fmla="*/ 1457169 w 4711700"/>
              <a:gd name="connsiteY99" fmla="*/ 87274 h 6858000"/>
              <a:gd name="connsiteX100" fmla="*/ 2260356 w 4711700"/>
              <a:gd name="connsiteY100" fmla="*/ 3365206 h 6858000"/>
              <a:gd name="connsiteX101" fmla="*/ 1417780 w 4711700"/>
              <a:gd name="connsiteY101" fmla="*/ 6715695 h 6858000"/>
              <a:gd name="connsiteX102" fmla="*/ 1341078 w 4711700"/>
              <a:gd name="connsiteY102" fmla="*/ 6858000 h 6858000"/>
              <a:gd name="connsiteX103" fmla="*/ 1303671 w 4711700"/>
              <a:gd name="connsiteY103" fmla="*/ 6858000 h 6858000"/>
              <a:gd name="connsiteX104" fmla="*/ 1380509 w 4711700"/>
              <a:gd name="connsiteY104" fmla="*/ 6714438 h 6858000"/>
              <a:gd name="connsiteX105" fmla="*/ 2224276 w 4711700"/>
              <a:gd name="connsiteY105" fmla="*/ 3365206 h 6858000"/>
              <a:gd name="connsiteX106" fmla="*/ 1419243 w 4711700"/>
              <a:gd name="connsiteY106" fmla="*/ 88531 h 6858000"/>
              <a:gd name="connsiteX107" fmla="*/ 723024 w 4711700"/>
              <a:gd name="connsiteY107" fmla="*/ 0 h 6858000"/>
              <a:gd name="connsiteX108" fmla="*/ 764516 w 4711700"/>
              <a:gd name="connsiteY108" fmla="*/ 0 h 6858000"/>
              <a:gd name="connsiteX109" fmla="*/ 830191 w 4711700"/>
              <a:gd name="connsiteY109" fmla="*/ 161235 h 6858000"/>
              <a:gd name="connsiteX110" fmla="*/ 1430516 w 4711700"/>
              <a:gd name="connsiteY110" fmla="*/ 3371700 h 6858000"/>
              <a:gd name="connsiteX111" fmla="*/ 724063 w 4711700"/>
              <a:gd name="connsiteY111" fmla="*/ 6835164 h 6858000"/>
              <a:gd name="connsiteX112" fmla="*/ 714043 w 4711700"/>
              <a:gd name="connsiteY112" fmla="*/ 6858000 h 6858000"/>
              <a:gd name="connsiteX113" fmla="*/ 672804 w 4711700"/>
              <a:gd name="connsiteY113" fmla="*/ 6858000 h 6858000"/>
              <a:gd name="connsiteX114" fmla="*/ 683248 w 4711700"/>
              <a:gd name="connsiteY114" fmla="*/ 6833990 h 6858000"/>
              <a:gd name="connsiteX115" fmla="*/ 1394436 w 4711700"/>
              <a:gd name="connsiteY115" fmla="*/ 3371700 h 6858000"/>
              <a:gd name="connsiteX116" fmla="*/ 789545 w 4711700"/>
              <a:gd name="connsiteY116" fmla="*/ 165091 h 6858000"/>
              <a:gd name="connsiteX117" fmla="*/ 34470 w 4711700"/>
              <a:gd name="connsiteY117" fmla="*/ 0 h 6858000"/>
              <a:gd name="connsiteX118" fmla="*/ 73778 w 4711700"/>
              <a:gd name="connsiteY118" fmla="*/ 0 h 6858000"/>
              <a:gd name="connsiteX119" fmla="*/ 79531 w 4711700"/>
              <a:gd name="connsiteY119" fmla="*/ 17015 h 6858000"/>
              <a:gd name="connsiteX120" fmla="*/ 600678 w 4711700"/>
              <a:gd name="connsiteY120" fmla="*/ 3378918 h 6858000"/>
              <a:gd name="connsiteX121" fmla="*/ 61608 w 4711700"/>
              <a:gd name="connsiteY121" fmla="*/ 6791700 h 6858000"/>
              <a:gd name="connsiteX122" fmla="*/ 38985 w 4711700"/>
              <a:gd name="connsiteY122" fmla="*/ 6858000 h 6858000"/>
              <a:gd name="connsiteX123" fmla="*/ 0 w 4711700"/>
              <a:gd name="connsiteY123" fmla="*/ 6858000 h 6858000"/>
              <a:gd name="connsiteX124" fmla="*/ 22908 w 4711700"/>
              <a:gd name="connsiteY124" fmla="*/ 6790607 h 6858000"/>
              <a:gd name="connsiteX125" fmla="*/ 564598 w 4711700"/>
              <a:gd name="connsiteY125" fmla="*/ 3378918 h 6858000"/>
              <a:gd name="connsiteX126" fmla="*/ 40563 w 4711700"/>
              <a:gd name="connsiteY126" fmla="*/ 1810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4711700" h="6858000">
                <a:moveTo>
                  <a:pt x="4711700" y="5325905"/>
                </a:moveTo>
                <a:lnTo>
                  <a:pt x="4711700" y="5391006"/>
                </a:lnTo>
                <a:lnTo>
                  <a:pt x="4704808" y="5399555"/>
                </a:lnTo>
                <a:cubicBezTo>
                  <a:pt x="4409979" y="5749140"/>
                  <a:pt x="4076582" y="6052929"/>
                  <a:pt x="3764472" y="6295965"/>
                </a:cubicBezTo>
                <a:lnTo>
                  <a:pt x="3603154" y="6417638"/>
                </a:lnTo>
                <a:lnTo>
                  <a:pt x="3600368" y="6419017"/>
                </a:lnTo>
                <a:lnTo>
                  <a:pt x="3600368" y="6419739"/>
                </a:lnTo>
                <a:lnTo>
                  <a:pt x="3603154" y="6417638"/>
                </a:lnTo>
                <a:lnTo>
                  <a:pt x="3668908" y="6385071"/>
                </a:lnTo>
                <a:cubicBezTo>
                  <a:pt x="3859827" y="6284463"/>
                  <a:pt x="4244666" y="6049739"/>
                  <a:pt x="4340008" y="6010591"/>
                </a:cubicBezTo>
                <a:cubicBezTo>
                  <a:pt x="4439228" y="5947452"/>
                  <a:pt x="4542236" y="5878539"/>
                  <a:pt x="4647319" y="5803944"/>
                </a:cubicBezTo>
                <a:lnTo>
                  <a:pt x="4711700" y="5756906"/>
                </a:lnTo>
                <a:lnTo>
                  <a:pt x="4711700" y="5800336"/>
                </a:lnTo>
                <a:lnTo>
                  <a:pt x="4528344" y="5929051"/>
                </a:lnTo>
                <a:lnTo>
                  <a:pt x="4528344" y="5929773"/>
                </a:lnTo>
                <a:cubicBezTo>
                  <a:pt x="4579984" y="5906321"/>
                  <a:pt x="4635620" y="5880411"/>
                  <a:pt x="4694552" y="5852144"/>
                </a:cubicBezTo>
                <a:lnTo>
                  <a:pt x="4711700" y="5843682"/>
                </a:lnTo>
                <a:lnTo>
                  <a:pt x="4711700" y="5882657"/>
                </a:lnTo>
                <a:lnTo>
                  <a:pt x="4619018" y="5927033"/>
                </a:lnTo>
                <a:cubicBezTo>
                  <a:pt x="4517610" y="5974196"/>
                  <a:pt x="4428042" y="6013117"/>
                  <a:pt x="4354438" y="6043063"/>
                </a:cubicBezTo>
                <a:cubicBezTo>
                  <a:pt x="3968384" y="6288408"/>
                  <a:pt x="3632117" y="6455097"/>
                  <a:pt x="3476974" y="6507053"/>
                </a:cubicBezTo>
                <a:cubicBezTo>
                  <a:pt x="3284668" y="6640549"/>
                  <a:pt x="3110040" y="6745542"/>
                  <a:pt x="2969779" y="6818062"/>
                </a:cubicBezTo>
                <a:lnTo>
                  <a:pt x="2888238" y="6858000"/>
                </a:lnTo>
                <a:lnTo>
                  <a:pt x="2794044" y="6858000"/>
                </a:lnTo>
                <a:lnTo>
                  <a:pt x="2799890" y="6855274"/>
                </a:lnTo>
                <a:cubicBezTo>
                  <a:pt x="2996039" y="6758778"/>
                  <a:pt x="3429889" y="6484592"/>
                  <a:pt x="3448830" y="6478909"/>
                </a:cubicBezTo>
                <a:cubicBezTo>
                  <a:pt x="3688402" y="6312221"/>
                  <a:pt x="3954672" y="6101513"/>
                  <a:pt x="4214448" y="5856891"/>
                </a:cubicBezTo>
                <a:cubicBezTo>
                  <a:pt x="4365984" y="5713834"/>
                  <a:pt x="4524826" y="5550256"/>
                  <a:pt x="4677851" y="5369022"/>
                </a:cubicBezTo>
                <a:close/>
                <a:moveTo>
                  <a:pt x="4711700" y="3484095"/>
                </a:moveTo>
                <a:lnTo>
                  <a:pt x="4711700" y="3816054"/>
                </a:lnTo>
                <a:lnTo>
                  <a:pt x="4704243" y="3873577"/>
                </a:lnTo>
                <a:cubicBezTo>
                  <a:pt x="4496842" y="5083742"/>
                  <a:pt x="3621834" y="6130845"/>
                  <a:pt x="2895380" y="6750399"/>
                </a:cubicBezTo>
                <a:lnTo>
                  <a:pt x="2764462" y="6858000"/>
                </a:lnTo>
                <a:lnTo>
                  <a:pt x="2706432" y="6858000"/>
                </a:lnTo>
                <a:lnTo>
                  <a:pt x="2799171" y="6785323"/>
                </a:lnTo>
                <a:cubicBezTo>
                  <a:pt x="3012455" y="6609779"/>
                  <a:pt x="3241822" y="6395295"/>
                  <a:pt x="3463984" y="6149860"/>
                </a:cubicBezTo>
                <a:cubicBezTo>
                  <a:pt x="4368781" y="5150986"/>
                  <a:pt x="4648175" y="4249899"/>
                  <a:pt x="4703886" y="3605161"/>
                </a:cubicBezTo>
                <a:close/>
                <a:moveTo>
                  <a:pt x="3143957" y="0"/>
                </a:moveTo>
                <a:lnTo>
                  <a:pt x="3216472" y="0"/>
                </a:lnTo>
                <a:lnTo>
                  <a:pt x="3302324" y="53380"/>
                </a:lnTo>
                <a:cubicBezTo>
                  <a:pt x="3346962" y="82040"/>
                  <a:pt x="3392997" y="112505"/>
                  <a:pt x="3440172" y="144706"/>
                </a:cubicBezTo>
                <a:cubicBezTo>
                  <a:pt x="3567174" y="177900"/>
                  <a:pt x="3901996" y="336652"/>
                  <a:pt x="4297432" y="584160"/>
                </a:cubicBezTo>
                <a:cubicBezTo>
                  <a:pt x="4366345" y="610859"/>
                  <a:pt x="4454831" y="648067"/>
                  <a:pt x="4557817" y="694858"/>
                </a:cubicBezTo>
                <a:lnTo>
                  <a:pt x="4711700" y="767035"/>
                </a:lnTo>
                <a:lnTo>
                  <a:pt x="4711700" y="809707"/>
                </a:lnTo>
                <a:lnTo>
                  <a:pt x="4632122" y="770846"/>
                </a:lnTo>
                <a:cubicBezTo>
                  <a:pt x="4574313" y="743488"/>
                  <a:pt x="4520227" y="718739"/>
                  <a:pt x="4470617" y="696730"/>
                </a:cubicBezTo>
                <a:lnTo>
                  <a:pt x="4711700" y="863065"/>
                </a:lnTo>
                <a:lnTo>
                  <a:pt x="4711700" y="914720"/>
                </a:lnTo>
                <a:lnTo>
                  <a:pt x="4603048" y="839922"/>
                </a:lnTo>
                <a:cubicBezTo>
                  <a:pt x="4372862" y="683516"/>
                  <a:pt x="4142288" y="535814"/>
                  <a:pt x="4142288" y="535814"/>
                </a:cubicBezTo>
                <a:cubicBezTo>
                  <a:pt x="4144454" y="535814"/>
                  <a:pt x="4148783" y="537257"/>
                  <a:pt x="4152390" y="537257"/>
                </a:cubicBezTo>
                <a:cubicBezTo>
                  <a:pt x="3900553" y="386442"/>
                  <a:pt x="3687681" y="280367"/>
                  <a:pt x="3551298" y="223360"/>
                </a:cubicBezTo>
                <a:cubicBezTo>
                  <a:pt x="3876560" y="456076"/>
                  <a:pt x="4243223" y="768146"/>
                  <a:pt x="4574496" y="1136433"/>
                </a:cubicBezTo>
                <a:lnTo>
                  <a:pt x="4711700" y="1295940"/>
                </a:lnTo>
                <a:lnTo>
                  <a:pt x="4711700" y="1350804"/>
                </a:lnTo>
                <a:lnTo>
                  <a:pt x="4677851" y="1307689"/>
                </a:lnTo>
                <a:cubicBezTo>
                  <a:pt x="4524826" y="1126488"/>
                  <a:pt x="4365984" y="963001"/>
                  <a:pt x="4214448" y="820124"/>
                </a:cubicBezTo>
                <a:cubicBezTo>
                  <a:pt x="3943128" y="564677"/>
                  <a:pt x="3664590" y="346754"/>
                  <a:pt x="3417081" y="176457"/>
                </a:cubicBezTo>
                <a:cubicBezTo>
                  <a:pt x="3411308" y="175014"/>
                  <a:pt x="3404814" y="173571"/>
                  <a:pt x="3400484" y="173571"/>
                </a:cubicBezTo>
                <a:lnTo>
                  <a:pt x="3400484" y="164911"/>
                </a:lnTo>
                <a:cubicBezTo>
                  <a:pt x="3322010" y="111333"/>
                  <a:pt x="3246919" y="62715"/>
                  <a:pt x="3176517" y="19441"/>
                </a:cubicBezTo>
                <a:close/>
                <a:moveTo>
                  <a:pt x="2910585" y="0"/>
                </a:moveTo>
                <a:lnTo>
                  <a:pt x="2962842" y="0"/>
                </a:lnTo>
                <a:lnTo>
                  <a:pt x="3038063" y="65828"/>
                </a:lnTo>
                <a:cubicBezTo>
                  <a:pt x="3738411" y="701597"/>
                  <a:pt x="4524309" y="1702882"/>
                  <a:pt x="4709840" y="2847195"/>
                </a:cubicBezTo>
                <a:lnTo>
                  <a:pt x="4711700" y="2862365"/>
                </a:lnTo>
                <a:lnTo>
                  <a:pt x="4711700" y="3205908"/>
                </a:lnTo>
                <a:lnTo>
                  <a:pt x="4703886" y="3084842"/>
                </a:lnTo>
                <a:cubicBezTo>
                  <a:pt x="4648175" y="2440105"/>
                  <a:pt x="4368781" y="1539018"/>
                  <a:pt x="3463984" y="540143"/>
                </a:cubicBezTo>
                <a:cubicBezTo>
                  <a:pt x="3299189" y="358300"/>
                  <a:pt x="3130436" y="193302"/>
                  <a:pt x="2967201" y="48497"/>
                </a:cubicBezTo>
                <a:close/>
                <a:moveTo>
                  <a:pt x="2496042" y="0"/>
                </a:moveTo>
                <a:lnTo>
                  <a:pt x="2544370" y="0"/>
                </a:lnTo>
                <a:lnTo>
                  <a:pt x="2573903" y="33389"/>
                </a:lnTo>
                <a:cubicBezTo>
                  <a:pt x="2629815" y="99246"/>
                  <a:pt x="2685378" y="167437"/>
                  <a:pt x="2740220" y="237793"/>
                </a:cubicBezTo>
                <a:cubicBezTo>
                  <a:pt x="3181118" y="803527"/>
                  <a:pt x="3920758" y="1958809"/>
                  <a:pt x="3920758" y="3351496"/>
                </a:cubicBezTo>
                <a:cubicBezTo>
                  <a:pt x="3920758" y="4744184"/>
                  <a:pt x="3181118" y="5900187"/>
                  <a:pt x="2740220" y="6465199"/>
                </a:cubicBezTo>
                <a:lnTo>
                  <a:pt x="2739498" y="6464478"/>
                </a:lnTo>
                <a:cubicBezTo>
                  <a:pt x="2674554" y="6547823"/>
                  <a:pt x="2608528" y="6628191"/>
                  <a:pt x="2542084" y="6705267"/>
                </a:cubicBezTo>
                <a:lnTo>
                  <a:pt x="2403944" y="6858000"/>
                </a:lnTo>
                <a:lnTo>
                  <a:pt x="2355645" y="6858000"/>
                </a:lnTo>
                <a:lnTo>
                  <a:pt x="2501021" y="6698569"/>
                </a:lnTo>
                <a:cubicBezTo>
                  <a:pt x="2571050" y="6617772"/>
                  <a:pt x="2641361" y="6532488"/>
                  <a:pt x="2711356" y="6442829"/>
                </a:cubicBezTo>
                <a:cubicBezTo>
                  <a:pt x="3149368" y="5881426"/>
                  <a:pt x="3883956" y="4733359"/>
                  <a:pt x="3883956" y="3351496"/>
                </a:cubicBezTo>
                <a:cubicBezTo>
                  <a:pt x="3883956" y="1969633"/>
                  <a:pt x="3149368" y="821567"/>
                  <a:pt x="2711356" y="260163"/>
                </a:cubicBezTo>
                <a:cubicBezTo>
                  <a:pt x="2652546" y="184756"/>
                  <a:pt x="2593510" y="112460"/>
                  <a:pt x="2534598" y="43333"/>
                </a:cubicBezTo>
                <a:close/>
                <a:moveTo>
                  <a:pt x="1972022" y="0"/>
                </a:moveTo>
                <a:lnTo>
                  <a:pt x="2015655" y="0"/>
                </a:lnTo>
                <a:lnTo>
                  <a:pt x="2069898" y="82322"/>
                </a:lnTo>
                <a:cubicBezTo>
                  <a:pt x="2484518" y="727171"/>
                  <a:pt x="3090198" y="1916415"/>
                  <a:pt x="3090198" y="3358712"/>
                </a:cubicBezTo>
                <a:lnTo>
                  <a:pt x="3088754" y="3358712"/>
                </a:lnTo>
                <a:cubicBezTo>
                  <a:pt x="3088754" y="4897885"/>
                  <a:pt x="2399626" y="6148417"/>
                  <a:pt x="1988314" y="6756726"/>
                </a:cubicBezTo>
                <a:lnTo>
                  <a:pt x="1915649" y="6858000"/>
                </a:lnTo>
                <a:lnTo>
                  <a:pt x="1874011" y="6858000"/>
                </a:lnTo>
                <a:lnTo>
                  <a:pt x="1958728" y="6736521"/>
                </a:lnTo>
                <a:cubicBezTo>
                  <a:pt x="2367875" y="6131099"/>
                  <a:pt x="3053395" y="4887782"/>
                  <a:pt x="3053395" y="3358712"/>
                </a:cubicBezTo>
                <a:cubicBezTo>
                  <a:pt x="3053395" y="1925209"/>
                  <a:pt x="2450887" y="742857"/>
                  <a:pt x="2039042" y="101809"/>
                </a:cubicBezTo>
                <a:close/>
                <a:moveTo>
                  <a:pt x="1372759" y="0"/>
                </a:moveTo>
                <a:lnTo>
                  <a:pt x="1411030" y="0"/>
                </a:lnTo>
                <a:lnTo>
                  <a:pt x="1457169" y="87274"/>
                </a:lnTo>
                <a:cubicBezTo>
                  <a:pt x="1910702" y="977243"/>
                  <a:pt x="2260356" y="2097626"/>
                  <a:pt x="2260356" y="3365206"/>
                </a:cubicBezTo>
                <a:cubicBezTo>
                  <a:pt x="2260356" y="4632787"/>
                  <a:pt x="1890218" y="5805093"/>
                  <a:pt x="1417780" y="6715695"/>
                </a:cubicBezTo>
                <a:lnTo>
                  <a:pt x="1341078" y="6858000"/>
                </a:lnTo>
                <a:lnTo>
                  <a:pt x="1303671" y="6858000"/>
                </a:lnTo>
                <a:lnTo>
                  <a:pt x="1380509" y="6714438"/>
                </a:lnTo>
                <a:cubicBezTo>
                  <a:pt x="1852709" y="5796813"/>
                  <a:pt x="2224276" y="4600541"/>
                  <a:pt x="2224276" y="3365206"/>
                </a:cubicBezTo>
                <a:cubicBezTo>
                  <a:pt x="2224276" y="2129873"/>
                  <a:pt x="1872717" y="985525"/>
                  <a:pt x="1419243" y="88531"/>
                </a:cubicBezTo>
                <a:close/>
                <a:moveTo>
                  <a:pt x="723024" y="0"/>
                </a:moveTo>
                <a:lnTo>
                  <a:pt x="764516" y="0"/>
                </a:lnTo>
                <a:lnTo>
                  <a:pt x="830191" y="161235"/>
                </a:lnTo>
                <a:cubicBezTo>
                  <a:pt x="1130151" y="922906"/>
                  <a:pt x="1430516" y="2007876"/>
                  <a:pt x="1430516" y="3371700"/>
                </a:cubicBezTo>
                <a:cubicBezTo>
                  <a:pt x="1430516" y="4849176"/>
                  <a:pt x="1054662" y="6057981"/>
                  <a:pt x="724063" y="6835164"/>
                </a:cubicBezTo>
                <a:lnTo>
                  <a:pt x="714043" y="6858000"/>
                </a:lnTo>
                <a:lnTo>
                  <a:pt x="672804" y="6858000"/>
                </a:lnTo>
                <a:lnTo>
                  <a:pt x="683248" y="6833990"/>
                </a:lnTo>
                <a:cubicBezTo>
                  <a:pt x="1014294" y="6048087"/>
                  <a:pt x="1394436" y="4807549"/>
                  <a:pt x="1394436" y="3371700"/>
                </a:cubicBezTo>
                <a:cubicBezTo>
                  <a:pt x="1394436" y="2046302"/>
                  <a:pt x="1090418" y="937654"/>
                  <a:pt x="789545" y="165091"/>
                </a:cubicBezTo>
                <a:close/>
                <a:moveTo>
                  <a:pt x="34470" y="0"/>
                </a:moveTo>
                <a:lnTo>
                  <a:pt x="73778" y="0"/>
                </a:lnTo>
                <a:lnTo>
                  <a:pt x="79531" y="17015"/>
                </a:lnTo>
                <a:cubicBezTo>
                  <a:pt x="344392" y="825727"/>
                  <a:pt x="600678" y="1956554"/>
                  <a:pt x="600678" y="3378918"/>
                </a:cubicBezTo>
                <a:cubicBezTo>
                  <a:pt x="600678" y="4801281"/>
                  <a:pt x="332483" y="5971645"/>
                  <a:pt x="61608" y="6791700"/>
                </a:cubicBezTo>
                <a:lnTo>
                  <a:pt x="38985" y="6858000"/>
                </a:lnTo>
                <a:lnTo>
                  <a:pt x="0" y="6858000"/>
                </a:lnTo>
                <a:lnTo>
                  <a:pt x="22908" y="6790607"/>
                </a:lnTo>
                <a:cubicBezTo>
                  <a:pt x="294497" y="5964426"/>
                  <a:pt x="564598" y="4773139"/>
                  <a:pt x="564598" y="3378918"/>
                </a:cubicBezTo>
                <a:cubicBezTo>
                  <a:pt x="564598" y="1984696"/>
                  <a:pt x="305930" y="832946"/>
                  <a:pt x="40563" y="18108"/>
                </a:cubicBezTo>
                <a:close/>
              </a:path>
            </a:pathLst>
          </a:custGeom>
          <a:gradFill flip="none" rotWithShape="1">
            <a:gsLst>
              <a:gs pos="0">
                <a:srgbClr val="EDECF6"/>
              </a:gs>
              <a:gs pos="82000">
                <a:srgbClr val="C1BFFF"/>
              </a:gs>
            </a:gsLst>
            <a:lin ang="0" scaled="1"/>
            <a:tileRect/>
          </a:gradFill>
          <a:ln w="20455" cap="flat">
            <a:noFill/>
            <a:prstDash val="solid"/>
            <a:miter/>
          </a:ln>
        </p:spPr>
        <p:txBody>
          <a:bodyPr wrap="square" rtlCol="0" anchor="ctr">
            <a:noAutofit/>
          </a:bodyPr>
          <a:lstStyle/>
          <a:p>
            <a:endParaRPr lang="en-US" noProof="0">
              <a:latin typeface="+mj-lt"/>
            </a:endParaRPr>
          </a:p>
        </p:txBody>
      </p:sp>
    </p:spTree>
    <p:extLst>
      <p:ext uri="{BB962C8B-B14F-4D97-AF65-F5344CB8AC3E}">
        <p14:creationId xmlns:p14="http://schemas.microsoft.com/office/powerpoint/2010/main" val="3733735961"/>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with Image">
    <p:bg>
      <p:bgPr>
        <a:solidFill>
          <a:srgbClr val="EDECF6"/>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2F08166A-83F0-2554-8E7D-B4BAD344F028}"/>
              </a:ext>
            </a:extLst>
          </p:cNvPr>
          <p:cNvSpPr>
            <a:spLocks noGrp="1"/>
          </p:cNvSpPr>
          <p:nvPr>
            <p:ph type="ctrTitle" hasCustomPrompt="1"/>
          </p:nvPr>
        </p:nvSpPr>
        <p:spPr>
          <a:xfrm>
            <a:off x="542924" y="1646237"/>
            <a:ext cx="6419088" cy="3187020"/>
          </a:xfrm>
        </p:spPr>
        <p:txBody>
          <a:bodyPr anchor="b"/>
          <a:lstStyle>
            <a:lvl1pPr algn="l">
              <a:defRPr sz="6000" b="1">
                <a:solidFill>
                  <a:srgbClr val="0D004D"/>
                </a:solidFill>
                <a:latin typeface="+mj-lt"/>
                <a:cs typeface="Segoe UI" panose="020B0502040204020203" pitchFamily="34" charset="0"/>
              </a:defRPr>
            </a:lvl1pPr>
          </a:lstStyle>
          <a:p>
            <a:r>
              <a:rPr lang="en-US" noProof="0" dirty="0"/>
              <a:t>Place title here, maximum three lines lorem</a:t>
            </a:r>
          </a:p>
        </p:txBody>
      </p:sp>
      <p:sp>
        <p:nvSpPr>
          <p:cNvPr id="3" name="Subtitle">
            <a:extLst>
              <a:ext uri="{FF2B5EF4-FFF2-40B4-BE49-F238E27FC236}">
                <a16:creationId xmlns:a16="http://schemas.microsoft.com/office/drawing/2014/main" id="{8879E363-BBA4-E8FB-32B0-B30CAED83B60}"/>
              </a:ext>
            </a:extLst>
          </p:cNvPr>
          <p:cNvSpPr>
            <a:spLocks noGrp="1"/>
          </p:cNvSpPr>
          <p:nvPr>
            <p:ph type="subTitle" idx="1" hasCustomPrompt="1"/>
          </p:nvPr>
        </p:nvSpPr>
        <p:spPr>
          <a:xfrm>
            <a:off x="542926" y="5212670"/>
            <a:ext cx="5484812" cy="1097643"/>
          </a:xfrm>
        </p:spPr>
        <p:txBody>
          <a:bodyPr anchor="b">
            <a:normAutofit/>
          </a:bodyPr>
          <a:lstStyle>
            <a:lvl1pPr marL="0" indent="0" algn="l">
              <a:spcBef>
                <a:spcPts val="0"/>
              </a:spcBef>
              <a:buNone/>
              <a:defRPr sz="1600">
                <a:solidFill>
                  <a:srgbClr val="0D004D"/>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dirty="0"/>
              <a:t>Place subtitle here</a:t>
            </a:r>
          </a:p>
        </p:txBody>
      </p:sp>
      <p:pic>
        <p:nvPicPr>
          <p:cNvPr id="5" name="Pearson Logo" descr="Pearson Logo">
            <a:extLst>
              <a:ext uri="{FF2B5EF4-FFF2-40B4-BE49-F238E27FC236}">
                <a16:creationId xmlns:a16="http://schemas.microsoft.com/office/drawing/2014/main" id="{2A1A85FA-3939-44BE-B494-7453E32E7B06}"/>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023797019"/>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Key Statement Left with Line Waves">
    <p:bg bwMode="ltGray">
      <p:bgPr>
        <a:solidFill>
          <a:srgbClr val="EDECF6"/>
        </a:solidFill>
        <a:effectLst/>
      </p:bgPr>
    </p:bg>
    <p:spTree>
      <p:nvGrpSpPr>
        <p:cNvPr id="1" name=""/>
        <p:cNvGrpSpPr/>
        <p:nvPr/>
      </p:nvGrpSpPr>
      <p:grpSpPr>
        <a:xfrm>
          <a:off x="0" y="0"/>
          <a:ext cx="0" cy="0"/>
          <a:chOff x="0" y="0"/>
          <a:chExt cx="0" cy="0"/>
        </a:xfrm>
      </p:grpSpPr>
      <p:sp>
        <p:nvSpPr>
          <p:cNvPr id="7" name="Line Waves">
            <a:extLst>
              <a:ext uri="{FF2B5EF4-FFF2-40B4-BE49-F238E27FC236}">
                <a16:creationId xmlns:a16="http://schemas.microsoft.com/office/drawing/2014/main" id="{911A2453-AC41-EE81-E953-43830E68389E}"/>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ltGray">
          <a:xfrm>
            <a:off x="6155506" y="-5633"/>
            <a:ext cx="5473808" cy="6881122"/>
          </a:xfrm>
          <a:custGeom>
            <a:avLst/>
            <a:gdLst>
              <a:gd name="connsiteX0" fmla="*/ 3028051 w 5473808"/>
              <a:gd name="connsiteY0" fmla="*/ 1049274 h 6881122"/>
              <a:gd name="connsiteX1" fmla="*/ 3486113 w 5473808"/>
              <a:gd name="connsiteY1" fmla="*/ 1381194 h 6881122"/>
              <a:gd name="connsiteX2" fmla="*/ 4740527 w 5473808"/>
              <a:gd name="connsiteY2" fmla="*/ 3375897 h 6881122"/>
              <a:gd name="connsiteX3" fmla="*/ 3486113 w 5473808"/>
              <a:gd name="connsiteY3" fmla="*/ 5370601 h 6881122"/>
              <a:gd name="connsiteX4" fmla="*/ 3079017 w 5473808"/>
              <a:gd name="connsiteY4" fmla="*/ 5668755 h 6881122"/>
              <a:gd name="connsiteX5" fmla="*/ 3079017 w 5473808"/>
              <a:gd name="connsiteY5" fmla="*/ 5669393 h 6881122"/>
              <a:gd name="connsiteX6" fmla="*/ 5441317 w 5473808"/>
              <a:gd name="connsiteY6" fmla="*/ 3370800 h 6881122"/>
              <a:gd name="connsiteX7" fmla="*/ 3028051 w 5473808"/>
              <a:gd name="connsiteY7" fmla="*/ 1049274 h 6881122"/>
              <a:gd name="connsiteX8" fmla="*/ 2216408 w 5473808"/>
              <a:gd name="connsiteY8" fmla="*/ 631348 h 6881122"/>
              <a:gd name="connsiteX9" fmla="*/ 4007883 w 5473808"/>
              <a:gd name="connsiteY9" fmla="*/ 3382269 h 6881122"/>
              <a:gd name="connsiteX10" fmla="*/ 2404613 w 5473808"/>
              <a:gd name="connsiteY10" fmla="*/ 5992694 h 6881122"/>
              <a:gd name="connsiteX11" fmla="*/ 2262190 w 5473808"/>
              <a:gd name="connsiteY11" fmla="*/ 6100116 h 6881122"/>
              <a:gd name="connsiteX12" fmla="*/ 2259730 w 5473808"/>
              <a:gd name="connsiteY12" fmla="*/ 6101334 h 6881122"/>
              <a:gd name="connsiteX13" fmla="*/ 2259730 w 5473808"/>
              <a:gd name="connsiteY13" fmla="*/ 6101971 h 6881122"/>
              <a:gd name="connsiteX14" fmla="*/ 2262190 w 5473808"/>
              <a:gd name="connsiteY14" fmla="*/ 6100116 h 6881122"/>
              <a:gd name="connsiteX15" fmla="*/ 2320243 w 5473808"/>
              <a:gd name="connsiteY15" fmla="*/ 6071364 h 6881122"/>
              <a:gd name="connsiteX16" fmla="*/ 2912739 w 5473808"/>
              <a:gd name="connsiteY16" fmla="*/ 5740745 h 6881122"/>
              <a:gd name="connsiteX17" fmla="*/ 3466363 w 5473808"/>
              <a:gd name="connsiteY17" fmla="*/ 5345755 h 6881122"/>
              <a:gd name="connsiteX18" fmla="*/ 4708673 w 5473808"/>
              <a:gd name="connsiteY18" fmla="*/ 3375897 h 6881122"/>
              <a:gd name="connsiteX19" fmla="*/ 3466363 w 5473808"/>
              <a:gd name="connsiteY19" fmla="*/ 1406040 h 6881122"/>
              <a:gd name="connsiteX20" fmla="*/ 2738178 w 5473808"/>
              <a:gd name="connsiteY20" fmla="*/ 907205 h 6881122"/>
              <a:gd name="connsiteX21" fmla="*/ 2747097 w 5473808"/>
              <a:gd name="connsiteY21" fmla="*/ 908479 h 6881122"/>
              <a:gd name="connsiteX22" fmla="*/ 2216408 w 5473808"/>
              <a:gd name="connsiteY22" fmla="*/ 631348 h 6881122"/>
              <a:gd name="connsiteX23" fmla="*/ 1469111 w 5473808"/>
              <a:gd name="connsiteY23" fmla="*/ 244002 h 6881122"/>
              <a:gd name="connsiteX24" fmla="*/ 3275238 w 5473808"/>
              <a:gd name="connsiteY24" fmla="*/ 3388001 h 6881122"/>
              <a:gd name="connsiteX25" fmla="*/ 3274602 w 5473808"/>
              <a:gd name="connsiteY25" fmla="*/ 3388001 h 6881122"/>
              <a:gd name="connsiteX26" fmla="*/ 1493320 w 5473808"/>
              <a:gd name="connsiteY26" fmla="*/ 6512252 h 6881122"/>
              <a:gd name="connsiteX27" fmla="*/ 2125942 w 5473808"/>
              <a:gd name="connsiteY27" fmla="*/ 6154211 h 6881122"/>
              <a:gd name="connsiteX28" fmla="*/ 2801886 w 5473808"/>
              <a:gd name="connsiteY28" fmla="*/ 5605047 h 6881122"/>
              <a:gd name="connsiteX29" fmla="*/ 3975392 w 5473808"/>
              <a:gd name="connsiteY29" fmla="*/ 3381631 h 6881122"/>
              <a:gd name="connsiteX30" fmla="*/ 2801886 w 5473808"/>
              <a:gd name="connsiteY30" fmla="*/ 1158215 h 6881122"/>
              <a:gd name="connsiteX31" fmla="*/ 2097911 w 5473808"/>
              <a:gd name="connsiteY31" fmla="*/ 589938 h 6881122"/>
              <a:gd name="connsiteX32" fmla="*/ 2083258 w 5473808"/>
              <a:gd name="connsiteY32" fmla="*/ 587390 h 6881122"/>
              <a:gd name="connsiteX33" fmla="*/ 2083258 w 5473808"/>
              <a:gd name="connsiteY33" fmla="*/ 579745 h 6881122"/>
              <a:gd name="connsiteX34" fmla="*/ 1469111 w 5473808"/>
              <a:gd name="connsiteY34" fmla="*/ 244002 h 6881122"/>
              <a:gd name="connsiteX35" fmla="*/ 501384 w 5473808"/>
              <a:gd name="connsiteY35" fmla="*/ 636 h 6881122"/>
              <a:gd name="connsiteX36" fmla="*/ 542157 w 5473808"/>
              <a:gd name="connsiteY36" fmla="*/ 636 h 6881122"/>
              <a:gd name="connsiteX37" fmla="*/ 837763 w 5473808"/>
              <a:gd name="connsiteY37" fmla="*/ 399449 h 6881122"/>
              <a:gd name="connsiteX38" fmla="*/ 1809314 w 5473808"/>
              <a:gd name="connsiteY38" fmla="*/ 3399469 h 6881122"/>
              <a:gd name="connsiteX39" fmla="*/ 1808039 w 5473808"/>
              <a:gd name="connsiteY39" fmla="*/ 3399469 h 6881122"/>
              <a:gd name="connsiteX40" fmla="*/ 836489 w 5473808"/>
              <a:gd name="connsiteY40" fmla="*/ 6399488 h 6881122"/>
              <a:gd name="connsiteX41" fmla="*/ 471441 w 5473808"/>
              <a:gd name="connsiteY41" fmla="*/ 6881122 h 6881122"/>
              <a:gd name="connsiteX42" fmla="*/ 430668 w 5473808"/>
              <a:gd name="connsiteY42" fmla="*/ 6881122 h 6881122"/>
              <a:gd name="connsiteX43" fmla="*/ 810369 w 5473808"/>
              <a:gd name="connsiteY43" fmla="*/ 6381650 h 6881122"/>
              <a:gd name="connsiteX44" fmla="*/ 1776822 w 5473808"/>
              <a:gd name="connsiteY44" fmla="*/ 3399469 h 6881122"/>
              <a:gd name="connsiteX45" fmla="*/ 811006 w 5473808"/>
              <a:gd name="connsiteY45" fmla="*/ 417288 h 6881122"/>
              <a:gd name="connsiteX46" fmla="*/ 501384 w 5473808"/>
              <a:gd name="connsiteY46" fmla="*/ 636 h 6881122"/>
              <a:gd name="connsiteX47" fmla="*/ 45233 w 5473808"/>
              <a:gd name="connsiteY47" fmla="*/ 636 h 6881122"/>
              <a:gd name="connsiteX48" fmla="*/ 78361 w 5473808"/>
              <a:gd name="connsiteY48" fmla="*/ 636 h 6881122"/>
              <a:gd name="connsiteX49" fmla="*/ 1076668 w 5473808"/>
              <a:gd name="connsiteY49" fmla="*/ 3405202 h 6881122"/>
              <a:gd name="connsiteX50" fmla="*/ 32491 w 5473808"/>
              <a:gd name="connsiteY50" fmla="*/ 6881122 h 6881122"/>
              <a:gd name="connsiteX51" fmla="*/ 0 w 5473808"/>
              <a:gd name="connsiteY51" fmla="*/ 6881122 h 6881122"/>
              <a:gd name="connsiteX52" fmla="*/ 1044814 w 5473808"/>
              <a:gd name="connsiteY52" fmla="*/ 3405202 h 6881122"/>
              <a:gd name="connsiteX53" fmla="*/ 45233 w 5473808"/>
              <a:gd name="connsiteY53" fmla="*/ 636 h 6881122"/>
              <a:gd name="connsiteX54" fmla="*/ 1059467 w 5473808"/>
              <a:gd name="connsiteY54" fmla="*/ 0 h 6881122"/>
              <a:gd name="connsiteX55" fmla="*/ 1120627 w 5473808"/>
              <a:gd name="connsiteY55" fmla="*/ 0 h 6881122"/>
              <a:gd name="connsiteX56" fmla="*/ 1428975 w 5473808"/>
              <a:gd name="connsiteY56" fmla="*/ 212148 h 6881122"/>
              <a:gd name="connsiteX57" fmla="*/ 1428975 w 5473808"/>
              <a:gd name="connsiteY57" fmla="*/ 205140 h 6881122"/>
              <a:gd name="connsiteX58" fmla="*/ 2118298 w 5473808"/>
              <a:gd name="connsiteY58" fmla="*/ 561906 h 6881122"/>
              <a:gd name="connsiteX59" fmla="*/ 2875151 w 5473808"/>
              <a:gd name="connsiteY59" fmla="*/ 949889 h 6881122"/>
              <a:gd name="connsiteX60" fmla="*/ 4148041 w 5473808"/>
              <a:gd name="connsiteY60" fmla="*/ 1625833 h 6881122"/>
              <a:gd name="connsiteX61" fmla="*/ 4148678 w 5473808"/>
              <a:gd name="connsiteY61" fmla="*/ 1625833 h 6881122"/>
              <a:gd name="connsiteX62" fmla="*/ 5473808 w 5473808"/>
              <a:gd name="connsiteY62" fmla="*/ 3369527 h 6881122"/>
              <a:gd name="connsiteX63" fmla="*/ 4148678 w 5473808"/>
              <a:gd name="connsiteY63" fmla="*/ 5113220 h 6881122"/>
              <a:gd name="connsiteX64" fmla="*/ 2925480 w 5473808"/>
              <a:gd name="connsiteY64" fmla="*/ 5769414 h 6881122"/>
              <a:gd name="connsiteX65" fmla="*/ 2150789 w 5473808"/>
              <a:gd name="connsiteY65" fmla="*/ 6179058 h 6881122"/>
              <a:gd name="connsiteX66" fmla="*/ 1437257 w 5473808"/>
              <a:gd name="connsiteY66" fmla="*/ 6556211 h 6881122"/>
              <a:gd name="connsiteX67" fmla="*/ 919946 w 5473808"/>
              <a:gd name="connsiteY67" fmla="*/ 6880485 h 6881122"/>
              <a:gd name="connsiteX68" fmla="*/ 824384 w 5473808"/>
              <a:gd name="connsiteY68" fmla="*/ 6880485 h 6881122"/>
              <a:gd name="connsiteX69" fmla="*/ 2139321 w 5473808"/>
              <a:gd name="connsiteY69" fmla="*/ 5863702 h 6881122"/>
              <a:gd name="connsiteX70" fmla="*/ 3244021 w 5473808"/>
              <a:gd name="connsiteY70" fmla="*/ 3387364 h 6881122"/>
              <a:gd name="connsiteX71" fmla="*/ 2139321 w 5473808"/>
              <a:gd name="connsiteY71" fmla="*/ 911027 h 6881122"/>
              <a:gd name="connsiteX72" fmla="*/ 1059467 w 5473808"/>
              <a:gd name="connsiteY72" fmla="*/ 0 h 6881122"/>
              <a:gd name="connsiteX73" fmla="*/ 861972 w 5473808"/>
              <a:gd name="connsiteY73" fmla="*/ 0 h 6881122"/>
              <a:gd name="connsiteX74" fmla="*/ 909753 w 5473808"/>
              <a:gd name="connsiteY74" fmla="*/ 0 h 6881122"/>
              <a:gd name="connsiteX75" fmla="*/ 1500328 w 5473808"/>
              <a:gd name="connsiteY75" fmla="*/ 644090 h 6881122"/>
              <a:gd name="connsiteX76" fmla="*/ 2542594 w 5473808"/>
              <a:gd name="connsiteY76" fmla="*/ 3393098 h 6881122"/>
              <a:gd name="connsiteX77" fmla="*/ 1500328 w 5473808"/>
              <a:gd name="connsiteY77" fmla="*/ 6142107 h 6881122"/>
              <a:gd name="connsiteX78" fmla="*/ 1499691 w 5473808"/>
              <a:gd name="connsiteY78" fmla="*/ 6141470 h 6881122"/>
              <a:gd name="connsiteX79" fmla="*/ 803361 w 5473808"/>
              <a:gd name="connsiteY79" fmla="*/ 6880485 h 6881122"/>
              <a:gd name="connsiteX80" fmla="*/ 753668 w 5473808"/>
              <a:gd name="connsiteY80" fmla="*/ 6880485 h 6881122"/>
              <a:gd name="connsiteX81" fmla="*/ 1474845 w 5473808"/>
              <a:gd name="connsiteY81" fmla="*/ 6122357 h 6881122"/>
              <a:gd name="connsiteX82" fmla="*/ 2510103 w 5473808"/>
              <a:gd name="connsiteY82" fmla="*/ 3393098 h 6881122"/>
              <a:gd name="connsiteX83" fmla="*/ 1474845 w 5473808"/>
              <a:gd name="connsiteY83" fmla="*/ 663840 h 6881122"/>
              <a:gd name="connsiteX84" fmla="*/ 861972 w 5473808"/>
              <a:gd name="connsiteY84" fmla="*/ 0 h 6881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5473808" h="6881122">
                <a:moveTo>
                  <a:pt x="3028051" y="1049274"/>
                </a:moveTo>
                <a:cubicBezTo>
                  <a:pt x="3177765" y="1148022"/>
                  <a:pt x="3333850" y="1259511"/>
                  <a:pt x="3486113" y="1381194"/>
                </a:cubicBezTo>
                <a:cubicBezTo>
                  <a:pt x="4058212" y="1837345"/>
                  <a:pt x="4740527" y="2554062"/>
                  <a:pt x="4740527" y="3375897"/>
                </a:cubicBezTo>
                <a:cubicBezTo>
                  <a:pt x="4740527" y="4197733"/>
                  <a:pt x="4058212" y="4914450"/>
                  <a:pt x="3486113" y="5370601"/>
                </a:cubicBezTo>
                <a:cubicBezTo>
                  <a:pt x="3350414" y="5478905"/>
                  <a:pt x="3212805" y="5578290"/>
                  <a:pt x="3079017" y="5668755"/>
                </a:cubicBezTo>
                <a:lnTo>
                  <a:pt x="3079017" y="5669393"/>
                </a:lnTo>
                <a:cubicBezTo>
                  <a:pt x="3808476" y="5338110"/>
                  <a:pt x="5441317" y="4451291"/>
                  <a:pt x="5441317" y="3370800"/>
                </a:cubicBezTo>
                <a:cubicBezTo>
                  <a:pt x="5441317" y="2290309"/>
                  <a:pt x="3728841" y="1360170"/>
                  <a:pt x="3028051" y="1049274"/>
                </a:cubicBezTo>
                <a:close/>
                <a:moveTo>
                  <a:pt x="2216408" y="631348"/>
                </a:moveTo>
                <a:cubicBezTo>
                  <a:pt x="2982181" y="1179239"/>
                  <a:pt x="4007883" y="2225328"/>
                  <a:pt x="4007883" y="3382269"/>
                </a:cubicBezTo>
                <a:cubicBezTo>
                  <a:pt x="4007883" y="4466900"/>
                  <a:pt x="3139423" y="5420507"/>
                  <a:pt x="2404613" y="5992694"/>
                </a:cubicBezTo>
                <a:lnTo>
                  <a:pt x="2262190" y="6100116"/>
                </a:lnTo>
                <a:lnTo>
                  <a:pt x="2259730" y="6101334"/>
                </a:lnTo>
                <a:lnTo>
                  <a:pt x="2259730" y="6101971"/>
                </a:lnTo>
                <a:lnTo>
                  <a:pt x="2262190" y="6100116"/>
                </a:lnTo>
                <a:lnTo>
                  <a:pt x="2320243" y="6071364"/>
                </a:lnTo>
                <a:cubicBezTo>
                  <a:pt x="2488800" y="5982539"/>
                  <a:pt x="2828564" y="5775308"/>
                  <a:pt x="2912739" y="5740745"/>
                </a:cubicBezTo>
                <a:cubicBezTo>
                  <a:pt x="3087937" y="5629256"/>
                  <a:pt x="3276513" y="5497380"/>
                  <a:pt x="3466363" y="5345755"/>
                </a:cubicBezTo>
                <a:cubicBezTo>
                  <a:pt x="4033366" y="4894063"/>
                  <a:pt x="4708673" y="4184991"/>
                  <a:pt x="4708673" y="3375897"/>
                </a:cubicBezTo>
                <a:cubicBezTo>
                  <a:pt x="4708673" y="2566804"/>
                  <a:pt x="4033366" y="1857731"/>
                  <a:pt x="3466363" y="1406040"/>
                </a:cubicBezTo>
                <a:cubicBezTo>
                  <a:pt x="3259311" y="1241036"/>
                  <a:pt x="2738178" y="907205"/>
                  <a:pt x="2738178" y="907205"/>
                </a:cubicBezTo>
                <a:cubicBezTo>
                  <a:pt x="2740090" y="907205"/>
                  <a:pt x="2743912" y="908479"/>
                  <a:pt x="2747097" y="908479"/>
                </a:cubicBezTo>
                <a:cubicBezTo>
                  <a:pt x="2524756" y="775329"/>
                  <a:pt x="2336817" y="681678"/>
                  <a:pt x="2216408" y="631348"/>
                </a:cubicBezTo>
                <a:close/>
                <a:moveTo>
                  <a:pt x="1469111" y="244002"/>
                </a:moveTo>
                <a:cubicBezTo>
                  <a:pt x="2223416" y="832666"/>
                  <a:pt x="3275238" y="2026558"/>
                  <a:pt x="3275238" y="3388001"/>
                </a:cubicBezTo>
                <a:lnTo>
                  <a:pt x="3274602" y="3388001"/>
                </a:lnTo>
                <a:cubicBezTo>
                  <a:pt x="3274602" y="4734793"/>
                  <a:pt x="2245714" y="5917217"/>
                  <a:pt x="1493320" y="6512252"/>
                </a:cubicBezTo>
                <a:cubicBezTo>
                  <a:pt x="1609269" y="6475301"/>
                  <a:pt x="2106830" y="6159945"/>
                  <a:pt x="2125942" y="6154211"/>
                </a:cubicBezTo>
                <a:cubicBezTo>
                  <a:pt x="2337454" y="6007046"/>
                  <a:pt x="2572537" y="5821018"/>
                  <a:pt x="2801886" y="5605047"/>
                </a:cubicBezTo>
                <a:cubicBezTo>
                  <a:pt x="3337035" y="5099841"/>
                  <a:pt x="3975392" y="4304762"/>
                  <a:pt x="3975392" y="3381631"/>
                </a:cubicBezTo>
                <a:cubicBezTo>
                  <a:pt x="3975392" y="2458500"/>
                  <a:pt x="3337035" y="1662784"/>
                  <a:pt x="2801886" y="1158215"/>
                </a:cubicBezTo>
                <a:cubicBezTo>
                  <a:pt x="2562344" y="932688"/>
                  <a:pt x="2316430" y="740289"/>
                  <a:pt x="2097911" y="589938"/>
                </a:cubicBezTo>
                <a:cubicBezTo>
                  <a:pt x="2092814" y="588664"/>
                  <a:pt x="2087081" y="587390"/>
                  <a:pt x="2083258" y="587390"/>
                </a:cubicBezTo>
                <a:lnTo>
                  <a:pt x="2083258" y="579745"/>
                </a:lnTo>
                <a:cubicBezTo>
                  <a:pt x="1806127" y="390531"/>
                  <a:pt x="1576778" y="271397"/>
                  <a:pt x="1469111" y="244002"/>
                </a:cubicBezTo>
                <a:close/>
                <a:moveTo>
                  <a:pt x="501384" y="636"/>
                </a:moveTo>
                <a:lnTo>
                  <a:pt x="542157" y="636"/>
                </a:lnTo>
                <a:cubicBezTo>
                  <a:pt x="640905" y="122319"/>
                  <a:pt x="740290" y="255469"/>
                  <a:pt x="837763" y="399449"/>
                </a:cubicBezTo>
                <a:cubicBezTo>
                  <a:pt x="1200900" y="937148"/>
                  <a:pt x="1809314" y="2041211"/>
                  <a:pt x="1809314" y="3399469"/>
                </a:cubicBezTo>
                <a:lnTo>
                  <a:pt x="1808039" y="3399469"/>
                </a:lnTo>
                <a:cubicBezTo>
                  <a:pt x="1808039" y="4758365"/>
                  <a:pt x="1199626" y="5862428"/>
                  <a:pt x="836489" y="6399488"/>
                </a:cubicBezTo>
                <a:cubicBezTo>
                  <a:pt x="716081" y="6577234"/>
                  <a:pt x="593124" y="6737779"/>
                  <a:pt x="471441" y="6881122"/>
                </a:cubicBezTo>
                <a:lnTo>
                  <a:pt x="430668" y="6881122"/>
                </a:lnTo>
                <a:cubicBezTo>
                  <a:pt x="556810" y="6733956"/>
                  <a:pt x="684864" y="6567041"/>
                  <a:pt x="810369" y="6381650"/>
                </a:cubicBezTo>
                <a:cubicBezTo>
                  <a:pt x="1171594" y="5847138"/>
                  <a:pt x="1776822" y="4749446"/>
                  <a:pt x="1776822" y="3399469"/>
                </a:cubicBezTo>
                <a:cubicBezTo>
                  <a:pt x="1776822" y="2049493"/>
                  <a:pt x="1171594" y="951801"/>
                  <a:pt x="811006" y="417288"/>
                </a:cubicBezTo>
                <a:cubicBezTo>
                  <a:pt x="709073" y="265663"/>
                  <a:pt x="604591" y="126778"/>
                  <a:pt x="501384" y="636"/>
                </a:cubicBezTo>
                <a:close/>
                <a:moveTo>
                  <a:pt x="45233" y="636"/>
                </a:moveTo>
                <a:lnTo>
                  <a:pt x="78361" y="636"/>
                </a:lnTo>
                <a:cubicBezTo>
                  <a:pt x="609050" y="847318"/>
                  <a:pt x="1076668" y="2027831"/>
                  <a:pt x="1076668" y="3405202"/>
                </a:cubicBezTo>
                <a:cubicBezTo>
                  <a:pt x="1076668" y="4782574"/>
                  <a:pt x="581656" y="6032529"/>
                  <a:pt x="32491" y="6881122"/>
                </a:cubicBezTo>
                <a:lnTo>
                  <a:pt x="0" y="6881122"/>
                </a:lnTo>
                <a:cubicBezTo>
                  <a:pt x="547890" y="6037626"/>
                  <a:pt x="1044814" y="4747535"/>
                  <a:pt x="1044814" y="3405202"/>
                </a:cubicBezTo>
                <a:cubicBezTo>
                  <a:pt x="1044814" y="2062872"/>
                  <a:pt x="574648" y="842221"/>
                  <a:pt x="45233" y="636"/>
                </a:cubicBezTo>
                <a:close/>
                <a:moveTo>
                  <a:pt x="1059467" y="0"/>
                </a:moveTo>
                <a:lnTo>
                  <a:pt x="1120627" y="0"/>
                </a:lnTo>
                <a:cubicBezTo>
                  <a:pt x="1213004" y="56063"/>
                  <a:pt x="1316848" y="126779"/>
                  <a:pt x="1428975" y="212148"/>
                </a:cubicBezTo>
                <a:lnTo>
                  <a:pt x="1428975" y="205140"/>
                </a:lnTo>
                <a:cubicBezTo>
                  <a:pt x="1516255" y="205140"/>
                  <a:pt x="1785104" y="334468"/>
                  <a:pt x="2118298" y="561906"/>
                </a:cubicBezTo>
                <a:cubicBezTo>
                  <a:pt x="2230424" y="591212"/>
                  <a:pt x="2526030" y="731370"/>
                  <a:pt x="2875151" y="949889"/>
                </a:cubicBezTo>
                <a:cubicBezTo>
                  <a:pt x="3118516" y="1044177"/>
                  <a:pt x="3638375" y="1286906"/>
                  <a:pt x="4148041" y="1625833"/>
                </a:cubicBezTo>
                <a:lnTo>
                  <a:pt x="4148678" y="1625833"/>
                </a:lnTo>
                <a:cubicBezTo>
                  <a:pt x="4753269" y="2027832"/>
                  <a:pt x="5473808" y="2656632"/>
                  <a:pt x="5473808" y="3369527"/>
                </a:cubicBezTo>
                <a:cubicBezTo>
                  <a:pt x="5473808" y="4082421"/>
                  <a:pt x="4753269" y="4711221"/>
                  <a:pt x="4148678" y="5113220"/>
                </a:cubicBezTo>
                <a:cubicBezTo>
                  <a:pt x="3670866" y="5431123"/>
                  <a:pt x="3185410" y="5663659"/>
                  <a:pt x="2925480" y="5769414"/>
                </a:cubicBezTo>
                <a:cubicBezTo>
                  <a:pt x="2584642" y="5986022"/>
                  <a:pt x="2287761" y="6133188"/>
                  <a:pt x="2150789" y="6179058"/>
                </a:cubicBezTo>
                <a:cubicBezTo>
                  <a:pt x="1811224" y="6414778"/>
                  <a:pt x="1534093" y="6549840"/>
                  <a:pt x="1437257" y="6556211"/>
                </a:cubicBezTo>
                <a:cubicBezTo>
                  <a:pt x="1230842" y="6714207"/>
                  <a:pt x="1049274" y="6825696"/>
                  <a:pt x="919946" y="6880485"/>
                </a:cubicBezTo>
                <a:lnTo>
                  <a:pt x="824384" y="6880485"/>
                </a:lnTo>
                <a:cubicBezTo>
                  <a:pt x="1048000" y="6825059"/>
                  <a:pt x="1616277" y="6441536"/>
                  <a:pt x="2139321" y="5863702"/>
                </a:cubicBezTo>
                <a:cubicBezTo>
                  <a:pt x="3052260" y="4855838"/>
                  <a:pt x="3244021" y="3960738"/>
                  <a:pt x="3244021" y="3387364"/>
                </a:cubicBezTo>
                <a:cubicBezTo>
                  <a:pt x="3244021" y="2813991"/>
                  <a:pt x="3052260" y="1918891"/>
                  <a:pt x="2139321" y="911027"/>
                </a:cubicBezTo>
                <a:cubicBezTo>
                  <a:pt x="1751338" y="482908"/>
                  <a:pt x="1338509" y="160545"/>
                  <a:pt x="1059467" y="0"/>
                </a:cubicBezTo>
                <a:close/>
                <a:moveTo>
                  <a:pt x="861972" y="0"/>
                </a:moveTo>
                <a:lnTo>
                  <a:pt x="909753" y="0"/>
                </a:lnTo>
                <a:cubicBezTo>
                  <a:pt x="1102789" y="177746"/>
                  <a:pt x="1306655" y="395628"/>
                  <a:pt x="1500328" y="644090"/>
                </a:cubicBezTo>
                <a:cubicBezTo>
                  <a:pt x="1889585" y="1143562"/>
                  <a:pt x="2542594" y="2163531"/>
                  <a:pt x="2542594" y="3393098"/>
                </a:cubicBezTo>
                <a:cubicBezTo>
                  <a:pt x="2542594" y="4622667"/>
                  <a:pt x="1889585" y="5643272"/>
                  <a:pt x="1500328" y="6142107"/>
                </a:cubicBezTo>
                <a:lnTo>
                  <a:pt x="1499691" y="6141470"/>
                </a:lnTo>
                <a:cubicBezTo>
                  <a:pt x="1270342" y="6435802"/>
                  <a:pt x="1025702" y="6688087"/>
                  <a:pt x="803361" y="6880485"/>
                </a:cubicBezTo>
                <a:lnTo>
                  <a:pt x="753668" y="6880485"/>
                </a:lnTo>
                <a:cubicBezTo>
                  <a:pt x="976010" y="6693820"/>
                  <a:pt x="1227657" y="6438987"/>
                  <a:pt x="1474845" y="6122357"/>
                </a:cubicBezTo>
                <a:cubicBezTo>
                  <a:pt x="1861554" y="5626708"/>
                  <a:pt x="2510103" y="4613110"/>
                  <a:pt x="2510103" y="3393098"/>
                </a:cubicBezTo>
                <a:cubicBezTo>
                  <a:pt x="2510103" y="2173087"/>
                  <a:pt x="1861554" y="1159489"/>
                  <a:pt x="1474845" y="663840"/>
                </a:cubicBezTo>
                <a:cubicBezTo>
                  <a:pt x="1267156" y="397539"/>
                  <a:pt x="1056282" y="175198"/>
                  <a:pt x="861972" y="0"/>
                </a:cubicBezTo>
                <a:close/>
              </a:path>
            </a:pathLst>
          </a:custGeom>
          <a:gradFill flip="none" rotWithShape="1">
            <a:gsLst>
              <a:gs pos="0">
                <a:srgbClr val="EDECF6"/>
              </a:gs>
              <a:gs pos="55000">
                <a:srgbClr val="C1BFFF"/>
              </a:gs>
            </a:gsLst>
            <a:lin ang="0" scaled="1"/>
            <a:tileRect/>
          </a:gradFill>
          <a:ln w="20455" cap="flat">
            <a:noFill/>
            <a:prstDash val="solid"/>
            <a:miter/>
          </a:ln>
        </p:spPr>
        <p:txBody>
          <a:bodyPr wrap="square" rtlCol="0" anchor="ctr">
            <a:noAutofit/>
          </a:bodyPr>
          <a:lstStyle/>
          <a:p>
            <a:endParaRPr lang="en-US" noProof="0">
              <a:latin typeface="+mj-lt"/>
            </a:endParaRPr>
          </a:p>
        </p:txBody>
      </p:sp>
      <p:sp>
        <p:nvSpPr>
          <p:cNvPr id="3" name="Key Statement">
            <a:extLst>
              <a:ext uri="{FF2B5EF4-FFF2-40B4-BE49-F238E27FC236}">
                <a16:creationId xmlns:a16="http://schemas.microsoft.com/office/drawing/2014/main" id="{2A559805-1316-9942-C597-186EB6A2AE19}"/>
              </a:ext>
            </a:extLst>
          </p:cNvPr>
          <p:cNvSpPr>
            <a:spLocks noGrp="1"/>
          </p:cNvSpPr>
          <p:nvPr>
            <p:ph type="body" sz="quarter" idx="28" hasCustomPrompt="1"/>
          </p:nvPr>
        </p:nvSpPr>
        <p:spPr>
          <a:xfrm>
            <a:off x="557186" y="1094819"/>
            <a:ext cx="6412611" cy="4668361"/>
          </a:xfrm>
        </p:spPr>
        <p:txBody>
          <a:bodyPr anchor="ctr"/>
          <a:lstStyle>
            <a:lvl1pPr marL="0" indent="0" algn="l">
              <a:lnSpc>
                <a:spcPct val="90000"/>
              </a:lnSpc>
              <a:spcAft>
                <a:spcPts val="0"/>
              </a:spcAft>
              <a:buNone/>
              <a:defRPr sz="6000" b="1">
                <a:latin typeface="+mj-lt"/>
              </a:defRPr>
            </a:lvl1pPr>
            <a:lvl2pPr marL="232200" indent="0">
              <a:buNone/>
              <a:defRPr/>
            </a:lvl2pPr>
            <a:lvl3pPr marL="462600" indent="0">
              <a:buNone/>
              <a:defRPr/>
            </a:lvl3pPr>
            <a:lvl4pPr marL="693000" indent="0">
              <a:buNone/>
              <a:defRPr/>
            </a:lvl4pPr>
            <a:lvl5pPr marL="923400" indent="0">
              <a:buNone/>
              <a:defRPr/>
            </a:lvl5pPr>
          </a:lstStyle>
          <a:p>
            <a:pPr lvl="0"/>
            <a:r>
              <a:rPr lang="en-US" dirty="0"/>
              <a:t>Place key statement here, lorem ipsum dolor sit </a:t>
            </a:r>
            <a:r>
              <a:rPr lang="en-US" dirty="0" err="1"/>
              <a:t>amet</a:t>
            </a:r>
            <a:r>
              <a:rPr lang="en-US" dirty="0"/>
              <a:t>.</a:t>
            </a:r>
          </a:p>
        </p:txBody>
      </p:sp>
      <p:pic>
        <p:nvPicPr>
          <p:cNvPr id="4" name="Pearson Logo" descr="Pearson Logo">
            <a:extLst>
              <a:ext uri="{FF2B5EF4-FFF2-40B4-BE49-F238E27FC236}">
                <a16:creationId xmlns:a16="http://schemas.microsoft.com/office/drawing/2014/main" id="{75FD581C-C2BD-F715-7DE4-664022D04D1B}"/>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87400011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with Image Placeholder B">
    <p:bg bwMode="ltGray">
      <p:bgPr>
        <a:solidFill>
          <a:srgbClr val="EDECF6"/>
        </a:solidFill>
        <a:effectLst/>
      </p:bgPr>
    </p:bg>
    <p:spTree>
      <p:nvGrpSpPr>
        <p:cNvPr id="1" name=""/>
        <p:cNvGrpSpPr/>
        <p:nvPr/>
      </p:nvGrpSpPr>
      <p:grpSpPr>
        <a:xfrm>
          <a:off x="0" y="0"/>
          <a:ext cx="0" cy="0"/>
          <a:chOff x="0" y="0"/>
          <a:chExt cx="0" cy="0"/>
        </a:xfrm>
      </p:grpSpPr>
      <p:sp>
        <p:nvSpPr>
          <p:cNvPr id="8" name="Quotation">
            <a:extLst>
              <a:ext uri="{FF2B5EF4-FFF2-40B4-BE49-F238E27FC236}">
                <a16:creationId xmlns:a16="http://schemas.microsoft.com/office/drawing/2014/main" id="{BBEF9890-75BC-5C24-5AA0-A82B0C4C3E37}"/>
              </a:ext>
            </a:extLst>
          </p:cNvPr>
          <p:cNvSpPr>
            <a:spLocks noGrp="1"/>
          </p:cNvSpPr>
          <p:nvPr>
            <p:ph type="body" sz="quarter" idx="30" hasCustomPrompt="1"/>
          </p:nvPr>
        </p:nvSpPr>
        <p:spPr>
          <a:xfrm>
            <a:off x="312738" y="1962150"/>
            <a:ext cx="5711825" cy="2932113"/>
          </a:xfrm>
        </p:spPr>
        <p:txBody>
          <a:bodyPr/>
          <a:lstStyle>
            <a:lvl1pPr marL="228600" indent="-228600">
              <a:lnSpc>
                <a:spcPct val="90000"/>
              </a:lnSpc>
              <a:buNone/>
              <a:defRPr sz="3200" b="1">
                <a:latin typeface="+mj-lt"/>
              </a:defRPr>
            </a:lvl1pPr>
          </a:lstStyle>
          <a:p>
            <a:pPr lvl="0"/>
            <a:r>
              <a:rPr lang="en-US" dirty="0"/>
              <a:t>“Place long quote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a:t>
            </a:r>
          </a:p>
        </p:txBody>
      </p:sp>
      <p:sp>
        <p:nvSpPr>
          <p:cNvPr id="11" name="Attribution">
            <a:extLst>
              <a:ext uri="{FF2B5EF4-FFF2-40B4-BE49-F238E27FC236}">
                <a16:creationId xmlns:a16="http://schemas.microsoft.com/office/drawing/2014/main" id="{79113399-D790-C8DB-ED59-5A5DFCEA1024}"/>
              </a:ext>
            </a:extLst>
          </p:cNvPr>
          <p:cNvSpPr>
            <a:spLocks noGrp="1"/>
          </p:cNvSpPr>
          <p:nvPr>
            <p:ph type="body" sz="quarter" idx="13" hasCustomPrompt="1"/>
          </p:nvPr>
        </p:nvSpPr>
        <p:spPr>
          <a:xfrm>
            <a:off x="550164" y="4952625"/>
            <a:ext cx="5474399" cy="810000"/>
          </a:xfrm>
        </p:spPr>
        <p:txBody>
          <a:bodyPr anchor="ctr" anchorCtr="0"/>
          <a:lstStyle>
            <a:lvl1pPr marL="0" indent="0" algn="l">
              <a:spcAft>
                <a:spcPts val="0"/>
              </a:spcAft>
              <a:buNone/>
              <a:defRPr>
                <a:latin typeface="+mj-lt"/>
              </a:defRPr>
            </a:lvl1pPr>
          </a:lstStyle>
          <a:p>
            <a:pPr lvl="0"/>
            <a:r>
              <a:rPr lang="en-US" noProof="0" dirty="0" err="1"/>
              <a:t>Firstname</a:t>
            </a:r>
            <a:r>
              <a:rPr lang="en-US" noProof="0" dirty="0"/>
              <a:t> Lastname</a:t>
            </a:r>
            <a:br>
              <a:rPr lang="en-US" noProof="0" dirty="0"/>
            </a:br>
            <a:r>
              <a:rPr lang="en-US" noProof="0" dirty="0"/>
              <a:t>Role, Company</a:t>
            </a:r>
          </a:p>
        </p:txBody>
      </p:sp>
      <p:sp>
        <p:nvSpPr>
          <p:cNvPr id="4" name="Picture">
            <a:extLst>
              <a:ext uri="{FF2B5EF4-FFF2-40B4-BE49-F238E27FC236}">
                <a16:creationId xmlns:a16="http://schemas.microsoft.com/office/drawing/2014/main" id="{B69B57BA-F7E0-AF21-28BE-CC52D57EA390}"/>
              </a:ext>
              <a:ext uri="{C183D7F6-B498-43B3-948B-1728B52AA6E4}">
                <adec:decorative xmlns:adec="http://schemas.microsoft.com/office/drawing/2017/decorative" val="1"/>
              </a:ext>
            </a:extLst>
          </p:cNvPr>
          <p:cNvSpPr>
            <a:spLocks noGrp="1"/>
          </p:cNvSpPr>
          <p:nvPr>
            <p:ph type="pic" sz="quarter" idx="28" hasCustomPrompt="1"/>
          </p:nvPr>
        </p:nvSpPr>
        <p:spPr>
          <a:xfrm>
            <a:off x="6959822" y="546099"/>
            <a:ext cx="4684969" cy="5775960"/>
          </a:xfrm>
          <a:custGeom>
            <a:avLst/>
            <a:gdLst>
              <a:gd name="connsiteX0" fmla="*/ 155419 w 4684969"/>
              <a:gd name="connsiteY0" fmla="*/ 0 h 5775960"/>
              <a:gd name="connsiteX1" fmla="*/ 4532504 w 4684969"/>
              <a:gd name="connsiteY1" fmla="*/ 0 h 5775960"/>
              <a:gd name="connsiteX2" fmla="*/ 4684969 w 4684969"/>
              <a:gd name="connsiteY2" fmla="*/ 152465 h 5775960"/>
              <a:gd name="connsiteX3" fmla="*/ 4684969 w 4684969"/>
              <a:gd name="connsiteY3" fmla="*/ 1255551 h 5775960"/>
              <a:gd name="connsiteX4" fmla="*/ 4684969 w 4684969"/>
              <a:gd name="connsiteY4" fmla="*/ 2625686 h 5775960"/>
              <a:gd name="connsiteX5" fmla="*/ 4684969 w 4684969"/>
              <a:gd name="connsiteY5" fmla="*/ 3728772 h 5775960"/>
              <a:gd name="connsiteX6" fmla="*/ 4682015 w 4684969"/>
              <a:gd name="connsiteY6" fmla="*/ 3743404 h 5775960"/>
              <a:gd name="connsiteX7" fmla="*/ 4682015 w 4684969"/>
              <a:gd name="connsiteY7" fmla="*/ 5623495 h 5775960"/>
              <a:gd name="connsiteX8" fmla="*/ 4529550 w 4684969"/>
              <a:gd name="connsiteY8" fmla="*/ 5775960 h 5775960"/>
              <a:gd name="connsiteX9" fmla="*/ 152465 w 4684969"/>
              <a:gd name="connsiteY9" fmla="*/ 5775960 h 5775960"/>
              <a:gd name="connsiteX10" fmla="*/ 0 w 4684969"/>
              <a:gd name="connsiteY10" fmla="*/ 5623495 h 5775960"/>
              <a:gd name="connsiteX11" fmla="*/ 0 w 4684969"/>
              <a:gd name="connsiteY11" fmla="*/ 3150274 h 5775960"/>
              <a:gd name="connsiteX12" fmla="*/ 2954 w 4684969"/>
              <a:gd name="connsiteY12" fmla="*/ 3135643 h 5775960"/>
              <a:gd name="connsiteX13" fmla="*/ 2954 w 4684969"/>
              <a:gd name="connsiteY13" fmla="*/ 2625686 h 5775960"/>
              <a:gd name="connsiteX14" fmla="*/ 2954 w 4684969"/>
              <a:gd name="connsiteY14" fmla="*/ 1255551 h 5775960"/>
              <a:gd name="connsiteX15" fmla="*/ 2954 w 4684969"/>
              <a:gd name="connsiteY15" fmla="*/ 152465 h 5775960"/>
              <a:gd name="connsiteX16" fmla="*/ 155419 w 4684969"/>
              <a:gd name="connsiteY16" fmla="*/ 0 h 5775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684969" h="5775960">
                <a:moveTo>
                  <a:pt x="155419" y="0"/>
                </a:moveTo>
                <a:lnTo>
                  <a:pt x="4532504" y="0"/>
                </a:lnTo>
                <a:cubicBezTo>
                  <a:pt x="4616708" y="0"/>
                  <a:pt x="4684969" y="68261"/>
                  <a:pt x="4684969" y="152465"/>
                </a:cubicBezTo>
                <a:lnTo>
                  <a:pt x="4684969" y="1255551"/>
                </a:lnTo>
                <a:lnTo>
                  <a:pt x="4684969" y="2625686"/>
                </a:lnTo>
                <a:lnTo>
                  <a:pt x="4684969" y="3728772"/>
                </a:lnTo>
                <a:lnTo>
                  <a:pt x="4682015" y="3743404"/>
                </a:lnTo>
                <a:lnTo>
                  <a:pt x="4682015" y="5623495"/>
                </a:lnTo>
                <a:cubicBezTo>
                  <a:pt x="4682015" y="5707699"/>
                  <a:pt x="4613754" y="5775960"/>
                  <a:pt x="4529550" y="5775960"/>
                </a:cubicBezTo>
                <a:lnTo>
                  <a:pt x="152465" y="5775960"/>
                </a:lnTo>
                <a:cubicBezTo>
                  <a:pt x="68261" y="5775960"/>
                  <a:pt x="0" y="5707699"/>
                  <a:pt x="0" y="5623495"/>
                </a:cubicBezTo>
                <a:lnTo>
                  <a:pt x="0" y="3150274"/>
                </a:lnTo>
                <a:lnTo>
                  <a:pt x="2954" y="3135643"/>
                </a:lnTo>
                <a:lnTo>
                  <a:pt x="2954" y="2625686"/>
                </a:lnTo>
                <a:lnTo>
                  <a:pt x="2954" y="1255551"/>
                </a:lnTo>
                <a:lnTo>
                  <a:pt x="2954" y="152465"/>
                </a:lnTo>
                <a:cubicBezTo>
                  <a:pt x="2954" y="68261"/>
                  <a:pt x="71215" y="0"/>
                  <a:pt x="155419" y="0"/>
                </a:cubicBezTo>
                <a:close/>
              </a:path>
            </a:pathLst>
          </a:custGeom>
        </p:spPr>
        <p:txBody>
          <a:bodyPr wrap="square" tIns="91440" anchor="t" anchorCtr="0">
            <a:noAutofit/>
          </a:bodyPr>
          <a:lstStyle>
            <a:lvl1pPr marL="0" indent="0" algn="ctr">
              <a:spcAft>
                <a:spcPts val="0"/>
              </a:spcAft>
              <a:buNone/>
              <a:defRPr sz="1400">
                <a:latin typeface="+mj-lt"/>
              </a:defRPr>
            </a:lvl1pPr>
          </a:lstStyle>
          <a:p>
            <a:r>
              <a:rPr lang="en-US" noProof="0" dirty="0"/>
              <a:t>Add picture here</a:t>
            </a:r>
          </a:p>
        </p:txBody>
      </p:sp>
      <p:pic>
        <p:nvPicPr>
          <p:cNvPr id="2" name="Pearson Logo" descr="Pearson Logo">
            <a:extLst>
              <a:ext uri="{FF2B5EF4-FFF2-40B4-BE49-F238E27FC236}">
                <a16:creationId xmlns:a16="http://schemas.microsoft.com/office/drawing/2014/main" id="{BCE36E47-9B14-54DA-B29A-8A52C6890A6A}"/>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808945956"/>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bg bwMode="ltGray">
      <p:bgPr>
        <a:solidFill>
          <a:srgbClr val="EDECF6"/>
        </a:solidFill>
        <a:effectLst/>
      </p:bgPr>
    </p:bg>
    <p:spTree>
      <p:nvGrpSpPr>
        <p:cNvPr id="1" name=""/>
        <p:cNvGrpSpPr/>
        <p:nvPr/>
      </p:nvGrpSpPr>
      <p:grpSpPr>
        <a:xfrm>
          <a:off x="0" y="0"/>
          <a:ext cx="0" cy="0"/>
          <a:chOff x="0" y="0"/>
          <a:chExt cx="0" cy="0"/>
        </a:xfrm>
      </p:grpSpPr>
      <p:sp>
        <p:nvSpPr>
          <p:cNvPr id="7" name="Section">
            <a:extLst>
              <a:ext uri="{FF2B5EF4-FFF2-40B4-BE49-F238E27FC236}">
                <a16:creationId xmlns:a16="http://schemas.microsoft.com/office/drawing/2014/main" id="{51008C76-10DB-547B-4449-87B5BDB90F4F}"/>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B77DC554-B106-D84B-B0E2-4BB654FA8963}"/>
              </a:ext>
            </a:extLst>
          </p:cNvPr>
          <p:cNvSpPr>
            <a:spLocks noGrp="1"/>
          </p:cNvSpPr>
          <p:nvPr>
            <p:ph type="title" hasCustomPrompt="1"/>
          </p:nvPr>
        </p:nvSpPr>
        <p:spPr>
          <a:xfrm>
            <a:off x="550164" y="552450"/>
            <a:ext cx="11091672" cy="819150"/>
          </a:xfrm>
        </p:spPr>
        <p:txBody>
          <a:bodyPr/>
          <a:lstStyle>
            <a:lvl1pPr>
              <a:defRPr>
                <a:latin typeface="+mj-lt"/>
              </a:defRPr>
            </a:lvl1pPr>
          </a:lstStyle>
          <a:p>
            <a:r>
              <a:rPr lang="en-US" noProof="0" dirty="0"/>
              <a:t>Place headline here</a:t>
            </a:r>
          </a:p>
        </p:txBody>
      </p:sp>
      <p:pic>
        <p:nvPicPr>
          <p:cNvPr id="3" name="Pearson Logo" descr="Pearson Logo">
            <a:extLst>
              <a:ext uri="{FF2B5EF4-FFF2-40B4-BE49-F238E27FC236}">
                <a16:creationId xmlns:a16="http://schemas.microsoft.com/office/drawing/2014/main" id="{8CA230E9-E917-0A12-5EE6-E349C17C5607}"/>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3366922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aption Only">
    <p:bg bwMode="ltGray">
      <p:bgPr>
        <a:solidFill>
          <a:srgbClr val="EDECF6"/>
        </a:solidFill>
        <a:effectLst/>
      </p:bgPr>
    </p:bg>
    <p:spTree>
      <p:nvGrpSpPr>
        <p:cNvPr id="1" name=""/>
        <p:cNvGrpSpPr/>
        <p:nvPr/>
      </p:nvGrpSpPr>
      <p:grpSpPr>
        <a:xfrm>
          <a:off x="0" y="0"/>
          <a:ext cx="0" cy="0"/>
          <a:chOff x="0" y="0"/>
          <a:chExt cx="0" cy="0"/>
        </a:xfrm>
      </p:grpSpPr>
      <p:sp>
        <p:nvSpPr>
          <p:cNvPr id="7" name="Section">
            <a:extLst>
              <a:ext uri="{FF2B5EF4-FFF2-40B4-BE49-F238E27FC236}">
                <a16:creationId xmlns:a16="http://schemas.microsoft.com/office/drawing/2014/main" id="{51008C76-10DB-547B-4449-87B5BDB90F4F}"/>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B77DC554-B106-D84B-B0E2-4BB654FA8963}"/>
              </a:ext>
            </a:extLst>
          </p:cNvPr>
          <p:cNvSpPr>
            <a:spLocks noGrp="1"/>
          </p:cNvSpPr>
          <p:nvPr>
            <p:ph type="title" hasCustomPrompt="1"/>
          </p:nvPr>
        </p:nvSpPr>
        <p:spPr>
          <a:xfrm>
            <a:off x="550164" y="1060704"/>
            <a:ext cx="3611880" cy="1700784"/>
          </a:xfrm>
        </p:spPr>
        <p:txBody>
          <a:bodyPr/>
          <a:lstStyle>
            <a:lvl1pPr>
              <a:defRPr>
                <a:latin typeface="+mj-lt"/>
              </a:defRPr>
            </a:lvl1pPr>
          </a:lstStyle>
          <a:p>
            <a:r>
              <a:rPr lang="en-US" noProof="0" dirty="0"/>
              <a:t>Place headline here</a:t>
            </a:r>
          </a:p>
        </p:txBody>
      </p:sp>
      <p:pic>
        <p:nvPicPr>
          <p:cNvPr id="3" name="Pearson Logo" descr="Pearson Logo">
            <a:extLst>
              <a:ext uri="{FF2B5EF4-FFF2-40B4-BE49-F238E27FC236}">
                <a16:creationId xmlns:a16="http://schemas.microsoft.com/office/drawing/2014/main" id="{216BD5ED-FFE4-1A1F-FEC1-34FDBEE5FC38}"/>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4241249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aption Only Dark B">
    <p:bg bwMode="gray">
      <p:bgRef idx="1001">
        <a:schemeClr val="bg2"/>
      </p:bgRef>
    </p:bg>
    <p:spTree>
      <p:nvGrpSpPr>
        <p:cNvPr id="1" name=""/>
        <p:cNvGrpSpPr/>
        <p:nvPr/>
      </p:nvGrpSpPr>
      <p:grpSpPr>
        <a:xfrm>
          <a:off x="0" y="0"/>
          <a:ext cx="0" cy="0"/>
          <a:chOff x="0" y="0"/>
          <a:chExt cx="0" cy="0"/>
        </a:xfrm>
      </p:grpSpPr>
      <p:sp>
        <p:nvSpPr>
          <p:cNvPr id="6" name="Section">
            <a:extLst>
              <a:ext uri="{FF2B5EF4-FFF2-40B4-BE49-F238E27FC236}">
                <a16:creationId xmlns:a16="http://schemas.microsoft.com/office/drawing/2014/main" id="{C3F5BB9A-EE45-B960-B743-E16FDB97B4E6}"/>
              </a:ext>
            </a:extLst>
          </p:cNvPr>
          <p:cNvSpPr>
            <a:spLocks noGrp="1"/>
          </p:cNvSpPr>
          <p:nvPr>
            <p:ph type="body" sz="quarter" idx="27" hasCustomPrompt="1"/>
          </p:nvPr>
        </p:nvSpPr>
        <p:spPr bwMode="white">
          <a:xfrm>
            <a:off x="550164" y="0"/>
            <a:ext cx="3607200" cy="547200"/>
          </a:xfrm>
        </p:spPr>
        <p:txBody>
          <a:bodyPr anchor="ctr" anchorCtr="0"/>
          <a:lstStyle>
            <a:lvl1pPr marL="0" indent="0">
              <a:spcAft>
                <a:spcPts val="0"/>
              </a:spcAft>
              <a:buNone/>
              <a:defRPr sz="1000" cap="all" baseline="0">
                <a:solidFill>
                  <a:srgbClr val="C1BFFF"/>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B77DC554-B106-D84B-B0E2-4BB654FA8963}"/>
              </a:ext>
            </a:extLst>
          </p:cNvPr>
          <p:cNvSpPr>
            <a:spLocks noGrp="1"/>
          </p:cNvSpPr>
          <p:nvPr>
            <p:ph type="title" hasCustomPrompt="1"/>
          </p:nvPr>
        </p:nvSpPr>
        <p:spPr bwMode="white">
          <a:xfrm>
            <a:off x="550164" y="1060704"/>
            <a:ext cx="3611880" cy="1700784"/>
          </a:xfrm>
        </p:spPr>
        <p:txBody>
          <a:bodyPr/>
          <a:lstStyle>
            <a:lvl1pPr>
              <a:defRPr sz="4000">
                <a:solidFill>
                  <a:schemeClr val="tx2"/>
                </a:solidFill>
                <a:latin typeface="+mj-lt"/>
              </a:defRPr>
            </a:lvl1pPr>
          </a:lstStyle>
          <a:p>
            <a:r>
              <a:rPr lang="en-US" noProof="0" dirty="0"/>
              <a:t>Place headline here</a:t>
            </a:r>
          </a:p>
        </p:txBody>
      </p:sp>
      <p:pic>
        <p:nvPicPr>
          <p:cNvPr id="3" name="Pearson Logo" descr="Pearson Logo">
            <a:extLst>
              <a:ext uri="{FF2B5EF4-FFF2-40B4-BE49-F238E27FC236}">
                <a16:creationId xmlns:a16="http://schemas.microsoft.com/office/drawing/2014/main" id="{B5342FDA-46C7-617E-DB0D-1E566276679F}"/>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941583095"/>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Ref idx="1001">
        <a:schemeClr val="bg1"/>
      </p:bgRef>
    </p:bg>
    <p:spTree>
      <p:nvGrpSpPr>
        <p:cNvPr id="1" name=""/>
        <p:cNvGrpSpPr/>
        <p:nvPr/>
      </p:nvGrpSpPr>
      <p:grpSpPr>
        <a:xfrm>
          <a:off x="0" y="0"/>
          <a:ext cx="0" cy="0"/>
          <a:chOff x="0" y="0"/>
          <a:chExt cx="0" cy="0"/>
        </a:xfrm>
      </p:grpSpPr>
      <p:sp>
        <p:nvSpPr>
          <p:cNvPr id="8" name="Section">
            <a:extLst>
              <a:ext uri="{FF2B5EF4-FFF2-40B4-BE49-F238E27FC236}">
                <a16:creationId xmlns:a16="http://schemas.microsoft.com/office/drawing/2014/main" id="{1198415D-8549-B0A2-B49C-4DD0F7B93F3F}"/>
              </a:ext>
            </a:extLst>
          </p:cNvPr>
          <p:cNvSpPr>
            <a:spLocks noGrp="1"/>
          </p:cNvSpPr>
          <p:nvPr>
            <p:ph type="body" sz="quarter" idx="27" hasCustomPrompt="1"/>
          </p:nvPr>
        </p:nvSpPr>
        <p:spPr bwMode="black">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58E6F1EA-6CF7-3128-DEA7-11609358DF4C}"/>
              </a:ext>
            </a:extLst>
          </p:cNvPr>
          <p:cNvSpPr>
            <a:spLocks noGrp="1"/>
          </p:cNvSpPr>
          <p:nvPr>
            <p:ph type="title" hasCustomPrompt="1"/>
          </p:nvPr>
        </p:nvSpPr>
        <p:spPr bwMode="black"/>
        <p:txBody>
          <a:bodyPr/>
          <a:lstStyle>
            <a:lvl1pPr>
              <a:defRPr>
                <a:latin typeface="+mj-lt"/>
              </a:defRPr>
            </a:lvl1pPr>
          </a:lstStyle>
          <a:p>
            <a:r>
              <a:rPr lang="en-US" noProof="0" dirty="0"/>
              <a:t>Place headline here</a:t>
            </a:r>
          </a:p>
        </p:txBody>
      </p:sp>
      <p:sp>
        <p:nvSpPr>
          <p:cNvPr id="3" name="Content">
            <a:extLst>
              <a:ext uri="{FF2B5EF4-FFF2-40B4-BE49-F238E27FC236}">
                <a16:creationId xmlns:a16="http://schemas.microsoft.com/office/drawing/2014/main" id="{6D28ED81-2168-60B7-3C56-6C4C72659C6F}"/>
              </a:ext>
            </a:extLst>
          </p:cNvPr>
          <p:cNvSpPr>
            <a:spLocks noGrp="1"/>
          </p:cNvSpPr>
          <p:nvPr>
            <p:ph idx="1"/>
          </p:nvPr>
        </p:nvSpPr>
        <p:spPr bwMode="black">
          <a:xfrm>
            <a:off x="550164" y="1918336"/>
            <a:ext cx="11091672" cy="3844800"/>
          </a:xfrm>
        </p:spPr>
        <p:txBody>
          <a:bodyPr/>
          <a:lstStyle>
            <a:lvl1pPr marL="0" indent="0">
              <a:buNone/>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ource">
            <a:extLst>
              <a:ext uri="{FF2B5EF4-FFF2-40B4-BE49-F238E27FC236}">
                <a16:creationId xmlns:a16="http://schemas.microsoft.com/office/drawing/2014/main" id="{CAE04B0A-33E1-1409-5B92-0FF8FB4CFAFF}"/>
              </a:ext>
            </a:extLst>
          </p:cNvPr>
          <p:cNvSpPr>
            <a:spLocks noGrp="1"/>
          </p:cNvSpPr>
          <p:nvPr>
            <p:ph type="body" sz="quarter" idx="14" hasCustomPrompt="1"/>
          </p:nvPr>
        </p:nvSpPr>
        <p:spPr bwMode="black">
          <a:xfrm>
            <a:off x="550164" y="5761354"/>
            <a:ext cx="3607200" cy="547200"/>
          </a:xfrm>
        </p:spPr>
        <p:txBody>
          <a:bodyPr anchor="b" anchorCtr="0">
            <a:noAutofit/>
          </a:bodyPr>
          <a:lstStyle>
            <a:lvl1pPr marL="0" indent="0">
              <a:spcAft>
                <a:spcPts val="0"/>
              </a:spcAft>
              <a:buNone/>
              <a:defRPr sz="800">
                <a:latin typeface="+mj-lt"/>
              </a:defRPr>
            </a:lvl1pPr>
            <a:lvl2pPr>
              <a:defRPr sz="800"/>
            </a:lvl2pPr>
            <a:lvl3pPr>
              <a:defRPr sz="800"/>
            </a:lvl3pPr>
            <a:lvl4pPr>
              <a:defRPr sz="800"/>
            </a:lvl4pPr>
            <a:lvl5pPr>
              <a:defRPr sz="800"/>
            </a:lvl5pPr>
          </a:lstStyle>
          <a:p>
            <a:pPr lvl="0"/>
            <a:r>
              <a:rPr lang="en-US" noProof="0" dirty="0"/>
              <a:t>Place source here</a:t>
            </a:r>
          </a:p>
        </p:txBody>
      </p:sp>
      <p:pic>
        <p:nvPicPr>
          <p:cNvPr id="4" name="Pearson Logo" descr="Pearson Logo">
            <a:extLst>
              <a:ext uri="{FF2B5EF4-FFF2-40B4-BE49-F238E27FC236}">
                <a16:creationId xmlns:a16="http://schemas.microsoft.com/office/drawing/2014/main" id="{200557E4-F984-BD89-3BEA-34FE0C6B5D6B}"/>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4055344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bwMode="ltGray">
      <p:bgRef idx="1001">
        <a:schemeClr val="bg1"/>
      </p:bgRef>
    </p:bg>
    <p:spTree>
      <p:nvGrpSpPr>
        <p:cNvPr id="1" name=""/>
        <p:cNvGrpSpPr/>
        <p:nvPr/>
      </p:nvGrpSpPr>
      <p:grpSpPr>
        <a:xfrm>
          <a:off x="0" y="0"/>
          <a:ext cx="0" cy="0"/>
          <a:chOff x="0" y="0"/>
          <a:chExt cx="0" cy="0"/>
        </a:xfrm>
      </p:grpSpPr>
      <p:sp>
        <p:nvSpPr>
          <p:cNvPr id="8" name="Section">
            <a:extLst>
              <a:ext uri="{FF2B5EF4-FFF2-40B4-BE49-F238E27FC236}">
                <a16:creationId xmlns:a16="http://schemas.microsoft.com/office/drawing/2014/main" id="{1198415D-8549-B0A2-B49C-4DD0F7B93F3F}"/>
              </a:ext>
            </a:extLst>
          </p:cNvPr>
          <p:cNvSpPr>
            <a:spLocks noGrp="1"/>
          </p:cNvSpPr>
          <p:nvPr>
            <p:ph type="body" sz="quarter" idx="27" hasCustomPrompt="1"/>
          </p:nvPr>
        </p:nvSpPr>
        <p:spPr bwMode="black">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58E6F1EA-6CF7-3128-DEA7-11609358DF4C}"/>
              </a:ext>
            </a:extLst>
          </p:cNvPr>
          <p:cNvSpPr>
            <a:spLocks noGrp="1"/>
          </p:cNvSpPr>
          <p:nvPr>
            <p:ph type="title" hasCustomPrompt="1"/>
          </p:nvPr>
        </p:nvSpPr>
        <p:spPr bwMode="black">
          <a:xfrm>
            <a:off x="550164" y="552450"/>
            <a:ext cx="11091672" cy="819150"/>
          </a:xfrm>
        </p:spPr>
        <p:txBody>
          <a:bodyPr/>
          <a:lstStyle>
            <a:lvl1pPr>
              <a:defRPr>
                <a:latin typeface="+mj-lt"/>
              </a:defRPr>
            </a:lvl1pPr>
          </a:lstStyle>
          <a:p>
            <a:r>
              <a:rPr lang="en-US" noProof="0" dirty="0"/>
              <a:t>Place headline here</a:t>
            </a:r>
          </a:p>
        </p:txBody>
      </p:sp>
      <p:sp>
        <p:nvSpPr>
          <p:cNvPr id="9" name="Subhead 1">
            <a:extLst>
              <a:ext uri="{FF2B5EF4-FFF2-40B4-BE49-F238E27FC236}">
                <a16:creationId xmlns:a16="http://schemas.microsoft.com/office/drawing/2014/main" id="{07EAE08C-E86C-DE1B-AA27-8CE1AC9C3F1B}"/>
              </a:ext>
            </a:extLst>
          </p:cNvPr>
          <p:cNvSpPr>
            <a:spLocks noGrp="1"/>
          </p:cNvSpPr>
          <p:nvPr>
            <p:ph type="body" idx="29" hasCustomPrompt="1"/>
          </p:nvPr>
        </p:nvSpPr>
        <p:spPr bwMode="gray">
          <a:xfrm>
            <a:off x="550164" y="1918336"/>
            <a:ext cx="5148072" cy="402336"/>
          </a:xfrm>
        </p:spPr>
        <p:txBody>
          <a:bodyPr anchor="t" anchorCtr="0"/>
          <a:lstStyle>
            <a:lvl1pPr marL="0" indent="0">
              <a:spcAft>
                <a:spcPts val="0"/>
              </a:spcAft>
              <a:buNone/>
              <a:defRPr sz="1600" b="0">
                <a:solidFill>
                  <a:srgbClr val="0D004D"/>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3" name="Content 1">
            <a:extLst>
              <a:ext uri="{FF2B5EF4-FFF2-40B4-BE49-F238E27FC236}">
                <a16:creationId xmlns:a16="http://schemas.microsoft.com/office/drawing/2014/main" id="{6D28ED81-2168-60B7-3C56-6C4C72659C6F}"/>
              </a:ext>
            </a:extLst>
          </p:cNvPr>
          <p:cNvSpPr>
            <a:spLocks noGrp="1"/>
          </p:cNvSpPr>
          <p:nvPr>
            <p:ph idx="1"/>
          </p:nvPr>
        </p:nvSpPr>
        <p:spPr bwMode="black">
          <a:xfrm>
            <a:off x="550164" y="2324991"/>
            <a:ext cx="5148072" cy="3438144"/>
          </a:xfrm>
        </p:spPr>
        <p:txBody>
          <a:bodyPr/>
          <a:lstStyle>
            <a:lvl1pPr>
              <a:defRPr sz="1400">
                <a:latin typeface="+mj-lt"/>
              </a:defRPr>
            </a:lvl1pPr>
            <a:lvl2pPr>
              <a:defRPr sz="1400">
                <a:latin typeface="+mj-lt"/>
              </a:defRPr>
            </a:lvl2pPr>
            <a:lvl3pPr>
              <a:defRPr sz="1400">
                <a:latin typeface="+mj-lt"/>
              </a:defRPr>
            </a:lvl3pPr>
            <a:lvl4pPr>
              <a:defRPr sz="1400">
                <a:latin typeface="+mj-lt"/>
              </a:defRPr>
            </a:lvl4pPr>
            <a:lvl5pPr>
              <a:defRPr sz="1400">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Subhead 2">
            <a:extLst>
              <a:ext uri="{FF2B5EF4-FFF2-40B4-BE49-F238E27FC236}">
                <a16:creationId xmlns:a16="http://schemas.microsoft.com/office/drawing/2014/main" id="{A727872E-DF2F-7764-CD07-F1FB20D810BF}"/>
              </a:ext>
            </a:extLst>
          </p:cNvPr>
          <p:cNvSpPr>
            <a:spLocks noGrp="1"/>
          </p:cNvSpPr>
          <p:nvPr>
            <p:ph type="body" idx="30" hasCustomPrompt="1"/>
          </p:nvPr>
        </p:nvSpPr>
        <p:spPr bwMode="gray">
          <a:xfrm>
            <a:off x="6493764" y="1918336"/>
            <a:ext cx="5148072" cy="402336"/>
          </a:xfrm>
        </p:spPr>
        <p:txBody>
          <a:bodyPr anchor="t" anchorCtr="0"/>
          <a:lstStyle>
            <a:lvl1pPr marL="0" indent="0">
              <a:spcAft>
                <a:spcPts val="0"/>
              </a:spcAft>
              <a:buNone/>
              <a:defRPr sz="1600" b="0">
                <a:solidFill>
                  <a:srgbClr val="0D004D"/>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4" name="Content 2">
            <a:extLst>
              <a:ext uri="{FF2B5EF4-FFF2-40B4-BE49-F238E27FC236}">
                <a16:creationId xmlns:a16="http://schemas.microsoft.com/office/drawing/2014/main" id="{BA46652D-59D0-2597-E788-FF03D2F1B8AE}"/>
              </a:ext>
            </a:extLst>
          </p:cNvPr>
          <p:cNvSpPr>
            <a:spLocks noGrp="1"/>
          </p:cNvSpPr>
          <p:nvPr>
            <p:ph idx="28"/>
          </p:nvPr>
        </p:nvSpPr>
        <p:spPr bwMode="black">
          <a:xfrm>
            <a:off x="6493764" y="2324991"/>
            <a:ext cx="5148072" cy="3438144"/>
          </a:xfrm>
        </p:spPr>
        <p:txBody>
          <a:bodyPr/>
          <a:lstStyle>
            <a:lvl1pPr>
              <a:defRPr sz="1400">
                <a:latin typeface="+mj-lt"/>
              </a:defRPr>
            </a:lvl1pPr>
            <a:lvl2pPr>
              <a:defRPr sz="1400">
                <a:latin typeface="+mj-lt"/>
              </a:defRPr>
            </a:lvl2pPr>
            <a:lvl3pPr>
              <a:defRPr sz="1400">
                <a:latin typeface="+mj-lt"/>
              </a:defRPr>
            </a:lvl3pPr>
            <a:lvl4pPr>
              <a:defRPr sz="1400">
                <a:latin typeface="+mj-lt"/>
              </a:defRPr>
            </a:lvl4pPr>
            <a:lvl5pPr>
              <a:defRPr sz="1400">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ource">
            <a:extLst>
              <a:ext uri="{FF2B5EF4-FFF2-40B4-BE49-F238E27FC236}">
                <a16:creationId xmlns:a16="http://schemas.microsoft.com/office/drawing/2014/main" id="{CAE04B0A-33E1-1409-5B92-0FF8FB4CFAFF}"/>
              </a:ext>
            </a:extLst>
          </p:cNvPr>
          <p:cNvSpPr>
            <a:spLocks noGrp="1"/>
          </p:cNvSpPr>
          <p:nvPr>
            <p:ph type="body" sz="quarter" idx="14" hasCustomPrompt="1"/>
          </p:nvPr>
        </p:nvSpPr>
        <p:spPr bwMode="black">
          <a:xfrm>
            <a:off x="550164" y="5761354"/>
            <a:ext cx="3607200" cy="547200"/>
          </a:xfrm>
        </p:spPr>
        <p:txBody>
          <a:bodyPr anchor="b" anchorCtr="0">
            <a:noAutofit/>
          </a:bodyPr>
          <a:lstStyle>
            <a:lvl1pPr marL="0" indent="0">
              <a:spcAft>
                <a:spcPts val="0"/>
              </a:spcAft>
              <a:buNone/>
              <a:defRPr sz="800">
                <a:latin typeface="+mj-lt"/>
              </a:defRPr>
            </a:lvl1pPr>
            <a:lvl2pPr>
              <a:defRPr sz="800"/>
            </a:lvl2pPr>
            <a:lvl3pPr>
              <a:defRPr sz="800"/>
            </a:lvl3pPr>
            <a:lvl4pPr>
              <a:defRPr sz="800"/>
            </a:lvl4pPr>
            <a:lvl5pPr>
              <a:defRPr sz="800"/>
            </a:lvl5pPr>
          </a:lstStyle>
          <a:p>
            <a:pPr lvl="0"/>
            <a:r>
              <a:rPr lang="en-US" noProof="0"/>
              <a:t>Place source here</a:t>
            </a:r>
          </a:p>
        </p:txBody>
      </p:sp>
      <p:pic>
        <p:nvPicPr>
          <p:cNvPr id="11" name="Pearson Logo" descr="Pearson Logo">
            <a:extLst>
              <a:ext uri="{FF2B5EF4-FFF2-40B4-BE49-F238E27FC236}">
                <a16:creationId xmlns:a16="http://schemas.microsoft.com/office/drawing/2014/main" id="{3D6BD849-3711-5FF7-467F-EED67ACAE3EE}"/>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39357876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2 Col">
    <p:bg bwMode="ltGray">
      <p:bgPr>
        <a:solidFill>
          <a:srgbClr val="EDECF6"/>
        </a:solidFill>
        <a:effectLst/>
      </p:bgPr>
    </p:bg>
    <p:spTree>
      <p:nvGrpSpPr>
        <p:cNvPr id="1" name=""/>
        <p:cNvGrpSpPr/>
        <p:nvPr/>
      </p:nvGrpSpPr>
      <p:grpSpPr>
        <a:xfrm>
          <a:off x="0" y="0"/>
          <a:ext cx="0" cy="0"/>
          <a:chOff x="0" y="0"/>
          <a:chExt cx="0" cy="0"/>
        </a:xfrm>
      </p:grpSpPr>
      <p:sp>
        <p:nvSpPr>
          <p:cNvPr id="12" name="Section">
            <a:extLst>
              <a:ext uri="{FF2B5EF4-FFF2-40B4-BE49-F238E27FC236}">
                <a16:creationId xmlns:a16="http://schemas.microsoft.com/office/drawing/2014/main" id="{A34E4C6B-5D79-B45A-E43E-64E148A689AA}"/>
              </a:ext>
            </a:extLst>
          </p:cNvPr>
          <p:cNvSpPr>
            <a:spLocks noGrp="1"/>
          </p:cNvSpPr>
          <p:nvPr>
            <p:ph type="body" sz="quarter" idx="27" hasCustomPrompt="1"/>
          </p:nvPr>
        </p:nvSpPr>
        <p:spPr bwMode="auto">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10" name="Title">
            <a:extLst>
              <a:ext uri="{FF2B5EF4-FFF2-40B4-BE49-F238E27FC236}">
                <a16:creationId xmlns:a16="http://schemas.microsoft.com/office/drawing/2014/main" id="{6D097E3A-836D-C88E-C5FF-DA199AB3273F}"/>
              </a:ext>
            </a:extLst>
          </p:cNvPr>
          <p:cNvSpPr>
            <a:spLocks noGrp="1"/>
          </p:cNvSpPr>
          <p:nvPr>
            <p:ph type="title" hasCustomPrompt="1"/>
          </p:nvPr>
        </p:nvSpPr>
        <p:spPr bwMode="auto">
          <a:xfrm>
            <a:off x="550164" y="1370209"/>
            <a:ext cx="3605276" cy="2046885"/>
          </a:xfrm>
        </p:spPr>
        <p:txBody>
          <a:bodyPr/>
          <a:lstStyle>
            <a:lvl1pPr>
              <a:defRPr>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br>
              <a:rPr lang="en-US" noProof="0" dirty="0"/>
            </a:br>
            <a:endParaRPr lang="en-US" noProof="0" dirty="0"/>
          </a:p>
        </p:txBody>
      </p:sp>
      <p:sp>
        <p:nvSpPr>
          <p:cNvPr id="3" name="Subhead 1">
            <a:extLst>
              <a:ext uri="{FF2B5EF4-FFF2-40B4-BE49-F238E27FC236}">
                <a16:creationId xmlns:a16="http://schemas.microsoft.com/office/drawing/2014/main" id="{1D8D160B-6BB7-235F-B8C9-392F2A862DC3}"/>
              </a:ext>
            </a:extLst>
          </p:cNvPr>
          <p:cNvSpPr>
            <a:spLocks noGrp="1"/>
          </p:cNvSpPr>
          <p:nvPr>
            <p:ph type="body" idx="1" hasCustomPrompt="1"/>
          </p:nvPr>
        </p:nvSpPr>
        <p:spPr bwMode="auto">
          <a:xfrm>
            <a:off x="5229198" y="1370209"/>
            <a:ext cx="2798790" cy="548285"/>
          </a:xfrm>
        </p:spPr>
        <p:txBody>
          <a:bodyPr anchor="t" anchorCtr="0"/>
          <a:lstStyle>
            <a:lvl1pPr marL="0" indent="0">
              <a:spcAft>
                <a:spcPts val="0"/>
              </a:spcAft>
              <a:buNone/>
              <a:defRPr sz="1600" b="1" i="0">
                <a:solidFill>
                  <a:srgbClr val="512EAB"/>
                </a:solidFill>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14" name="Text 1">
            <a:extLst>
              <a:ext uri="{FF2B5EF4-FFF2-40B4-BE49-F238E27FC236}">
                <a16:creationId xmlns:a16="http://schemas.microsoft.com/office/drawing/2014/main" id="{77F77711-B0B4-D754-EE55-C42626C53CE0}"/>
              </a:ext>
            </a:extLst>
          </p:cNvPr>
          <p:cNvSpPr>
            <a:spLocks noGrp="1"/>
          </p:cNvSpPr>
          <p:nvPr>
            <p:ph type="body" sz="quarter" idx="29"/>
          </p:nvPr>
        </p:nvSpPr>
        <p:spPr bwMode="auto">
          <a:xfrm>
            <a:off x="5229924" y="2108200"/>
            <a:ext cx="2798064" cy="3118104"/>
          </a:xfrm>
        </p:spPr>
        <p:txBody>
          <a:bodyPr/>
          <a:lstStyle>
            <a:lvl1pPr marL="0" indent="0">
              <a:buFont typeface="Plus Jakarta Sans" pitchFamily="2" charset="0"/>
              <a:buNone/>
              <a:defRPr sz="1200">
                <a:latin typeface="+mj-lt"/>
              </a:defRPr>
            </a:lvl1pPr>
            <a:lvl2pPr>
              <a:defRPr sz="1200">
                <a:latin typeface="+mj-lt"/>
              </a:defRPr>
            </a:lvl2pPr>
            <a:lvl3pPr>
              <a:defRPr sz="1200">
                <a:latin typeface="+mj-lt"/>
              </a:defRPr>
            </a:lvl3pPr>
            <a:lvl4pPr>
              <a:defRPr sz="1200">
                <a:latin typeface="+mj-lt"/>
              </a:defRPr>
            </a:lvl4pPr>
            <a:lvl5pPr>
              <a:defRPr sz="1200">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cxnSp>
        <p:nvCxnSpPr>
          <p:cNvPr id="5" name="Straight Connector 1">
            <a:extLst>
              <a:ext uri="{FF2B5EF4-FFF2-40B4-BE49-F238E27FC236}">
                <a16:creationId xmlns:a16="http://schemas.microsoft.com/office/drawing/2014/main" id="{42CCE2CB-C2F1-C23D-5038-0F0F96F10CB4}"/>
              </a:ext>
              <a:ext uri="{C183D7F6-B498-43B3-948B-1728B52AA6E4}">
                <adec:decorative xmlns:adec="http://schemas.microsoft.com/office/drawing/2017/decorative" val="1"/>
              </a:ext>
            </a:extLst>
          </p:cNvPr>
          <p:cNvCxnSpPr>
            <a:cxnSpLocks/>
          </p:cNvCxnSpPr>
          <p:nvPr userDrawn="1"/>
        </p:nvCxnSpPr>
        <p:spPr bwMode="black">
          <a:xfrm>
            <a:off x="5229198" y="5762625"/>
            <a:ext cx="2808000"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2" name="Subhead 2">
            <a:extLst>
              <a:ext uri="{FF2B5EF4-FFF2-40B4-BE49-F238E27FC236}">
                <a16:creationId xmlns:a16="http://schemas.microsoft.com/office/drawing/2014/main" id="{12DD4D0C-231A-A197-B394-0D844D72DDF7}"/>
              </a:ext>
            </a:extLst>
          </p:cNvPr>
          <p:cNvSpPr>
            <a:spLocks noGrp="1"/>
          </p:cNvSpPr>
          <p:nvPr>
            <p:ph type="body" idx="13" hasCustomPrompt="1"/>
          </p:nvPr>
        </p:nvSpPr>
        <p:spPr bwMode="auto">
          <a:xfrm>
            <a:off x="8836025" y="1370209"/>
            <a:ext cx="2798790" cy="548285"/>
          </a:xfrm>
        </p:spPr>
        <p:txBody>
          <a:bodyPr anchor="t" anchorCtr="0"/>
          <a:lstStyle>
            <a:lvl1pPr marL="0" indent="0">
              <a:spcAft>
                <a:spcPts val="0"/>
              </a:spcAft>
              <a:buNone/>
              <a:defRPr sz="1600" b="1" i="0">
                <a:solidFill>
                  <a:srgbClr val="512EAB"/>
                </a:solidFill>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15" name="Text 2">
            <a:extLst>
              <a:ext uri="{FF2B5EF4-FFF2-40B4-BE49-F238E27FC236}">
                <a16:creationId xmlns:a16="http://schemas.microsoft.com/office/drawing/2014/main" id="{301A2659-47C6-F860-230D-57CD888618C9}"/>
              </a:ext>
            </a:extLst>
          </p:cNvPr>
          <p:cNvSpPr>
            <a:spLocks noGrp="1"/>
          </p:cNvSpPr>
          <p:nvPr>
            <p:ph type="body" sz="quarter" idx="30"/>
          </p:nvPr>
        </p:nvSpPr>
        <p:spPr bwMode="auto">
          <a:xfrm>
            <a:off x="8836751" y="2108200"/>
            <a:ext cx="2798064" cy="3118104"/>
          </a:xfrm>
        </p:spPr>
        <p:txBody>
          <a:bodyPr/>
          <a:lstStyle>
            <a:lvl1pPr>
              <a:defRPr sz="1200">
                <a:latin typeface="+mj-lt"/>
              </a:defRPr>
            </a:lvl1pPr>
            <a:lvl2pPr>
              <a:defRPr sz="1200">
                <a:latin typeface="+mj-lt"/>
              </a:defRPr>
            </a:lvl2pPr>
            <a:lvl3pPr>
              <a:defRPr sz="1200">
                <a:latin typeface="+mj-lt"/>
              </a:defRPr>
            </a:lvl3pPr>
            <a:lvl4pPr>
              <a:defRPr sz="1200">
                <a:latin typeface="+mj-lt"/>
              </a:defRPr>
            </a:lvl4pPr>
            <a:lvl5pPr>
              <a:defRPr sz="1200">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cxnSp>
        <p:nvCxnSpPr>
          <p:cNvPr id="7" name="Straight Connector 2">
            <a:extLst>
              <a:ext uri="{FF2B5EF4-FFF2-40B4-BE49-F238E27FC236}">
                <a16:creationId xmlns:a16="http://schemas.microsoft.com/office/drawing/2014/main" id="{804BE8F5-7759-8837-7CFF-9934B51864A3}"/>
              </a:ext>
              <a:ext uri="{C183D7F6-B498-43B3-948B-1728B52AA6E4}">
                <adec:decorative xmlns:adec="http://schemas.microsoft.com/office/drawing/2017/decorative" val="1"/>
              </a:ext>
            </a:extLst>
          </p:cNvPr>
          <p:cNvCxnSpPr>
            <a:cxnSpLocks/>
          </p:cNvCxnSpPr>
          <p:nvPr userDrawn="1"/>
        </p:nvCxnSpPr>
        <p:spPr bwMode="black">
          <a:xfrm>
            <a:off x="8823298" y="5762625"/>
            <a:ext cx="2808000"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13" name="Source">
            <a:extLst>
              <a:ext uri="{FF2B5EF4-FFF2-40B4-BE49-F238E27FC236}">
                <a16:creationId xmlns:a16="http://schemas.microsoft.com/office/drawing/2014/main" id="{F282657E-E1F3-2CB7-0B06-06559C9DE77B}"/>
              </a:ext>
            </a:extLst>
          </p:cNvPr>
          <p:cNvSpPr>
            <a:spLocks noGrp="1"/>
          </p:cNvSpPr>
          <p:nvPr>
            <p:ph type="body" sz="quarter" idx="28" hasCustomPrompt="1"/>
          </p:nvPr>
        </p:nvSpPr>
        <p:spPr bwMode="auto">
          <a:xfrm>
            <a:off x="550164" y="5761354"/>
            <a:ext cx="3607200" cy="547200"/>
          </a:xfrm>
        </p:spPr>
        <p:txBody>
          <a:bodyPr anchor="b" anchorCtr="0">
            <a:noAutofit/>
          </a:bodyPr>
          <a:lstStyle>
            <a:lvl1pPr marL="0" indent="0">
              <a:spcAft>
                <a:spcPts val="0"/>
              </a:spcAft>
              <a:buNone/>
              <a:defRPr sz="800">
                <a:latin typeface="+mj-lt"/>
              </a:defRPr>
            </a:lvl1pPr>
            <a:lvl2pPr>
              <a:defRPr sz="800"/>
            </a:lvl2pPr>
            <a:lvl3pPr>
              <a:defRPr sz="800"/>
            </a:lvl3pPr>
            <a:lvl4pPr>
              <a:defRPr sz="800"/>
            </a:lvl4pPr>
            <a:lvl5pPr>
              <a:defRPr sz="800"/>
            </a:lvl5pPr>
          </a:lstStyle>
          <a:p>
            <a:pPr lvl="0"/>
            <a:r>
              <a:rPr lang="en-US" noProof="0" dirty="0"/>
              <a:t>Place source here</a:t>
            </a:r>
          </a:p>
        </p:txBody>
      </p:sp>
      <p:pic>
        <p:nvPicPr>
          <p:cNvPr id="4" name="Pearson Logo" descr="Pearson Logo">
            <a:extLst>
              <a:ext uri="{FF2B5EF4-FFF2-40B4-BE49-F238E27FC236}">
                <a16:creationId xmlns:a16="http://schemas.microsoft.com/office/drawing/2014/main" id="{856DCC0B-B1CB-72B2-39DB-D4B8E543C823}"/>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491465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3 Col">
    <p:bg bwMode="ltGray">
      <p:bgPr>
        <a:solidFill>
          <a:srgbClr val="EDECF6"/>
        </a:solidFill>
        <a:effectLst/>
      </p:bgPr>
    </p:bg>
    <p:spTree>
      <p:nvGrpSpPr>
        <p:cNvPr id="1" name=""/>
        <p:cNvGrpSpPr/>
        <p:nvPr/>
      </p:nvGrpSpPr>
      <p:grpSpPr>
        <a:xfrm>
          <a:off x="0" y="0"/>
          <a:ext cx="0" cy="0"/>
          <a:chOff x="0" y="0"/>
          <a:chExt cx="0" cy="0"/>
        </a:xfrm>
      </p:grpSpPr>
      <p:sp>
        <p:nvSpPr>
          <p:cNvPr id="2" name="Section">
            <a:extLst>
              <a:ext uri="{FF2B5EF4-FFF2-40B4-BE49-F238E27FC236}">
                <a16:creationId xmlns:a16="http://schemas.microsoft.com/office/drawing/2014/main" id="{B46011D7-D3D9-E78A-4E0E-EE1A5B247FC2}"/>
              </a:ext>
            </a:extLst>
          </p:cNvPr>
          <p:cNvSpPr>
            <a:spLocks noGrp="1"/>
          </p:cNvSpPr>
          <p:nvPr>
            <p:ph type="body" sz="quarter" idx="27" hasCustomPrompt="1"/>
          </p:nvPr>
        </p:nvSpPr>
        <p:spPr bwMode="gray">
          <a:xfrm>
            <a:off x="550164" y="0"/>
            <a:ext cx="3607200" cy="547200"/>
          </a:xfrm>
        </p:spPr>
        <p:txBody>
          <a:bodyPr anchor="ctr" anchorCtr="0"/>
          <a:lstStyle>
            <a:lvl1pPr marL="0" indent="0">
              <a:spcAft>
                <a:spcPts val="0"/>
              </a:spcAft>
              <a:buNone/>
              <a:defRPr lang="en-US" sz="1000" kern="1200" cap="all" baseline="0" dirty="0">
                <a:solidFill>
                  <a:srgbClr val="512EAB"/>
                </a:solidFill>
                <a:latin typeface="+mj-lt"/>
                <a:ea typeface="+mn-ea"/>
                <a:cs typeface="Segoe UI" panose="020B0502040204020203" pitchFamily="34" charset="0"/>
              </a:defRPr>
            </a:lvl1pPr>
          </a:lstStyle>
          <a:p>
            <a:pPr marL="0" lvl="0" indent="0" algn="l" defTabSz="914400" rtl="0" eaLnBrk="1" latinLnBrk="0" hangingPunct="1">
              <a:lnSpc>
                <a:spcPct val="100000"/>
              </a:lnSpc>
              <a:spcBef>
                <a:spcPts val="0"/>
              </a:spcBef>
              <a:spcAft>
                <a:spcPts val="0"/>
              </a:spcAft>
              <a:buFont typeface="Plus Jakarta Sans" panose="020B0604020202020204" pitchFamily="34" charset="0"/>
              <a:buNone/>
            </a:pPr>
            <a:r>
              <a:rPr lang="en-US" noProof="0" dirty="0"/>
              <a:t>Section title</a:t>
            </a:r>
          </a:p>
        </p:txBody>
      </p:sp>
      <p:sp>
        <p:nvSpPr>
          <p:cNvPr id="10" name="Title">
            <a:extLst>
              <a:ext uri="{FF2B5EF4-FFF2-40B4-BE49-F238E27FC236}">
                <a16:creationId xmlns:a16="http://schemas.microsoft.com/office/drawing/2014/main" id="{6D097E3A-836D-C88E-C5FF-DA199AB3273F}"/>
              </a:ext>
            </a:extLst>
          </p:cNvPr>
          <p:cNvSpPr>
            <a:spLocks noGrp="1"/>
          </p:cNvSpPr>
          <p:nvPr>
            <p:ph type="title" hasCustomPrompt="1"/>
          </p:nvPr>
        </p:nvSpPr>
        <p:spPr bwMode="gray">
          <a:xfrm>
            <a:off x="550164" y="552450"/>
            <a:ext cx="11091672" cy="819150"/>
          </a:xfrm>
        </p:spPr>
        <p:txBody>
          <a:bodyPr/>
          <a:lstStyle>
            <a:lvl1pPr>
              <a:defRPr>
                <a:latin typeface="+mj-lt"/>
              </a:defRPr>
            </a:lvl1pPr>
          </a:lstStyle>
          <a:p>
            <a:r>
              <a:rPr lang="en-US" noProof="0" dirty="0"/>
              <a:t>Place headline here</a:t>
            </a:r>
          </a:p>
        </p:txBody>
      </p:sp>
      <p:sp>
        <p:nvSpPr>
          <p:cNvPr id="4" name="Rounded Rectangle 1">
            <a:extLst>
              <a:ext uri="{FF2B5EF4-FFF2-40B4-BE49-F238E27FC236}">
                <a16:creationId xmlns:a16="http://schemas.microsoft.com/office/drawing/2014/main" id="{3ADF9686-3955-45BC-803C-08C23156E943}"/>
              </a:ext>
              <a:ext uri="{C183D7F6-B498-43B3-948B-1728B52AA6E4}">
                <adec:decorative xmlns:adec="http://schemas.microsoft.com/office/drawing/2017/decorative" val="1"/>
              </a:ext>
            </a:extLst>
          </p:cNvPr>
          <p:cNvSpPr/>
          <p:nvPr userDrawn="1"/>
        </p:nvSpPr>
        <p:spPr bwMode="gray">
          <a:xfrm>
            <a:off x="550164" y="1644648"/>
            <a:ext cx="3428347" cy="4391757"/>
          </a:xfrm>
          <a:prstGeom prst="roundRect">
            <a:avLst>
              <a:gd name="adj" fmla="val 5109"/>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mj-lt"/>
            </a:endParaRPr>
          </a:p>
        </p:txBody>
      </p:sp>
      <p:sp>
        <p:nvSpPr>
          <p:cNvPr id="42" name="Subhead 1">
            <a:extLst>
              <a:ext uri="{FF2B5EF4-FFF2-40B4-BE49-F238E27FC236}">
                <a16:creationId xmlns:a16="http://schemas.microsoft.com/office/drawing/2014/main" id="{5D7DE015-F779-D7DF-38B5-B232433543E3}"/>
              </a:ext>
            </a:extLst>
          </p:cNvPr>
          <p:cNvSpPr>
            <a:spLocks noGrp="1"/>
          </p:cNvSpPr>
          <p:nvPr>
            <p:ph type="body" sz="quarter" idx="16" hasCustomPrompt="1"/>
          </p:nvPr>
        </p:nvSpPr>
        <p:spPr bwMode="gray">
          <a:xfrm>
            <a:off x="823764" y="1917698"/>
            <a:ext cx="2881147" cy="295688"/>
          </a:xfrm>
        </p:spPr>
        <p:txBody>
          <a:bodyPr/>
          <a:lstStyle>
            <a:lvl1pPr marL="0" indent="0">
              <a:buNone/>
              <a:defRPr sz="1200" b="0" cap="all" baseline="0">
                <a:solidFill>
                  <a:srgbClr val="0D004D"/>
                </a:solidFill>
                <a:latin typeface="+mj-lt"/>
                <a:cs typeface="Segoe UI" panose="020B0502040204020203" pitchFamily="34" charset="0"/>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noProof="0" dirty="0"/>
              <a:t>SUBHEAD</a:t>
            </a:r>
          </a:p>
        </p:txBody>
      </p:sp>
      <p:sp>
        <p:nvSpPr>
          <p:cNvPr id="40" name="Description 1">
            <a:extLst>
              <a:ext uri="{FF2B5EF4-FFF2-40B4-BE49-F238E27FC236}">
                <a16:creationId xmlns:a16="http://schemas.microsoft.com/office/drawing/2014/main" id="{200DDE1B-BD22-FFF3-B49F-A0CFC2E212C8}"/>
              </a:ext>
            </a:extLst>
          </p:cNvPr>
          <p:cNvSpPr>
            <a:spLocks noGrp="1"/>
          </p:cNvSpPr>
          <p:nvPr>
            <p:ph type="body" idx="1" hasCustomPrompt="1"/>
          </p:nvPr>
        </p:nvSpPr>
        <p:spPr bwMode="gray">
          <a:xfrm>
            <a:off x="824620" y="2213386"/>
            <a:ext cx="2879434" cy="1286599"/>
          </a:xfrm>
        </p:spPr>
        <p:txBody>
          <a:bodyPr anchor="t" anchorCtr="0"/>
          <a:lstStyle>
            <a:lvl1pPr marL="0" indent="0">
              <a:spcAft>
                <a:spcPts val="0"/>
              </a:spcAft>
              <a:buNone/>
              <a:defRPr sz="1600" b="1" i="0">
                <a:solidFill>
                  <a:srgbClr val="0D004D"/>
                </a:solidFill>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long subhead here</a:t>
            </a:r>
          </a:p>
        </p:txBody>
      </p:sp>
      <p:sp>
        <p:nvSpPr>
          <p:cNvPr id="41" name="Text 1">
            <a:extLst>
              <a:ext uri="{FF2B5EF4-FFF2-40B4-BE49-F238E27FC236}">
                <a16:creationId xmlns:a16="http://schemas.microsoft.com/office/drawing/2014/main" id="{5076CBFB-6431-4165-78BC-8CD0FD4AE1AC}"/>
              </a:ext>
            </a:extLst>
          </p:cNvPr>
          <p:cNvSpPr>
            <a:spLocks noGrp="1"/>
          </p:cNvSpPr>
          <p:nvPr>
            <p:ph type="body" sz="quarter" idx="15"/>
          </p:nvPr>
        </p:nvSpPr>
        <p:spPr bwMode="gray">
          <a:xfrm>
            <a:off x="823764" y="3499986"/>
            <a:ext cx="2881147" cy="2262640"/>
          </a:xfrm>
        </p:spPr>
        <p:txBody>
          <a:bodyPr/>
          <a:lstStyle>
            <a:lvl1pPr marL="0" indent="0">
              <a:buNone/>
              <a:defRPr sz="1200">
                <a:solidFill>
                  <a:srgbClr val="0D004D"/>
                </a:solidFill>
                <a:latin typeface="+mj-lt"/>
                <a:cs typeface="Segoe UI" panose="020B0502040204020203" pitchFamily="34" charset="0"/>
              </a:defRPr>
            </a:lvl1pPr>
            <a:lvl2pPr>
              <a:defRPr sz="1200">
                <a:solidFill>
                  <a:srgbClr val="0D004D"/>
                </a:solidFill>
                <a:latin typeface="+mj-lt"/>
                <a:cs typeface="Segoe UI" panose="020B0502040204020203" pitchFamily="34" charset="0"/>
              </a:defRPr>
            </a:lvl2pPr>
            <a:lvl3pPr>
              <a:defRPr sz="1200">
                <a:solidFill>
                  <a:srgbClr val="0D004D"/>
                </a:solidFill>
                <a:latin typeface="+mj-lt"/>
                <a:cs typeface="Segoe UI" panose="020B0502040204020203" pitchFamily="34" charset="0"/>
              </a:defRPr>
            </a:lvl3pPr>
            <a:lvl4pPr>
              <a:defRPr sz="1200">
                <a:solidFill>
                  <a:srgbClr val="0D004D"/>
                </a:solidFill>
                <a:latin typeface="+mj-lt"/>
                <a:cs typeface="Segoe UI" panose="020B0502040204020203" pitchFamily="34" charset="0"/>
              </a:defRPr>
            </a:lvl4pPr>
            <a:lvl5pPr>
              <a:defRPr sz="1200">
                <a:solidFill>
                  <a:srgbClr val="0D004D"/>
                </a:solidFill>
                <a:latin typeface="+mj-lt"/>
                <a:cs typeface="Segoe UI" panose="020B0502040204020203"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Rounded Rectangle 2">
            <a:extLst>
              <a:ext uri="{FF2B5EF4-FFF2-40B4-BE49-F238E27FC236}">
                <a16:creationId xmlns:a16="http://schemas.microsoft.com/office/drawing/2014/main" id="{2BFAB769-0302-A0F4-0B4E-E933B063A704}"/>
              </a:ext>
              <a:ext uri="{C183D7F6-B498-43B3-948B-1728B52AA6E4}">
                <adec:decorative xmlns:adec="http://schemas.microsoft.com/office/drawing/2017/decorative" val="1"/>
              </a:ext>
            </a:extLst>
          </p:cNvPr>
          <p:cNvSpPr/>
          <p:nvPr userDrawn="1"/>
        </p:nvSpPr>
        <p:spPr bwMode="gray">
          <a:xfrm>
            <a:off x="4382271" y="1644648"/>
            <a:ext cx="3428347" cy="4391757"/>
          </a:xfrm>
          <a:prstGeom prst="roundRect">
            <a:avLst>
              <a:gd name="adj" fmla="val 5109"/>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mj-lt"/>
            </a:endParaRPr>
          </a:p>
        </p:txBody>
      </p:sp>
      <p:sp>
        <p:nvSpPr>
          <p:cNvPr id="48" name="Subhead 2">
            <a:extLst>
              <a:ext uri="{FF2B5EF4-FFF2-40B4-BE49-F238E27FC236}">
                <a16:creationId xmlns:a16="http://schemas.microsoft.com/office/drawing/2014/main" id="{EBB6A4C3-F20C-97B6-A6E2-7FE2F60C625B}"/>
              </a:ext>
              <a:ext uri="{C183D7F6-B498-43B3-948B-1728B52AA6E4}">
                <adec:decorative xmlns:adec="http://schemas.microsoft.com/office/drawing/2017/decorative" val="0"/>
              </a:ext>
            </a:extLst>
          </p:cNvPr>
          <p:cNvSpPr>
            <a:spLocks noGrp="1"/>
          </p:cNvSpPr>
          <p:nvPr>
            <p:ph type="body" sz="quarter" idx="19" hasCustomPrompt="1"/>
          </p:nvPr>
        </p:nvSpPr>
        <p:spPr bwMode="gray">
          <a:xfrm>
            <a:off x="4655426" y="1917698"/>
            <a:ext cx="2881147" cy="295688"/>
          </a:xfrm>
        </p:spPr>
        <p:txBody>
          <a:bodyPr/>
          <a:lstStyle>
            <a:lvl1pPr marL="0" indent="0">
              <a:buNone/>
              <a:defRPr sz="1200" b="0" cap="all" baseline="0">
                <a:solidFill>
                  <a:srgbClr val="0D004D"/>
                </a:solidFill>
                <a:latin typeface="+mj-lt"/>
                <a:cs typeface="Segoe UI" panose="020B0502040204020203" pitchFamily="34" charset="0"/>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noProof="0"/>
              <a:t>SUBHEAD</a:t>
            </a:r>
          </a:p>
        </p:txBody>
      </p:sp>
      <p:sp>
        <p:nvSpPr>
          <p:cNvPr id="46" name="Description 2">
            <a:extLst>
              <a:ext uri="{FF2B5EF4-FFF2-40B4-BE49-F238E27FC236}">
                <a16:creationId xmlns:a16="http://schemas.microsoft.com/office/drawing/2014/main" id="{F47F8685-5701-1F62-373B-06DF4BA775FC}"/>
              </a:ext>
            </a:extLst>
          </p:cNvPr>
          <p:cNvSpPr>
            <a:spLocks noGrp="1"/>
          </p:cNvSpPr>
          <p:nvPr>
            <p:ph type="body" idx="17" hasCustomPrompt="1"/>
          </p:nvPr>
        </p:nvSpPr>
        <p:spPr bwMode="gray">
          <a:xfrm>
            <a:off x="4656282" y="2213386"/>
            <a:ext cx="2879434" cy="1286599"/>
          </a:xfrm>
        </p:spPr>
        <p:txBody>
          <a:bodyPr anchor="t" anchorCtr="0"/>
          <a:lstStyle>
            <a:lvl1pPr marL="0" indent="0">
              <a:spcAft>
                <a:spcPts val="0"/>
              </a:spcAft>
              <a:buNone/>
              <a:defRPr sz="1600" b="1" i="0">
                <a:solidFill>
                  <a:srgbClr val="0D004D"/>
                </a:solidFill>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Place long subhead here</a:t>
            </a:r>
          </a:p>
        </p:txBody>
      </p:sp>
      <p:sp>
        <p:nvSpPr>
          <p:cNvPr id="47" name="Text 3">
            <a:extLst>
              <a:ext uri="{FF2B5EF4-FFF2-40B4-BE49-F238E27FC236}">
                <a16:creationId xmlns:a16="http://schemas.microsoft.com/office/drawing/2014/main" id="{BE7C743A-BCC0-336E-7A19-A4EE4A53B95F}"/>
              </a:ext>
            </a:extLst>
          </p:cNvPr>
          <p:cNvSpPr>
            <a:spLocks noGrp="1"/>
          </p:cNvSpPr>
          <p:nvPr>
            <p:ph type="body" sz="quarter" idx="18"/>
          </p:nvPr>
        </p:nvSpPr>
        <p:spPr bwMode="gray">
          <a:xfrm>
            <a:off x="4655426" y="3499986"/>
            <a:ext cx="2881147" cy="2262640"/>
          </a:xfrm>
        </p:spPr>
        <p:txBody>
          <a:bodyPr/>
          <a:lstStyle>
            <a:lvl1pPr marL="0" indent="0">
              <a:buNone/>
              <a:defRPr sz="1200">
                <a:solidFill>
                  <a:srgbClr val="0D004D"/>
                </a:solidFill>
                <a:latin typeface="+mj-lt"/>
                <a:cs typeface="Segoe UI" panose="020B0502040204020203" pitchFamily="34" charset="0"/>
              </a:defRPr>
            </a:lvl1pPr>
            <a:lvl2pPr>
              <a:defRPr sz="1200">
                <a:solidFill>
                  <a:srgbClr val="0D004D"/>
                </a:solidFill>
                <a:latin typeface="+mj-lt"/>
                <a:cs typeface="Segoe UI" panose="020B0502040204020203" pitchFamily="34" charset="0"/>
              </a:defRPr>
            </a:lvl2pPr>
            <a:lvl3pPr>
              <a:defRPr sz="1200">
                <a:solidFill>
                  <a:srgbClr val="0D004D"/>
                </a:solidFill>
                <a:latin typeface="+mj-lt"/>
                <a:cs typeface="Segoe UI" panose="020B0502040204020203" pitchFamily="34" charset="0"/>
              </a:defRPr>
            </a:lvl3pPr>
            <a:lvl4pPr>
              <a:defRPr sz="1200">
                <a:solidFill>
                  <a:srgbClr val="0D004D"/>
                </a:solidFill>
                <a:latin typeface="+mj-lt"/>
                <a:cs typeface="Segoe UI" panose="020B0502040204020203" pitchFamily="34" charset="0"/>
              </a:defRPr>
            </a:lvl4pPr>
            <a:lvl5pPr>
              <a:defRPr sz="1200">
                <a:solidFill>
                  <a:srgbClr val="0D004D"/>
                </a:solidFill>
                <a:latin typeface="+mj-lt"/>
                <a:cs typeface="Segoe UI" panose="020B0502040204020203"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Rounded Rectangle 3">
            <a:extLst>
              <a:ext uri="{FF2B5EF4-FFF2-40B4-BE49-F238E27FC236}">
                <a16:creationId xmlns:a16="http://schemas.microsoft.com/office/drawing/2014/main" id="{21B29E7D-1997-B853-9D90-E1307B9773AB}"/>
              </a:ext>
              <a:ext uri="{C183D7F6-B498-43B3-948B-1728B52AA6E4}">
                <adec:decorative xmlns:adec="http://schemas.microsoft.com/office/drawing/2017/decorative" val="1"/>
              </a:ext>
            </a:extLst>
          </p:cNvPr>
          <p:cNvSpPr/>
          <p:nvPr userDrawn="1"/>
        </p:nvSpPr>
        <p:spPr bwMode="gray">
          <a:xfrm>
            <a:off x="8214378" y="1644648"/>
            <a:ext cx="3428347" cy="4391757"/>
          </a:xfrm>
          <a:prstGeom prst="roundRect">
            <a:avLst>
              <a:gd name="adj" fmla="val 5109"/>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mj-lt"/>
            </a:endParaRPr>
          </a:p>
        </p:txBody>
      </p:sp>
      <p:sp>
        <p:nvSpPr>
          <p:cNvPr id="51" name="Subhead 3">
            <a:extLst>
              <a:ext uri="{FF2B5EF4-FFF2-40B4-BE49-F238E27FC236}">
                <a16:creationId xmlns:a16="http://schemas.microsoft.com/office/drawing/2014/main" id="{5A1FB4BC-6AF4-B4B9-1A86-51C3E2DA5795}"/>
              </a:ext>
            </a:extLst>
          </p:cNvPr>
          <p:cNvSpPr>
            <a:spLocks noGrp="1"/>
          </p:cNvSpPr>
          <p:nvPr>
            <p:ph type="body" sz="quarter" idx="22" hasCustomPrompt="1"/>
          </p:nvPr>
        </p:nvSpPr>
        <p:spPr bwMode="gray">
          <a:xfrm>
            <a:off x="8487089" y="1917698"/>
            <a:ext cx="2881147" cy="295688"/>
          </a:xfrm>
        </p:spPr>
        <p:txBody>
          <a:bodyPr/>
          <a:lstStyle>
            <a:lvl1pPr marL="0" indent="0">
              <a:buNone/>
              <a:defRPr sz="1200" b="0" cap="all" baseline="0">
                <a:solidFill>
                  <a:srgbClr val="0D004D"/>
                </a:solidFill>
                <a:latin typeface="+mj-lt"/>
                <a:cs typeface="Segoe UI" panose="020B0502040204020203" pitchFamily="34" charset="0"/>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noProof="0" dirty="0"/>
              <a:t>SUBHEAD</a:t>
            </a:r>
          </a:p>
        </p:txBody>
      </p:sp>
      <p:sp>
        <p:nvSpPr>
          <p:cNvPr id="49" name="Description 3">
            <a:extLst>
              <a:ext uri="{FF2B5EF4-FFF2-40B4-BE49-F238E27FC236}">
                <a16:creationId xmlns:a16="http://schemas.microsoft.com/office/drawing/2014/main" id="{4DC1BED2-6693-F56C-FF2D-6E6FC1A4CE61}"/>
              </a:ext>
            </a:extLst>
          </p:cNvPr>
          <p:cNvSpPr>
            <a:spLocks noGrp="1"/>
          </p:cNvSpPr>
          <p:nvPr>
            <p:ph type="body" idx="20" hasCustomPrompt="1"/>
          </p:nvPr>
        </p:nvSpPr>
        <p:spPr bwMode="gray">
          <a:xfrm>
            <a:off x="8487945" y="2213386"/>
            <a:ext cx="2879434" cy="1286599"/>
          </a:xfrm>
        </p:spPr>
        <p:txBody>
          <a:bodyPr anchor="t" anchorCtr="0"/>
          <a:lstStyle>
            <a:lvl1pPr marL="0" indent="0">
              <a:spcAft>
                <a:spcPts val="0"/>
              </a:spcAft>
              <a:buNone/>
              <a:defRPr sz="1600" b="1" i="0">
                <a:solidFill>
                  <a:srgbClr val="0D004D"/>
                </a:solidFill>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long subhead here</a:t>
            </a:r>
          </a:p>
        </p:txBody>
      </p:sp>
      <p:sp>
        <p:nvSpPr>
          <p:cNvPr id="50" name="Text 3">
            <a:extLst>
              <a:ext uri="{FF2B5EF4-FFF2-40B4-BE49-F238E27FC236}">
                <a16:creationId xmlns:a16="http://schemas.microsoft.com/office/drawing/2014/main" id="{09237A8C-DCDD-DC0E-AA67-A5786935C66E}"/>
              </a:ext>
            </a:extLst>
          </p:cNvPr>
          <p:cNvSpPr>
            <a:spLocks noGrp="1"/>
          </p:cNvSpPr>
          <p:nvPr>
            <p:ph type="body" sz="quarter" idx="21"/>
          </p:nvPr>
        </p:nvSpPr>
        <p:spPr bwMode="gray">
          <a:xfrm>
            <a:off x="8487089" y="3499986"/>
            <a:ext cx="2881147" cy="2262640"/>
          </a:xfrm>
        </p:spPr>
        <p:txBody>
          <a:bodyPr/>
          <a:lstStyle>
            <a:lvl1pPr marL="0" indent="0">
              <a:buNone/>
              <a:defRPr sz="1200">
                <a:solidFill>
                  <a:srgbClr val="0D004D"/>
                </a:solidFill>
                <a:latin typeface="+mj-lt"/>
                <a:cs typeface="Segoe UI" panose="020B0502040204020203" pitchFamily="34" charset="0"/>
              </a:defRPr>
            </a:lvl1pPr>
            <a:lvl2pPr>
              <a:defRPr sz="1200">
                <a:solidFill>
                  <a:srgbClr val="0D004D"/>
                </a:solidFill>
                <a:latin typeface="+mj-lt"/>
                <a:cs typeface="Segoe UI" panose="020B0502040204020203" pitchFamily="34" charset="0"/>
              </a:defRPr>
            </a:lvl2pPr>
            <a:lvl3pPr>
              <a:defRPr sz="1200">
                <a:solidFill>
                  <a:srgbClr val="0D004D"/>
                </a:solidFill>
                <a:latin typeface="+mj-lt"/>
                <a:cs typeface="Segoe UI" panose="020B0502040204020203" pitchFamily="34" charset="0"/>
              </a:defRPr>
            </a:lvl3pPr>
            <a:lvl4pPr>
              <a:defRPr sz="1200">
                <a:solidFill>
                  <a:srgbClr val="0D004D"/>
                </a:solidFill>
                <a:latin typeface="+mj-lt"/>
                <a:cs typeface="Segoe UI" panose="020B0502040204020203" pitchFamily="34" charset="0"/>
              </a:defRPr>
            </a:lvl4pPr>
            <a:lvl5pPr>
              <a:defRPr sz="1200">
                <a:solidFill>
                  <a:srgbClr val="0D004D"/>
                </a:solidFill>
                <a:latin typeface="+mj-lt"/>
                <a:cs typeface="Segoe UI" panose="020B0502040204020203"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pic>
        <p:nvPicPr>
          <p:cNvPr id="6" name="Pearson Logo" descr="Pearson Logo">
            <a:extLst>
              <a:ext uri="{FF2B5EF4-FFF2-40B4-BE49-F238E27FC236}">
                <a16:creationId xmlns:a16="http://schemas.microsoft.com/office/drawing/2014/main" id="{64CDC671-0CF0-895C-0B8D-DB186C26B098}"/>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942259489"/>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Caption A">
    <p:bg bwMode="gray">
      <p:bgPr>
        <a:solidFill>
          <a:srgbClr val="EDECF6"/>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46E64CD-6DE6-4D96-7625-AA99DA689BA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white">
          <a:xfrm flipH="1">
            <a:off x="0" y="-806"/>
            <a:ext cx="4294188" cy="685880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mj-lt"/>
            </a:endParaRPr>
          </a:p>
        </p:txBody>
      </p:sp>
      <p:sp>
        <p:nvSpPr>
          <p:cNvPr id="3" name="Section">
            <a:extLst>
              <a:ext uri="{FF2B5EF4-FFF2-40B4-BE49-F238E27FC236}">
                <a16:creationId xmlns:a16="http://schemas.microsoft.com/office/drawing/2014/main" id="{2B8FF2E3-6DDB-FDAC-7C65-54DDB199611F}"/>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lang="en-US" sz="1000" kern="1200" cap="all" baseline="0" dirty="0">
                <a:solidFill>
                  <a:srgbClr val="512EAB"/>
                </a:solidFill>
                <a:latin typeface="+mj-lt"/>
                <a:ea typeface="+mn-ea"/>
                <a:cs typeface="Segoe UI" panose="020B0502040204020203" pitchFamily="34" charset="0"/>
              </a:defRPr>
            </a:lvl1pPr>
          </a:lstStyle>
          <a:p>
            <a:pPr marL="0" lvl="0" indent="0" algn="l" defTabSz="914400" rtl="0" eaLnBrk="1" latinLnBrk="0" hangingPunct="1">
              <a:lnSpc>
                <a:spcPct val="100000"/>
              </a:lnSpc>
              <a:spcBef>
                <a:spcPts val="0"/>
              </a:spcBef>
              <a:spcAft>
                <a:spcPts val="0"/>
              </a:spcAft>
              <a:buFont typeface="Plus Jakarta Sans" panose="020B0604020202020204" pitchFamily="34" charset="0"/>
              <a:buNone/>
            </a:pPr>
            <a:r>
              <a:rPr lang="en-US" noProof="0" dirty="0"/>
              <a:t>Section title</a:t>
            </a:r>
          </a:p>
        </p:txBody>
      </p:sp>
      <p:sp>
        <p:nvSpPr>
          <p:cNvPr id="8" name="Title">
            <a:extLst>
              <a:ext uri="{FF2B5EF4-FFF2-40B4-BE49-F238E27FC236}">
                <a16:creationId xmlns:a16="http://schemas.microsoft.com/office/drawing/2014/main" id="{3C56CD4F-3DA7-5552-4C4E-F47949F9E491}"/>
              </a:ext>
            </a:extLst>
          </p:cNvPr>
          <p:cNvSpPr>
            <a:spLocks noGrp="1"/>
          </p:cNvSpPr>
          <p:nvPr>
            <p:ph type="title" hasCustomPrompt="1"/>
          </p:nvPr>
        </p:nvSpPr>
        <p:spPr>
          <a:xfrm>
            <a:off x="550164" y="1050244"/>
            <a:ext cx="3605276" cy="1807256"/>
          </a:xfrm>
        </p:spPr>
        <p:txBody>
          <a:bodyPr/>
          <a:lstStyle>
            <a:lvl1pPr>
              <a:defRPr>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br>
              <a:rPr lang="en-US" noProof="0" dirty="0"/>
            </a:br>
            <a:endParaRPr lang="en-US" noProof="0" dirty="0"/>
          </a:p>
        </p:txBody>
      </p:sp>
      <p:sp>
        <p:nvSpPr>
          <p:cNvPr id="4" name="Text">
            <a:extLst>
              <a:ext uri="{FF2B5EF4-FFF2-40B4-BE49-F238E27FC236}">
                <a16:creationId xmlns:a16="http://schemas.microsoft.com/office/drawing/2014/main" id="{760F39E3-45AC-1A04-8912-893DAC0E3C63}"/>
              </a:ext>
            </a:extLst>
          </p:cNvPr>
          <p:cNvSpPr>
            <a:spLocks noGrp="1"/>
          </p:cNvSpPr>
          <p:nvPr>
            <p:ph type="body" sz="half" idx="2" hasCustomPrompt="1"/>
          </p:nvPr>
        </p:nvSpPr>
        <p:spPr>
          <a:xfrm>
            <a:off x="550164" y="3213100"/>
            <a:ext cx="3336036" cy="2549525"/>
          </a:xfrm>
        </p:spPr>
        <p:txBody>
          <a:bodyPr/>
          <a:lstStyle>
            <a:lvl1pPr marL="0" indent="0">
              <a:buNone/>
              <a:defRPr sz="1600">
                <a:latin typeface="+mj-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dirty="0"/>
              <a:t>Place text here </a:t>
            </a:r>
          </a:p>
        </p:txBody>
      </p:sp>
      <p:sp>
        <p:nvSpPr>
          <p:cNvPr id="9" name="Content">
            <a:extLst>
              <a:ext uri="{FF2B5EF4-FFF2-40B4-BE49-F238E27FC236}">
                <a16:creationId xmlns:a16="http://schemas.microsoft.com/office/drawing/2014/main" id="{D1303120-1537-F993-4316-074426C88077}"/>
              </a:ext>
            </a:extLst>
          </p:cNvPr>
          <p:cNvSpPr>
            <a:spLocks noGrp="1"/>
          </p:cNvSpPr>
          <p:nvPr>
            <p:ph sz="quarter" idx="13"/>
          </p:nvPr>
        </p:nvSpPr>
        <p:spPr>
          <a:xfrm>
            <a:off x="5092700" y="546100"/>
            <a:ext cx="6551613" cy="5215254"/>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cxnSp>
        <p:nvCxnSpPr>
          <p:cNvPr id="44" name="Straight Connector 43">
            <a:extLst>
              <a:ext uri="{FF2B5EF4-FFF2-40B4-BE49-F238E27FC236}">
                <a16:creationId xmlns:a16="http://schemas.microsoft.com/office/drawing/2014/main" id="{C970609C-4F75-F5B5-D900-D7F2DCE40F47}"/>
              </a:ext>
              <a:ext uri="{C183D7F6-B498-43B3-948B-1728B52AA6E4}">
                <adec:decorative xmlns:adec="http://schemas.microsoft.com/office/drawing/2017/decorative" val="1"/>
              </a:ext>
            </a:extLst>
          </p:cNvPr>
          <p:cNvCxnSpPr>
            <a:cxnSpLocks/>
          </p:cNvCxnSpPr>
          <p:nvPr userDrawn="1"/>
        </p:nvCxnSpPr>
        <p:spPr bwMode="black">
          <a:xfrm>
            <a:off x="550091" y="5762625"/>
            <a:ext cx="11094222" cy="0"/>
          </a:xfrm>
          <a:prstGeom prst="line">
            <a:avLst/>
          </a:prstGeom>
          <a:ln w="9525">
            <a:solidFill>
              <a:srgbClr val="C1BFFF"/>
            </a:solidFill>
          </a:ln>
        </p:spPr>
        <p:style>
          <a:lnRef idx="2">
            <a:schemeClr val="accent1"/>
          </a:lnRef>
          <a:fillRef idx="0">
            <a:schemeClr val="accent1"/>
          </a:fillRef>
          <a:effectRef idx="1">
            <a:schemeClr val="accent1"/>
          </a:effectRef>
          <a:fontRef idx="minor">
            <a:schemeClr val="tx1"/>
          </a:fontRef>
        </p:style>
      </p:cxnSp>
      <p:sp>
        <p:nvSpPr>
          <p:cNvPr id="2" name="Source">
            <a:extLst>
              <a:ext uri="{FF2B5EF4-FFF2-40B4-BE49-F238E27FC236}">
                <a16:creationId xmlns:a16="http://schemas.microsoft.com/office/drawing/2014/main" id="{315BF4B9-1318-5EEB-220A-29BD725A1B6B}"/>
              </a:ext>
            </a:extLst>
          </p:cNvPr>
          <p:cNvSpPr>
            <a:spLocks noGrp="1"/>
          </p:cNvSpPr>
          <p:nvPr>
            <p:ph type="body" sz="quarter" idx="14" hasCustomPrompt="1"/>
          </p:nvPr>
        </p:nvSpPr>
        <p:spPr>
          <a:xfrm>
            <a:off x="550164" y="5761354"/>
            <a:ext cx="3607200" cy="547200"/>
          </a:xfrm>
        </p:spPr>
        <p:txBody>
          <a:bodyPr anchor="b" anchorCtr="0">
            <a:noAutofit/>
          </a:bodyPr>
          <a:lstStyle>
            <a:lvl1pPr marL="0" indent="0">
              <a:spcAft>
                <a:spcPts val="0"/>
              </a:spcAft>
              <a:buNone/>
              <a:defRPr sz="800">
                <a:latin typeface="+mj-lt"/>
              </a:defRPr>
            </a:lvl1pPr>
            <a:lvl2pPr>
              <a:defRPr sz="800"/>
            </a:lvl2pPr>
            <a:lvl3pPr>
              <a:defRPr sz="800"/>
            </a:lvl3pPr>
            <a:lvl4pPr>
              <a:defRPr sz="800"/>
            </a:lvl4pPr>
            <a:lvl5pPr>
              <a:defRPr sz="800"/>
            </a:lvl5pPr>
          </a:lstStyle>
          <a:p>
            <a:pPr lvl="0"/>
            <a:r>
              <a:rPr lang="en-US" noProof="0" dirty="0"/>
              <a:t>Place source here</a:t>
            </a:r>
          </a:p>
        </p:txBody>
      </p:sp>
      <p:pic>
        <p:nvPicPr>
          <p:cNvPr id="5" name="Pearson Logo" descr="Pearson Logo">
            <a:extLst>
              <a:ext uri="{FF2B5EF4-FFF2-40B4-BE49-F238E27FC236}">
                <a16:creationId xmlns:a16="http://schemas.microsoft.com/office/drawing/2014/main" id="{3E987B33-7436-2787-573E-F803E6DF8A88}"/>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3829299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with Caption B">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9" name="Title">
            <a:extLst>
              <a:ext uri="{FF2B5EF4-FFF2-40B4-BE49-F238E27FC236}">
                <a16:creationId xmlns:a16="http://schemas.microsoft.com/office/drawing/2014/main" id="{0BAA8580-747A-61E4-43BE-A79D36CBD6DE}"/>
              </a:ext>
            </a:extLst>
          </p:cNvPr>
          <p:cNvSpPr>
            <a:spLocks noGrp="1"/>
          </p:cNvSpPr>
          <p:nvPr>
            <p:ph type="title" hasCustomPrompt="1"/>
          </p:nvPr>
        </p:nvSpPr>
        <p:spPr>
          <a:xfrm>
            <a:off x="550164" y="1372552"/>
            <a:ext cx="3607499" cy="1866900"/>
          </a:xfrm>
        </p:spPr>
        <p:txBody>
          <a:bodyPr/>
          <a:lstStyle>
            <a:lvl1pPr>
              <a:defRPr>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endParaRPr lang="en-US" noProof="0" dirty="0"/>
          </a:p>
        </p:txBody>
      </p:sp>
      <p:sp>
        <p:nvSpPr>
          <p:cNvPr id="14" name="Text">
            <a:extLst>
              <a:ext uri="{FF2B5EF4-FFF2-40B4-BE49-F238E27FC236}">
                <a16:creationId xmlns:a16="http://schemas.microsoft.com/office/drawing/2014/main" id="{87635D7D-69A6-0770-E49C-F406ED8B6F91}"/>
              </a:ext>
            </a:extLst>
          </p:cNvPr>
          <p:cNvSpPr>
            <a:spLocks noGrp="1"/>
          </p:cNvSpPr>
          <p:nvPr>
            <p:ph type="body" sz="quarter" idx="28"/>
          </p:nvPr>
        </p:nvSpPr>
        <p:spPr>
          <a:xfrm>
            <a:off x="542926" y="3439478"/>
            <a:ext cx="3605276" cy="2323147"/>
          </a:xfrm>
        </p:spPr>
        <p:txBody>
          <a:bodyPr/>
          <a:lstStyle>
            <a:lvl1pPr marL="0" indent="0">
              <a:buNone/>
              <a:defRPr sz="1400">
                <a:latin typeface="+mj-lt"/>
                <a:cs typeface="Segoe UI" panose="020B0502040204020203" pitchFamily="34" charset="0"/>
              </a:defRPr>
            </a:lvl1pPr>
            <a:lvl2pPr>
              <a:defRPr sz="1400">
                <a:latin typeface="+mj-lt"/>
                <a:cs typeface="Segoe UI" panose="020B0502040204020203" pitchFamily="34" charset="0"/>
              </a:defRPr>
            </a:lvl2pPr>
            <a:lvl3pPr>
              <a:defRPr sz="1400">
                <a:latin typeface="+mj-lt"/>
                <a:cs typeface="Segoe UI" panose="020B0502040204020203" pitchFamily="34" charset="0"/>
              </a:defRPr>
            </a:lvl3pPr>
            <a:lvl4pPr>
              <a:defRPr sz="1400">
                <a:latin typeface="+mj-lt"/>
                <a:cs typeface="Segoe UI" panose="020B0502040204020203" pitchFamily="34" charset="0"/>
              </a:defRPr>
            </a:lvl4pPr>
            <a:lvl5pPr>
              <a:defRPr sz="1400">
                <a:latin typeface="+mj-lt"/>
                <a:cs typeface="Segoe UI" panose="020B0502040204020203"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Rounded Rectangle 5">
            <a:extLst>
              <a:ext uri="{FF2B5EF4-FFF2-40B4-BE49-F238E27FC236}">
                <a16:creationId xmlns:a16="http://schemas.microsoft.com/office/drawing/2014/main" id="{60C38BEE-570B-9B3A-5F52-DA6234A53C6B}"/>
              </a:ext>
              <a:ext uri="{C183D7F6-B498-43B3-948B-1728B52AA6E4}">
                <adec:decorative xmlns:adec="http://schemas.microsoft.com/office/drawing/2017/decorative" val="1"/>
              </a:ext>
            </a:extLst>
          </p:cNvPr>
          <p:cNvSpPr/>
          <p:nvPr userDrawn="1"/>
        </p:nvSpPr>
        <p:spPr bwMode="white">
          <a:xfrm>
            <a:off x="5110417" y="546100"/>
            <a:ext cx="6552090" cy="5763259"/>
          </a:xfrm>
          <a:prstGeom prst="roundRect">
            <a:avLst>
              <a:gd name="adj" fmla="val 309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3" name="Content">
            <a:extLst>
              <a:ext uri="{FF2B5EF4-FFF2-40B4-BE49-F238E27FC236}">
                <a16:creationId xmlns:a16="http://schemas.microsoft.com/office/drawing/2014/main" id="{5B96EC47-92C1-48BA-1316-1AD5578E7A93}"/>
              </a:ext>
            </a:extLst>
          </p:cNvPr>
          <p:cNvSpPr>
            <a:spLocks noGrp="1"/>
          </p:cNvSpPr>
          <p:nvPr>
            <p:ph sz="quarter" idx="31"/>
          </p:nvPr>
        </p:nvSpPr>
        <p:spPr>
          <a:xfrm>
            <a:off x="5952245" y="1372552"/>
            <a:ext cx="4868434" cy="4110358"/>
          </a:xfrm>
        </p:spPr>
        <p:txBody>
          <a:bodyPr/>
          <a:lstStyle>
            <a:lvl1pPr>
              <a:defRPr sz="1400">
                <a:latin typeface="+mj-lt"/>
              </a:defRPr>
            </a:lvl1pPr>
            <a:lvl2pPr>
              <a:defRPr sz="1400">
                <a:latin typeface="+mj-lt"/>
              </a:defRPr>
            </a:lvl2pPr>
            <a:lvl3pPr>
              <a:defRPr sz="1400">
                <a:latin typeface="+mj-lt"/>
              </a:defRPr>
            </a:lvl3pPr>
            <a:lvl4pPr>
              <a:defRPr sz="1400">
                <a:latin typeface="+mj-lt"/>
              </a:defRPr>
            </a:lvl4pPr>
            <a:lvl5pPr>
              <a:defRPr sz="140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earson Logo" descr="Pearson Logo">
            <a:extLst>
              <a:ext uri="{FF2B5EF4-FFF2-40B4-BE49-F238E27FC236}">
                <a16:creationId xmlns:a16="http://schemas.microsoft.com/office/drawing/2014/main" id="{2E62D343-B0DB-E5BA-FE1B-2E24C027239C}"/>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025027988"/>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able with Caption">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9" name="Title">
            <a:extLst>
              <a:ext uri="{FF2B5EF4-FFF2-40B4-BE49-F238E27FC236}">
                <a16:creationId xmlns:a16="http://schemas.microsoft.com/office/drawing/2014/main" id="{0BAA8580-747A-61E4-43BE-A79D36CBD6DE}"/>
              </a:ext>
            </a:extLst>
          </p:cNvPr>
          <p:cNvSpPr>
            <a:spLocks noGrp="1"/>
          </p:cNvSpPr>
          <p:nvPr>
            <p:ph type="title" hasCustomPrompt="1"/>
          </p:nvPr>
        </p:nvSpPr>
        <p:spPr>
          <a:xfrm>
            <a:off x="550164" y="552450"/>
            <a:ext cx="3607499" cy="1866900"/>
          </a:xfrm>
        </p:spPr>
        <p:txBody>
          <a:bodyPr/>
          <a:lstStyle>
            <a:lvl1pPr>
              <a:defRPr>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endParaRPr lang="en-US" noProof="0" dirty="0"/>
          </a:p>
        </p:txBody>
      </p:sp>
      <p:sp>
        <p:nvSpPr>
          <p:cNvPr id="14" name="Text">
            <a:extLst>
              <a:ext uri="{FF2B5EF4-FFF2-40B4-BE49-F238E27FC236}">
                <a16:creationId xmlns:a16="http://schemas.microsoft.com/office/drawing/2014/main" id="{87635D7D-69A6-0770-E49C-F406ED8B6F91}"/>
              </a:ext>
            </a:extLst>
          </p:cNvPr>
          <p:cNvSpPr>
            <a:spLocks noGrp="1"/>
          </p:cNvSpPr>
          <p:nvPr>
            <p:ph type="body" sz="quarter" idx="28"/>
          </p:nvPr>
        </p:nvSpPr>
        <p:spPr>
          <a:xfrm>
            <a:off x="542926" y="2743201"/>
            <a:ext cx="3605276" cy="3019424"/>
          </a:xfrm>
        </p:spPr>
        <p:txBody>
          <a:bodyPr/>
          <a:lstStyle>
            <a:lvl1pPr marL="0" indent="0">
              <a:buNone/>
              <a:defRPr sz="1400">
                <a:latin typeface="+mj-lt"/>
                <a:cs typeface="Segoe UI" panose="020B0502040204020203" pitchFamily="34" charset="0"/>
              </a:defRPr>
            </a:lvl1pPr>
            <a:lvl2pPr>
              <a:defRPr sz="1400">
                <a:latin typeface="+mj-lt"/>
                <a:cs typeface="Segoe UI" panose="020B0502040204020203" pitchFamily="34" charset="0"/>
              </a:defRPr>
            </a:lvl2pPr>
            <a:lvl3pPr>
              <a:defRPr sz="1400">
                <a:latin typeface="+mj-lt"/>
                <a:cs typeface="Segoe UI" panose="020B0502040204020203" pitchFamily="34" charset="0"/>
              </a:defRPr>
            </a:lvl3pPr>
            <a:lvl4pPr>
              <a:defRPr sz="1400">
                <a:latin typeface="+mj-lt"/>
                <a:cs typeface="Segoe UI" panose="020B0502040204020203" pitchFamily="34" charset="0"/>
              </a:defRPr>
            </a:lvl4pPr>
            <a:lvl5pPr>
              <a:defRPr sz="1400">
                <a:latin typeface="+mj-lt"/>
                <a:cs typeface="Segoe UI" panose="020B0502040204020203"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Table">
            <a:extLst>
              <a:ext uri="{FF2B5EF4-FFF2-40B4-BE49-F238E27FC236}">
                <a16:creationId xmlns:a16="http://schemas.microsoft.com/office/drawing/2014/main" id="{F31A03D0-7A75-EBC2-6CA6-C4D42A02448F}"/>
              </a:ext>
              <a:ext uri="{C183D7F6-B498-43B3-948B-1728B52AA6E4}">
                <adec:decorative xmlns:adec="http://schemas.microsoft.com/office/drawing/2017/decorative" val="0"/>
              </a:ext>
            </a:extLst>
          </p:cNvPr>
          <p:cNvSpPr>
            <a:spLocks noGrp="1"/>
          </p:cNvSpPr>
          <p:nvPr>
            <p:ph type="tbl" sz="quarter" idx="29"/>
          </p:nvPr>
        </p:nvSpPr>
        <p:spPr bwMode="gray">
          <a:xfrm>
            <a:off x="5092699" y="547688"/>
            <a:ext cx="6556375" cy="5761672"/>
          </a:xfrm>
          <a:solidFill>
            <a:schemeClr val="bg1"/>
          </a:solidFill>
        </p:spPr>
        <p:txBody>
          <a:bodyPr tIns="91440" anchor="t" anchorCtr="0"/>
          <a:lstStyle>
            <a:lvl1pPr marL="0" indent="0" algn="ctr">
              <a:buNone/>
              <a:defRPr sz="1400">
                <a:latin typeface="+mj-lt"/>
              </a:defRPr>
            </a:lvl1pPr>
          </a:lstStyle>
          <a:p>
            <a:r>
              <a:rPr lang="en-US" noProof="0" dirty="0"/>
              <a:t>Click icon to add table</a:t>
            </a:r>
          </a:p>
        </p:txBody>
      </p:sp>
      <p:pic>
        <p:nvPicPr>
          <p:cNvPr id="2" name="Pearson Logo" descr="Pearson Logo">
            <a:extLst>
              <a:ext uri="{FF2B5EF4-FFF2-40B4-BE49-F238E27FC236}">
                <a16:creationId xmlns:a16="http://schemas.microsoft.com/office/drawing/2014/main" id="{3346E468-830C-9072-492D-23DF8829BB6B}"/>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865813234"/>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hart and Image">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
            <a:extLst>
              <a:ext uri="{FF2B5EF4-FFF2-40B4-BE49-F238E27FC236}">
                <a16:creationId xmlns:a16="http://schemas.microsoft.com/office/drawing/2014/main" id="{76778EDA-841E-AD19-1FC9-84797F981CD0}"/>
              </a:ext>
            </a:extLst>
          </p:cNvPr>
          <p:cNvSpPr>
            <a:spLocks noGrp="1"/>
          </p:cNvSpPr>
          <p:nvPr>
            <p:ph type="title" hasCustomPrompt="1"/>
          </p:nvPr>
        </p:nvSpPr>
        <p:spPr>
          <a:xfrm>
            <a:off x="550165" y="1366837"/>
            <a:ext cx="5473922" cy="1957413"/>
          </a:xfrm>
        </p:spPr>
        <p:txBody>
          <a:bodyPr anchor="t"/>
          <a:lstStyle>
            <a:lvl1pPr>
              <a:defRPr sz="4000">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br>
              <a:rPr lang="en-US" noProof="0" dirty="0"/>
            </a:br>
            <a:endParaRPr lang="en-US" noProof="0" dirty="0"/>
          </a:p>
        </p:txBody>
      </p:sp>
      <p:sp>
        <p:nvSpPr>
          <p:cNvPr id="4" name="Text">
            <a:extLst>
              <a:ext uri="{FF2B5EF4-FFF2-40B4-BE49-F238E27FC236}">
                <a16:creationId xmlns:a16="http://schemas.microsoft.com/office/drawing/2014/main" id="{3D94B6B5-22C6-70C3-3140-BD544CC8AFF7}"/>
              </a:ext>
            </a:extLst>
          </p:cNvPr>
          <p:cNvSpPr>
            <a:spLocks noGrp="1"/>
          </p:cNvSpPr>
          <p:nvPr>
            <p:ph type="body" sz="quarter" idx="30"/>
          </p:nvPr>
        </p:nvSpPr>
        <p:spPr>
          <a:xfrm>
            <a:off x="542925" y="3532162"/>
            <a:ext cx="4686300" cy="2230462"/>
          </a:xfrm>
        </p:spPr>
        <p:txBody>
          <a:bodyPr/>
          <a:lstStyle>
            <a:lvl1pPr marL="0" indent="0">
              <a:buNone/>
              <a:defRPr sz="1400">
                <a:latin typeface="+mj-lt"/>
                <a:cs typeface="Segoe UI" panose="020B0502040204020203" pitchFamily="34" charset="0"/>
              </a:defRPr>
            </a:lvl1pPr>
            <a:lvl2pPr>
              <a:defRPr sz="1400">
                <a:latin typeface="+mj-lt"/>
                <a:cs typeface="Segoe UI" panose="020B0502040204020203" pitchFamily="34" charset="0"/>
              </a:defRPr>
            </a:lvl2pPr>
            <a:lvl3pPr>
              <a:defRPr sz="1400">
                <a:latin typeface="+mj-lt"/>
                <a:cs typeface="Segoe UI" panose="020B0502040204020203" pitchFamily="34" charset="0"/>
              </a:defRPr>
            </a:lvl3pPr>
            <a:lvl4pPr>
              <a:defRPr sz="1400">
                <a:latin typeface="+mj-lt"/>
                <a:cs typeface="Segoe UI" panose="020B0502040204020203" pitchFamily="34" charset="0"/>
              </a:defRPr>
            </a:lvl4pPr>
            <a:lvl5pPr>
              <a:defRPr sz="1400">
                <a:latin typeface="+mj-lt"/>
                <a:cs typeface="Segoe UI" panose="020B0502040204020203"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Rounded Rectangle">
            <a:extLst>
              <a:ext uri="{FF2B5EF4-FFF2-40B4-BE49-F238E27FC236}">
                <a16:creationId xmlns:a16="http://schemas.microsoft.com/office/drawing/2014/main" id="{05C4B2AB-F57A-888C-0AB4-4FCC77B42AF5}"/>
              </a:ext>
              <a:ext uri="{C183D7F6-B498-43B3-948B-1728B52AA6E4}">
                <adec:decorative xmlns:adec="http://schemas.microsoft.com/office/drawing/2017/decorative" val="1"/>
              </a:ext>
            </a:extLst>
          </p:cNvPr>
          <p:cNvSpPr>
            <a:spLocks/>
          </p:cNvSpPr>
          <p:nvPr userDrawn="1"/>
        </p:nvSpPr>
        <p:spPr bwMode="white">
          <a:xfrm>
            <a:off x="6167915" y="546100"/>
            <a:ext cx="5476875" cy="2778151"/>
          </a:xfrm>
          <a:prstGeom prst="roundRect">
            <a:avLst>
              <a:gd name="adj" fmla="val 5488"/>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5" name="Chart">
            <a:extLst>
              <a:ext uri="{FF2B5EF4-FFF2-40B4-BE49-F238E27FC236}">
                <a16:creationId xmlns:a16="http://schemas.microsoft.com/office/drawing/2014/main" id="{E684B968-A145-049C-DF67-C92D5DC7CE72}"/>
              </a:ext>
            </a:extLst>
          </p:cNvPr>
          <p:cNvSpPr>
            <a:spLocks noGrp="1"/>
          </p:cNvSpPr>
          <p:nvPr>
            <p:ph type="chart" sz="quarter" idx="29"/>
          </p:nvPr>
        </p:nvSpPr>
        <p:spPr>
          <a:xfrm>
            <a:off x="6488113" y="723119"/>
            <a:ext cx="4919662" cy="2424113"/>
          </a:xfrm>
        </p:spPr>
        <p:txBody>
          <a:bodyPr tIns="91440" anchor="t" anchorCtr="0"/>
          <a:lstStyle>
            <a:lvl1pPr marL="0" indent="0" algn="ctr">
              <a:buNone/>
              <a:defRPr sz="1400">
                <a:latin typeface="+mj-lt"/>
              </a:defRPr>
            </a:lvl1pPr>
          </a:lstStyle>
          <a:p>
            <a:r>
              <a:rPr lang="en-US" noProof="0" dirty="0"/>
              <a:t>Click icon to add chart</a:t>
            </a:r>
          </a:p>
        </p:txBody>
      </p:sp>
      <p:sp>
        <p:nvSpPr>
          <p:cNvPr id="13" name="Picture">
            <a:extLst>
              <a:ext uri="{FF2B5EF4-FFF2-40B4-BE49-F238E27FC236}">
                <a16:creationId xmlns:a16="http://schemas.microsoft.com/office/drawing/2014/main" id="{185406D2-B00C-585A-A8BF-759DA5B98176}"/>
              </a:ext>
              <a:ext uri="{C183D7F6-B498-43B3-948B-1728B52AA6E4}">
                <adec:decorative xmlns:adec="http://schemas.microsoft.com/office/drawing/2017/decorative" val="1"/>
              </a:ext>
            </a:extLst>
          </p:cNvPr>
          <p:cNvSpPr>
            <a:spLocks noGrp="1"/>
          </p:cNvSpPr>
          <p:nvPr>
            <p:ph type="pic" sz="quarter" idx="28" hasCustomPrompt="1"/>
          </p:nvPr>
        </p:nvSpPr>
        <p:spPr bwMode="gray">
          <a:xfrm>
            <a:off x="6165849" y="3532162"/>
            <a:ext cx="5478463" cy="2778151"/>
          </a:xfrm>
          <a:prstGeom prst="roundRect">
            <a:avLst>
              <a:gd name="adj" fmla="val 5810"/>
            </a:avLst>
          </a:prstGeom>
          <a:solidFill>
            <a:srgbClr val="C1BFFF"/>
          </a:solidFill>
        </p:spPr>
        <p:txBody>
          <a:bodyPr tIns="91440" anchor="t" anchorCtr="0"/>
          <a:lstStyle>
            <a:lvl1pPr marL="0" indent="0" algn="ctr">
              <a:buNone/>
              <a:defRPr sz="1400">
                <a:latin typeface="+mj-lt"/>
              </a:defRPr>
            </a:lvl1pPr>
          </a:lstStyle>
          <a:p>
            <a:r>
              <a:rPr lang="en-US" noProof="0" dirty="0"/>
              <a:t>Add picture here</a:t>
            </a:r>
          </a:p>
        </p:txBody>
      </p:sp>
      <p:pic>
        <p:nvPicPr>
          <p:cNvPr id="5" name="Pearson Logo" descr="Pearson Logo">
            <a:extLst>
              <a:ext uri="{FF2B5EF4-FFF2-40B4-BE49-F238E27FC236}">
                <a16:creationId xmlns:a16="http://schemas.microsoft.com/office/drawing/2014/main" id="{A821EDCD-8B63-2581-4357-D29129267763}"/>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440812571"/>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art with Caption x3">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
            <a:extLst>
              <a:ext uri="{FF2B5EF4-FFF2-40B4-BE49-F238E27FC236}">
                <a16:creationId xmlns:a16="http://schemas.microsoft.com/office/drawing/2014/main" id="{76778EDA-841E-AD19-1FC9-84797F981CD0}"/>
              </a:ext>
            </a:extLst>
          </p:cNvPr>
          <p:cNvSpPr>
            <a:spLocks noGrp="1"/>
          </p:cNvSpPr>
          <p:nvPr>
            <p:ph type="title" hasCustomPrompt="1"/>
          </p:nvPr>
        </p:nvSpPr>
        <p:spPr>
          <a:xfrm>
            <a:off x="550164" y="552450"/>
            <a:ext cx="11067619" cy="819150"/>
          </a:xfrm>
        </p:spPr>
        <p:txBody>
          <a:bodyPr/>
          <a:lstStyle>
            <a:lvl1pPr>
              <a:defRPr>
                <a:latin typeface="+mj-lt"/>
              </a:defRPr>
            </a:lvl1pPr>
          </a:lstStyle>
          <a:p>
            <a:r>
              <a:rPr lang="en-US" noProof="0" dirty="0"/>
              <a:t>Place headline here</a:t>
            </a:r>
          </a:p>
        </p:txBody>
      </p:sp>
      <p:sp>
        <p:nvSpPr>
          <p:cNvPr id="5" name="Rounded Rectangle">
            <a:extLst>
              <a:ext uri="{FF2B5EF4-FFF2-40B4-BE49-F238E27FC236}">
                <a16:creationId xmlns:a16="http://schemas.microsoft.com/office/drawing/2014/main" id="{43BC7A31-D3E2-BEAB-2872-E025B38159FF}"/>
              </a:ext>
              <a:ext uri="{C183D7F6-B498-43B3-948B-1728B52AA6E4}">
                <adec:decorative xmlns:adec="http://schemas.microsoft.com/office/drawing/2017/decorative" val="1"/>
              </a:ext>
            </a:extLst>
          </p:cNvPr>
          <p:cNvSpPr/>
          <p:nvPr userDrawn="1"/>
        </p:nvSpPr>
        <p:spPr bwMode="white">
          <a:xfrm>
            <a:off x="550164" y="1644648"/>
            <a:ext cx="3428347" cy="4391757"/>
          </a:xfrm>
          <a:prstGeom prst="roundRect">
            <a:avLst>
              <a:gd name="adj" fmla="val 510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1" name="Chart 1">
            <a:extLst>
              <a:ext uri="{FF2B5EF4-FFF2-40B4-BE49-F238E27FC236}">
                <a16:creationId xmlns:a16="http://schemas.microsoft.com/office/drawing/2014/main" id="{FADACD2F-CC8C-1642-5883-95CACF779B0E}"/>
              </a:ext>
            </a:extLst>
          </p:cNvPr>
          <p:cNvSpPr>
            <a:spLocks noGrp="1"/>
          </p:cNvSpPr>
          <p:nvPr>
            <p:ph type="chart" sz="quarter" idx="13"/>
          </p:nvPr>
        </p:nvSpPr>
        <p:spPr>
          <a:xfrm>
            <a:off x="834666" y="1957388"/>
            <a:ext cx="2859342" cy="2063069"/>
          </a:xfrm>
        </p:spPr>
        <p:txBody>
          <a:bodyPr tIns="91440" anchor="t" anchorCtr="0">
            <a:noAutofit/>
          </a:bodyPr>
          <a:lstStyle>
            <a:lvl1pPr marL="0" indent="0" algn="ctr">
              <a:spcAft>
                <a:spcPts val="0"/>
              </a:spcAft>
              <a:buNone/>
              <a:defRPr sz="1400">
                <a:latin typeface="+mj-lt"/>
              </a:defRPr>
            </a:lvl1pPr>
          </a:lstStyle>
          <a:p>
            <a:r>
              <a:rPr lang="en-US" noProof="0" dirty="0"/>
              <a:t>Click icon to add chart</a:t>
            </a:r>
          </a:p>
        </p:txBody>
      </p:sp>
      <p:sp>
        <p:nvSpPr>
          <p:cNvPr id="25" name="Chart 1 Title">
            <a:extLst>
              <a:ext uri="{FF2B5EF4-FFF2-40B4-BE49-F238E27FC236}">
                <a16:creationId xmlns:a16="http://schemas.microsoft.com/office/drawing/2014/main" id="{D10DAACE-F057-7580-94DA-7C4C5BD03A2F}"/>
              </a:ext>
            </a:extLst>
          </p:cNvPr>
          <p:cNvSpPr>
            <a:spLocks noGrp="1"/>
          </p:cNvSpPr>
          <p:nvPr>
            <p:ph type="body" sz="quarter" idx="19" hasCustomPrompt="1"/>
          </p:nvPr>
        </p:nvSpPr>
        <p:spPr>
          <a:xfrm>
            <a:off x="834666" y="4202162"/>
            <a:ext cx="2859342" cy="297267"/>
          </a:xfrm>
        </p:spPr>
        <p:txBody>
          <a:bodyPr>
            <a:noAutofit/>
          </a:bodyPr>
          <a:lstStyle>
            <a:lvl1pPr marL="0" indent="0">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Chart title</a:t>
            </a:r>
          </a:p>
        </p:txBody>
      </p:sp>
      <p:sp>
        <p:nvSpPr>
          <p:cNvPr id="20" name="Chart 1 Description">
            <a:extLst>
              <a:ext uri="{FF2B5EF4-FFF2-40B4-BE49-F238E27FC236}">
                <a16:creationId xmlns:a16="http://schemas.microsoft.com/office/drawing/2014/main" id="{8B5D6A24-C8A4-EEEC-21B8-92B7A2D661AD}"/>
              </a:ext>
            </a:extLst>
          </p:cNvPr>
          <p:cNvSpPr>
            <a:spLocks noGrp="1"/>
          </p:cNvSpPr>
          <p:nvPr>
            <p:ph type="body" sz="quarter" idx="14" hasCustomPrompt="1"/>
          </p:nvPr>
        </p:nvSpPr>
        <p:spPr>
          <a:xfrm>
            <a:off x="834666" y="4586336"/>
            <a:ext cx="2859342" cy="819150"/>
          </a:xfrm>
        </p:spPr>
        <p:txBody>
          <a:bodyPr>
            <a:noAutofit/>
          </a:bodyPr>
          <a:lstStyle>
            <a:lvl1pPr marL="0" indent="0">
              <a:spcBef>
                <a:spcPts val="0"/>
              </a:spcBef>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description here.</a:t>
            </a:r>
          </a:p>
        </p:txBody>
      </p:sp>
      <p:sp>
        <p:nvSpPr>
          <p:cNvPr id="28" name="Chart 1 Source">
            <a:extLst>
              <a:ext uri="{FF2B5EF4-FFF2-40B4-BE49-F238E27FC236}">
                <a16:creationId xmlns:a16="http://schemas.microsoft.com/office/drawing/2014/main" id="{9006CAB2-B82A-4B76-8956-5F828DD81CA4}"/>
              </a:ext>
            </a:extLst>
          </p:cNvPr>
          <p:cNvSpPr>
            <a:spLocks noGrp="1"/>
          </p:cNvSpPr>
          <p:nvPr>
            <p:ph type="body" sz="quarter" idx="22" hasCustomPrompt="1"/>
          </p:nvPr>
        </p:nvSpPr>
        <p:spPr>
          <a:xfrm>
            <a:off x="834666" y="5486400"/>
            <a:ext cx="2859342" cy="274637"/>
          </a:xfrm>
        </p:spPr>
        <p:txBody>
          <a:bodyPr anchor="b">
            <a:noAutofit/>
          </a:bodyPr>
          <a:lstStyle>
            <a:lvl1pPr marL="0" indent="0">
              <a:spcBef>
                <a:spcPts val="0"/>
              </a:spcBef>
              <a:buNone/>
              <a:defRPr sz="10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Source</a:t>
            </a:r>
          </a:p>
        </p:txBody>
      </p:sp>
      <p:sp>
        <p:nvSpPr>
          <p:cNvPr id="8" name="Rounded Rectangle">
            <a:extLst>
              <a:ext uri="{FF2B5EF4-FFF2-40B4-BE49-F238E27FC236}">
                <a16:creationId xmlns:a16="http://schemas.microsoft.com/office/drawing/2014/main" id="{8193921E-0D84-88DE-7A4E-009AE0D37A78}"/>
              </a:ext>
              <a:ext uri="{C183D7F6-B498-43B3-948B-1728B52AA6E4}">
                <adec:decorative xmlns:adec="http://schemas.microsoft.com/office/drawing/2017/decorative" val="1"/>
              </a:ext>
            </a:extLst>
          </p:cNvPr>
          <p:cNvSpPr/>
          <p:nvPr userDrawn="1"/>
        </p:nvSpPr>
        <p:spPr bwMode="white">
          <a:xfrm>
            <a:off x="4382271" y="1644648"/>
            <a:ext cx="3428347" cy="4391757"/>
          </a:xfrm>
          <a:prstGeom prst="roundRect">
            <a:avLst>
              <a:gd name="adj" fmla="val 510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1" name="Chart 2">
            <a:extLst>
              <a:ext uri="{FF2B5EF4-FFF2-40B4-BE49-F238E27FC236}">
                <a16:creationId xmlns:a16="http://schemas.microsoft.com/office/drawing/2014/main" id="{B0604150-ED55-35CD-261F-4BB39A9F570D}"/>
              </a:ext>
            </a:extLst>
          </p:cNvPr>
          <p:cNvSpPr>
            <a:spLocks noGrp="1"/>
          </p:cNvSpPr>
          <p:nvPr>
            <p:ph type="chart" sz="quarter" idx="15"/>
          </p:nvPr>
        </p:nvSpPr>
        <p:spPr>
          <a:xfrm>
            <a:off x="4666773" y="1957388"/>
            <a:ext cx="2859342" cy="2063069"/>
          </a:xfrm>
        </p:spPr>
        <p:txBody>
          <a:bodyPr tIns="91440" anchor="t" anchorCtr="0">
            <a:noAutofit/>
          </a:bodyPr>
          <a:lstStyle>
            <a:lvl1pPr marL="0" indent="0" algn="ctr">
              <a:spcAft>
                <a:spcPts val="0"/>
              </a:spcAft>
              <a:buNone/>
              <a:defRPr sz="1400">
                <a:latin typeface="+mj-lt"/>
              </a:defRPr>
            </a:lvl1pPr>
          </a:lstStyle>
          <a:p>
            <a:r>
              <a:rPr lang="en-US" noProof="0" dirty="0"/>
              <a:t>Click icon to add chart</a:t>
            </a:r>
          </a:p>
        </p:txBody>
      </p:sp>
      <p:sp>
        <p:nvSpPr>
          <p:cNvPr id="26" name="Chart 2 Title">
            <a:extLst>
              <a:ext uri="{FF2B5EF4-FFF2-40B4-BE49-F238E27FC236}">
                <a16:creationId xmlns:a16="http://schemas.microsoft.com/office/drawing/2014/main" id="{3FF04CB3-5B97-8317-D802-A30F4877C880}"/>
              </a:ext>
            </a:extLst>
          </p:cNvPr>
          <p:cNvSpPr>
            <a:spLocks noGrp="1"/>
          </p:cNvSpPr>
          <p:nvPr>
            <p:ph type="body" sz="quarter" idx="20" hasCustomPrompt="1"/>
          </p:nvPr>
        </p:nvSpPr>
        <p:spPr>
          <a:xfrm>
            <a:off x="4666773" y="4202162"/>
            <a:ext cx="2859342" cy="297267"/>
          </a:xfrm>
        </p:spPr>
        <p:txBody>
          <a:bodyPr>
            <a:noAutofit/>
          </a:bodyPr>
          <a:lstStyle>
            <a:lvl1pPr marL="0" indent="0">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Chart title</a:t>
            </a:r>
          </a:p>
        </p:txBody>
      </p:sp>
      <p:sp>
        <p:nvSpPr>
          <p:cNvPr id="22" name="Chart 2 Description">
            <a:extLst>
              <a:ext uri="{FF2B5EF4-FFF2-40B4-BE49-F238E27FC236}">
                <a16:creationId xmlns:a16="http://schemas.microsoft.com/office/drawing/2014/main" id="{688EC536-8D7E-823B-C4BE-8C7FA4F186EF}"/>
              </a:ext>
            </a:extLst>
          </p:cNvPr>
          <p:cNvSpPr>
            <a:spLocks noGrp="1"/>
          </p:cNvSpPr>
          <p:nvPr>
            <p:ph type="body" sz="quarter" idx="16" hasCustomPrompt="1"/>
          </p:nvPr>
        </p:nvSpPr>
        <p:spPr>
          <a:xfrm>
            <a:off x="4666773" y="4586336"/>
            <a:ext cx="2859342" cy="819150"/>
          </a:xfrm>
        </p:spPr>
        <p:txBody>
          <a:bodyPr>
            <a:noAutofit/>
          </a:bodyPr>
          <a:lstStyle>
            <a:lvl1pPr marL="0" indent="0">
              <a:spcBef>
                <a:spcPts val="0"/>
              </a:spcBef>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description here.</a:t>
            </a:r>
          </a:p>
        </p:txBody>
      </p:sp>
      <p:sp>
        <p:nvSpPr>
          <p:cNvPr id="29" name="Chart 2 Source">
            <a:extLst>
              <a:ext uri="{FF2B5EF4-FFF2-40B4-BE49-F238E27FC236}">
                <a16:creationId xmlns:a16="http://schemas.microsoft.com/office/drawing/2014/main" id="{A7EA509B-1B67-F29B-AE51-C1E954CB2CC6}"/>
              </a:ext>
            </a:extLst>
          </p:cNvPr>
          <p:cNvSpPr>
            <a:spLocks noGrp="1"/>
          </p:cNvSpPr>
          <p:nvPr>
            <p:ph type="body" sz="quarter" idx="23" hasCustomPrompt="1"/>
          </p:nvPr>
        </p:nvSpPr>
        <p:spPr>
          <a:xfrm>
            <a:off x="4666773" y="5486400"/>
            <a:ext cx="2859342" cy="274637"/>
          </a:xfrm>
        </p:spPr>
        <p:txBody>
          <a:bodyPr anchor="b">
            <a:noAutofit/>
          </a:bodyPr>
          <a:lstStyle>
            <a:lvl1pPr marL="0" indent="0">
              <a:spcBef>
                <a:spcPts val="0"/>
              </a:spcBef>
              <a:buNone/>
              <a:defRPr sz="10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Source</a:t>
            </a:r>
          </a:p>
        </p:txBody>
      </p:sp>
      <p:sp>
        <p:nvSpPr>
          <p:cNvPr id="4" name="Rounded Rectangle">
            <a:extLst>
              <a:ext uri="{FF2B5EF4-FFF2-40B4-BE49-F238E27FC236}">
                <a16:creationId xmlns:a16="http://schemas.microsoft.com/office/drawing/2014/main" id="{3976CF29-3293-1E05-16DE-2D5A9285B7DB}"/>
              </a:ext>
              <a:ext uri="{C183D7F6-B498-43B3-948B-1728B52AA6E4}">
                <adec:decorative xmlns:adec="http://schemas.microsoft.com/office/drawing/2017/decorative" val="1"/>
              </a:ext>
            </a:extLst>
          </p:cNvPr>
          <p:cNvSpPr/>
          <p:nvPr userDrawn="1"/>
        </p:nvSpPr>
        <p:spPr bwMode="white">
          <a:xfrm>
            <a:off x="8214378" y="1644648"/>
            <a:ext cx="3428347" cy="4391757"/>
          </a:xfrm>
          <a:prstGeom prst="roundRect">
            <a:avLst>
              <a:gd name="adj" fmla="val 510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3" name="Chart 3">
            <a:extLst>
              <a:ext uri="{FF2B5EF4-FFF2-40B4-BE49-F238E27FC236}">
                <a16:creationId xmlns:a16="http://schemas.microsoft.com/office/drawing/2014/main" id="{67BE780A-D617-860B-C3FF-BAE8BDF5CD92}"/>
              </a:ext>
            </a:extLst>
          </p:cNvPr>
          <p:cNvSpPr>
            <a:spLocks noGrp="1"/>
          </p:cNvSpPr>
          <p:nvPr>
            <p:ph type="chart" sz="quarter" idx="17"/>
          </p:nvPr>
        </p:nvSpPr>
        <p:spPr>
          <a:xfrm>
            <a:off x="8498880" y="1957388"/>
            <a:ext cx="2859342" cy="2063069"/>
          </a:xfrm>
        </p:spPr>
        <p:txBody>
          <a:bodyPr tIns="91440" anchor="t" anchorCtr="0">
            <a:noAutofit/>
          </a:bodyPr>
          <a:lstStyle>
            <a:lvl1pPr marL="0" indent="0" algn="ctr">
              <a:spcAft>
                <a:spcPts val="0"/>
              </a:spcAft>
              <a:buNone/>
              <a:defRPr sz="1400">
                <a:latin typeface="+mj-lt"/>
              </a:defRPr>
            </a:lvl1pPr>
          </a:lstStyle>
          <a:p>
            <a:r>
              <a:rPr lang="en-US" noProof="0" dirty="0"/>
              <a:t>Click icon to add chart</a:t>
            </a:r>
          </a:p>
        </p:txBody>
      </p:sp>
      <p:sp>
        <p:nvSpPr>
          <p:cNvPr id="27" name="Chart 3 Title">
            <a:extLst>
              <a:ext uri="{FF2B5EF4-FFF2-40B4-BE49-F238E27FC236}">
                <a16:creationId xmlns:a16="http://schemas.microsoft.com/office/drawing/2014/main" id="{A6ED8CBD-52F7-3815-E0DF-14C42CDA0C5E}"/>
              </a:ext>
            </a:extLst>
          </p:cNvPr>
          <p:cNvSpPr>
            <a:spLocks noGrp="1"/>
          </p:cNvSpPr>
          <p:nvPr>
            <p:ph type="body" sz="quarter" idx="21" hasCustomPrompt="1"/>
          </p:nvPr>
        </p:nvSpPr>
        <p:spPr>
          <a:xfrm>
            <a:off x="8498880" y="4202162"/>
            <a:ext cx="2859342" cy="297267"/>
          </a:xfrm>
        </p:spPr>
        <p:txBody>
          <a:bodyPr>
            <a:noAutofit/>
          </a:bodyPr>
          <a:lstStyle>
            <a:lvl1pPr marL="0" indent="0">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Chart title</a:t>
            </a:r>
          </a:p>
        </p:txBody>
      </p:sp>
      <p:sp>
        <p:nvSpPr>
          <p:cNvPr id="24" name="Chart 3 Description">
            <a:extLst>
              <a:ext uri="{FF2B5EF4-FFF2-40B4-BE49-F238E27FC236}">
                <a16:creationId xmlns:a16="http://schemas.microsoft.com/office/drawing/2014/main" id="{48F9AF94-8334-09BC-B59E-E89B77FE6D0B}"/>
              </a:ext>
            </a:extLst>
          </p:cNvPr>
          <p:cNvSpPr>
            <a:spLocks noGrp="1"/>
          </p:cNvSpPr>
          <p:nvPr>
            <p:ph type="body" sz="quarter" idx="18" hasCustomPrompt="1"/>
          </p:nvPr>
        </p:nvSpPr>
        <p:spPr>
          <a:xfrm>
            <a:off x="8498880" y="4586336"/>
            <a:ext cx="2859342" cy="819150"/>
          </a:xfrm>
        </p:spPr>
        <p:txBody>
          <a:bodyPr>
            <a:noAutofit/>
          </a:bodyPr>
          <a:lstStyle>
            <a:lvl1pPr marL="0" indent="0">
              <a:spcBef>
                <a:spcPts val="0"/>
              </a:spcBef>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description here.</a:t>
            </a:r>
          </a:p>
        </p:txBody>
      </p:sp>
      <p:sp>
        <p:nvSpPr>
          <p:cNvPr id="30" name="Chart 3 Source">
            <a:extLst>
              <a:ext uri="{FF2B5EF4-FFF2-40B4-BE49-F238E27FC236}">
                <a16:creationId xmlns:a16="http://schemas.microsoft.com/office/drawing/2014/main" id="{B2165778-FD41-8551-83BE-66F1D6D1F7EE}"/>
              </a:ext>
            </a:extLst>
          </p:cNvPr>
          <p:cNvSpPr>
            <a:spLocks noGrp="1"/>
          </p:cNvSpPr>
          <p:nvPr>
            <p:ph type="body" sz="quarter" idx="24" hasCustomPrompt="1"/>
          </p:nvPr>
        </p:nvSpPr>
        <p:spPr>
          <a:xfrm>
            <a:off x="8498880" y="5486400"/>
            <a:ext cx="2859342" cy="274637"/>
          </a:xfrm>
        </p:spPr>
        <p:txBody>
          <a:bodyPr anchor="b">
            <a:noAutofit/>
          </a:bodyPr>
          <a:lstStyle>
            <a:lvl1pPr marL="0" indent="0">
              <a:spcBef>
                <a:spcPts val="0"/>
              </a:spcBef>
              <a:buNone/>
              <a:defRPr sz="10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Source</a:t>
            </a:r>
          </a:p>
        </p:txBody>
      </p:sp>
      <p:pic>
        <p:nvPicPr>
          <p:cNvPr id="9" name="Pearson Logo" descr="Pearson Logo">
            <a:extLst>
              <a:ext uri="{FF2B5EF4-FFF2-40B4-BE49-F238E27FC236}">
                <a16:creationId xmlns:a16="http://schemas.microsoft.com/office/drawing/2014/main" id="{34EABF74-3DE5-260D-E872-5B7B3EEE90A4}"/>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007632720"/>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ig Headline with Image and Text x2">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9" name="Title">
            <a:extLst>
              <a:ext uri="{FF2B5EF4-FFF2-40B4-BE49-F238E27FC236}">
                <a16:creationId xmlns:a16="http://schemas.microsoft.com/office/drawing/2014/main" id="{0BAA8580-747A-61E4-43BE-A79D36CBD6DE}"/>
              </a:ext>
            </a:extLst>
          </p:cNvPr>
          <p:cNvSpPr>
            <a:spLocks noGrp="1"/>
          </p:cNvSpPr>
          <p:nvPr>
            <p:ph type="title" hasCustomPrompt="1"/>
          </p:nvPr>
        </p:nvSpPr>
        <p:spPr>
          <a:xfrm>
            <a:off x="550164" y="1372551"/>
            <a:ext cx="4679061" cy="2517277"/>
          </a:xfrm>
        </p:spPr>
        <p:txBody>
          <a:bodyPr/>
          <a:lstStyle>
            <a:lvl1pPr>
              <a:defRPr sz="4400">
                <a:latin typeface="+mj-lt"/>
              </a:defRPr>
            </a:lvl1pPr>
          </a:lstStyle>
          <a:p>
            <a:r>
              <a:rPr lang="en-US" noProof="0" dirty="0"/>
              <a:t>Place headline here, lorem ipsum dolor sit </a:t>
            </a:r>
            <a:r>
              <a:rPr lang="en-US" noProof="0" dirty="0" err="1"/>
              <a:t>amet</a:t>
            </a:r>
            <a:r>
              <a:rPr lang="en-US" noProof="0" dirty="0"/>
              <a:t> diam </a:t>
            </a:r>
            <a:r>
              <a:rPr lang="en-US" noProof="0" dirty="0" err="1"/>
              <a:t>elit</a:t>
            </a:r>
            <a:r>
              <a:rPr lang="en-US" noProof="0" dirty="0"/>
              <a:t> </a:t>
            </a:r>
          </a:p>
        </p:txBody>
      </p:sp>
      <p:sp>
        <p:nvSpPr>
          <p:cNvPr id="2" name="Rounded Rectangle 1">
            <a:extLst>
              <a:ext uri="{FF2B5EF4-FFF2-40B4-BE49-F238E27FC236}">
                <a16:creationId xmlns:a16="http://schemas.microsoft.com/office/drawing/2014/main" id="{60C38BEE-570B-9B3A-5F52-DA6234A53C6B}"/>
              </a:ext>
              <a:ext uri="{C183D7F6-B498-43B3-948B-1728B52AA6E4}">
                <adec:decorative xmlns:adec="http://schemas.microsoft.com/office/drawing/2017/decorative" val="1"/>
              </a:ext>
            </a:extLst>
          </p:cNvPr>
          <p:cNvSpPr/>
          <p:nvPr userDrawn="1"/>
        </p:nvSpPr>
        <p:spPr bwMode="white">
          <a:xfrm>
            <a:off x="6165850" y="1372552"/>
            <a:ext cx="2670176" cy="4390073"/>
          </a:xfrm>
          <a:prstGeom prst="roundRect">
            <a:avLst>
              <a:gd name="adj" fmla="val 7444"/>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0" name="Picture 1">
            <a:extLst>
              <a:ext uri="{FF2B5EF4-FFF2-40B4-BE49-F238E27FC236}">
                <a16:creationId xmlns:a16="http://schemas.microsoft.com/office/drawing/2014/main" id="{5CE683B9-5ED7-85F9-3A8C-ABA72F9D3440}"/>
              </a:ext>
              <a:ext uri="{C183D7F6-B498-43B3-948B-1728B52AA6E4}">
                <adec:decorative xmlns:adec="http://schemas.microsoft.com/office/drawing/2017/decorative" val="0"/>
              </a:ext>
            </a:extLst>
          </p:cNvPr>
          <p:cNvSpPr>
            <a:spLocks noGrp="1"/>
          </p:cNvSpPr>
          <p:nvPr>
            <p:ph type="pic" sz="quarter" idx="32" hasCustomPrompt="1"/>
          </p:nvPr>
        </p:nvSpPr>
        <p:spPr>
          <a:xfrm>
            <a:off x="6796089" y="2343150"/>
            <a:ext cx="1409698" cy="1485900"/>
          </a:xfrm>
        </p:spPr>
        <p:txBody>
          <a:bodyPr tIns="91440" anchor="t" anchorCtr="0"/>
          <a:lstStyle>
            <a:lvl1pPr marL="0" indent="0" algn="ctr">
              <a:buNone/>
              <a:defRPr sz="1400">
                <a:latin typeface="+mj-lt"/>
              </a:defRPr>
            </a:lvl1pPr>
          </a:lstStyle>
          <a:p>
            <a:r>
              <a:rPr lang="en-US" noProof="0" dirty="0"/>
              <a:t>Icon</a:t>
            </a:r>
          </a:p>
        </p:txBody>
      </p:sp>
      <p:sp>
        <p:nvSpPr>
          <p:cNvPr id="12" name="Subhead 1">
            <a:extLst>
              <a:ext uri="{FF2B5EF4-FFF2-40B4-BE49-F238E27FC236}">
                <a16:creationId xmlns:a16="http://schemas.microsoft.com/office/drawing/2014/main" id="{53598A90-7BE2-0D82-0FCF-005EE8458977}"/>
              </a:ext>
            </a:extLst>
          </p:cNvPr>
          <p:cNvSpPr>
            <a:spLocks noGrp="1"/>
          </p:cNvSpPr>
          <p:nvPr>
            <p:ph type="body" sz="quarter" idx="20" hasCustomPrompt="1"/>
          </p:nvPr>
        </p:nvSpPr>
        <p:spPr>
          <a:xfrm>
            <a:off x="6419373" y="4592687"/>
            <a:ext cx="2210277" cy="297267"/>
          </a:xfrm>
        </p:spPr>
        <p:txBody>
          <a:bodyPr>
            <a:noAutofit/>
          </a:bodyPr>
          <a:lstStyle>
            <a:lvl1pPr marL="0" indent="0">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subhead here</a:t>
            </a:r>
          </a:p>
        </p:txBody>
      </p:sp>
      <p:sp>
        <p:nvSpPr>
          <p:cNvPr id="13" name="Text 1">
            <a:extLst>
              <a:ext uri="{FF2B5EF4-FFF2-40B4-BE49-F238E27FC236}">
                <a16:creationId xmlns:a16="http://schemas.microsoft.com/office/drawing/2014/main" id="{E8F4AB40-5736-AD5A-95C8-7BCC8DCBDAB9}"/>
              </a:ext>
            </a:extLst>
          </p:cNvPr>
          <p:cNvSpPr>
            <a:spLocks noGrp="1"/>
          </p:cNvSpPr>
          <p:nvPr>
            <p:ph type="body" sz="quarter" idx="16" hasCustomPrompt="1"/>
          </p:nvPr>
        </p:nvSpPr>
        <p:spPr>
          <a:xfrm>
            <a:off x="6419373" y="4976861"/>
            <a:ext cx="2210277" cy="604789"/>
          </a:xfrm>
        </p:spPr>
        <p:txBody>
          <a:bodyPr>
            <a:noAutofit/>
          </a:bodyPr>
          <a:lstStyle>
            <a:lvl1pPr marL="0" indent="0">
              <a:spcBef>
                <a:spcPts val="0"/>
              </a:spcBef>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sp>
        <p:nvSpPr>
          <p:cNvPr id="5" name="Rounded Rectangle 2">
            <a:extLst>
              <a:ext uri="{FF2B5EF4-FFF2-40B4-BE49-F238E27FC236}">
                <a16:creationId xmlns:a16="http://schemas.microsoft.com/office/drawing/2014/main" id="{E8F054FF-1896-AC30-4C9B-C4C71E606C18}"/>
              </a:ext>
              <a:ext uri="{C183D7F6-B498-43B3-948B-1728B52AA6E4}">
                <adec:decorative xmlns:adec="http://schemas.microsoft.com/office/drawing/2017/decorative" val="1"/>
              </a:ext>
            </a:extLst>
          </p:cNvPr>
          <p:cNvSpPr/>
          <p:nvPr userDrawn="1"/>
        </p:nvSpPr>
        <p:spPr bwMode="white">
          <a:xfrm>
            <a:off x="8988425" y="1372552"/>
            <a:ext cx="2670176" cy="4390073"/>
          </a:xfrm>
          <a:prstGeom prst="roundRect">
            <a:avLst>
              <a:gd name="adj" fmla="val 7444"/>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9" name="Picture 2">
            <a:extLst>
              <a:ext uri="{FF2B5EF4-FFF2-40B4-BE49-F238E27FC236}">
                <a16:creationId xmlns:a16="http://schemas.microsoft.com/office/drawing/2014/main" id="{CBE910CE-B243-EFCA-083F-739AB0E2FD54}"/>
              </a:ext>
              <a:ext uri="{C183D7F6-B498-43B3-948B-1728B52AA6E4}">
                <adec:decorative xmlns:adec="http://schemas.microsoft.com/office/drawing/2017/decorative" val="0"/>
              </a:ext>
            </a:extLst>
          </p:cNvPr>
          <p:cNvSpPr>
            <a:spLocks noGrp="1"/>
          </p:cNvSpPr>
          <p:nvPr>
            <p:ph type="pic" sz="quarter" idx="31" hasCustomPrompt="1"/>
          </p:nvPr>
        </p:nvSpPr>
        <p:spPr>
          <a:xfrm>
            <a:off x="9618664" y="2343150"/>
            <a:ext cx="1409698" cy="1485900"/>
          </a:xfrm>
        </p:spPr>
        <p:txBody>
          <a:bodyPr tIns="91440" anchor="t" anchorCtr="0"/>
          <a:lstStyle>
            <a:lvl1pPr marL="0" indent="0" algn="ctr">
              <a:buNone/>
              <a:defRPr sz="1400">
                <a:latin typeface="+mj-lt"/>
              </a:defRPr>
            </a:lvl1pPr>
          </a:lstStyle>
          <a:p>
            <a:r>
              <a:rPr lang="en-US" noProof="0" dirty="0"/>
              <a:t>Icon</a:t>
            </a:r>
          </a:p>
        </p:txBody>
      </p:sp>
      <p:sp>
        <p:nvSpPr>
          <p:cNvPr id="15" name="Subhead 2">
            <a:extLst>
              <a:ext uri="{FF2B5EF4-FFF2-40B4-BE49-F238E27FC236}">
                <a16:creationId xmlns:a16="http://schemas.microsoft.com/office/drawing/2014/main" id="{143EAC0C-2663-3AAD-34E5-1033DD8E1B0A}"/>
              </a:ext>
            </a:extLst>
          </p:cNvPr>
          <p:cNvSpPr>
            <a:spLocks noGrp="1"/>
          </p:cNvSpPr>
          <p:nvPr>
            <p:ph type="body" sz="quarter" idx="28" hasCustomPrompt="1"/>
          </p:nvPr>
        </p:nvSpPr>
        <p:spPr>
          <a:xfrm>
            <a:off x="9238773" y="4592687"/>
            <a:ext cx="2210277" cy="297267"/>
          </a:xfrm>
        </p:spPr>
        <p:txBody>
          <a:bodyPr>
            <a:noAutofit/>
          </a:bodyPr>
          <a:lstStyle>
            <a:lvl1pPr marL="0" indent="0">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subhead here</a:t>
            </a:r>
          </a:p>
        </p:txBody>
      </p:sp>
      <p:sp>
        <p:nvSpPr>
          <p:cNvPr id="16" name="Text 2">
            <a:extLst>
              <a:ext uri="{FF2B5EF4-FFF2-40B4-BE49-F238E27FC236}">
                <a16:creationId xmlns:a16="http://schemas.microsoft.com/office/drawing/2014/main" id="{95CB6802-304B-6C86-41E0-77EF0EA330A2}"/>
              </a:ext>
            </a:extLst>
          </p:cNvPr>
          <p:cNvSpPr>
            <a:spLocks noGrp="1"/>
          </p:cNvSpPr>
          <p:nvPr>
            <p:ph type="body" sz="quarter" idx="29" hasCustomPrompt="1"/>
          </p:nvPr>
        </p:nvSpPr>
        <p:spPr>
          <a:xfrm>
            <a:off x="9238773" y="4976861"/>
            <a:ext cx="2210277" cy="604789"/>
          </a:xfrm>
        </p:spPr>
        <p:txBody>
          <a:bodyPr>
            <a:noAutofit/>
          </a:bodyPr>
          <a:lstStyle>
            <a:lvl1pPr marL="0" indent="0">
              <a:spcBef>
                <a:spcPts val="0"/>
              </a:spcBef>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cxnSp>
        <p:nvCxnSpPr>
          <p:cNvPr id="21" name="Straight Connector">
            <a:extLst>
              <a:ext uri="{FF2B5EF4-FFF2-40B4-BE49-F238E27FC236}">
                <a16:creationId xmlns:a16="http://schemas.microsoft.com/office/drawing/2014/main" id="{81E8F35B-BE43-51AF-93FB-43D77D24016D}"/>
              </a:ext>
              <a:ext uri="{C183D7F6-B498-43B3-948B-1728B52AA6E4}">
                <adec:decorative xmlns:adec="http://schemas.microsoft.com/office/drawing/2017/decorative" val="1"/>
              </a:ext>
            </a:extLst>
          </p:cNvPr>
          <p:cNvCxnSpPr>
            <a:cxnSpLocks/>
          </p:cNvCxnSpPr>
          <p:nvPr userDrawn="1"/>
        </p:nvCxnSpPr>
        <p:spPr bwMode="black">
          <a:xfrm flipH="1">
            <a:off x="542925" y="5762625"/>
            <a:ext cx="5087312"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pic>
        <p:nvPicPr>
          <p:cNvPr id="4" name="Pearson Logo" descr="Pearson Logo">
            <a:extLst>
              <a:ext uri="{FF2B5EF4-FFF2-40B4-BE49-F238E27FC236}">
                <a16:creationId xmlns:a16="http://schemas.microsoft.com/office/drawing/2014/main" id="{97CB2F8D-A344-42F2-84CB-97822980D5DE}"/>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58329380"/>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Image x3">
    <p:bg bwMode="ltGray">
      <p:bgPr>
        <a:solidFill>
          <a:srgbClr val="EDECF6"/>
        </a:solidFill>
        <a:effectLst/>
      </p:bgPr>
    </p:bg>
    <p:spTree>
      <p:nvGrpSpPr>
        <p:cNvPr id="1" name=""/>
        <p:cNvGrpSpPr/>
        <p:nvPr/>
      </p:nvGrpSpPr>
      <p:grpSpPr>
        <a:xfrm>
          <a:off x="0" y="0"/>
          <a:ext cx="0" cy="0"/>
          <a:chOff x="0" y="0"/>
          <a:chExt cx="0" cy="0"/>
        </a:xfrm>
      </p:grpSpPr>
      <p:sp>
        <p:nvSpPr>
          <p:cNvPr id="12" name="Section">
            <a:extLst>
              <a:ext uri="{FF2B5EF4-FFF2-40B4-BE49-F238E27FC236}">
                <a16:creationId xmlns:a16="http://schemas.microsoft.com/office/drawing/2014/main" id="{6D8160D0-6A66-0EA9-5753-2EC4FF928625}"/>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76778EDA-841E-AD19-1FC9-84797F981CD0}"/>
              </a:ext>
            </a:extLst>
          </p:cNvPr>
          <p:cNvSpPr>
            <a:spLocks noGrp="1"/>
          </p:cNvSpPr>
          <p:nvPr>
            <p:ph type="title" hasCustomPrompt="1"/>
          </p:nvPr>
        </p:nvSpPr>
        <p:spPr>
          <a:xfrm>
            <a:off x="550164" y="1370208"/>
            <a:ext cx="2802636" cy="2058791"/>
          </a:xfrm>
        </p:spPr>
        <p:txBody>
          <a:bodyPr/>
          <a:lstStyle>
            <a:lvl1pPr>
              <a:defRPr>
                <a:latin typeface="+mj-lt"/>
              </a:defRPr>
            </a:lvl1pPr>
          </a:lstStyle>
          <a:p>
            <a:r>
              <a:rPr lang="en-US" noProof="0" dirty="0"/>
              <a:t>Place headline here, lorem ipsum dolor sit </a:t>
            </a:r>
            <a:r>
              <a:rPr lang="en-US" noProof="0" dirty="0" err="1"/>
              <a:t>amet</a:t>
            </a:r>
            <a:endParaRPr lang="en-US" noProof="0" dirty="0"/>
          </a:p>
        </p:txBody>
      </p:sp>
      <p:sp>
        <p:nvSpPr>
          <p:cNvPr id="16" name="Heading 1">
            <a:extLst>
              <a:ext uri="{FF2B5EF4-FFF2-40B4-BE49-F238E27FC236}">
                <a16:creationId xmlns:a16="http://schemas.microsoft.com/office/drawing/2014/main" id="{FCC9DF55-A4B0-0465-BFCC-37DECDE5A17D}"/>
              </a:ext>
            </a:extLst>
          </p:cNvPr>
          <p:cNvSpPr>
            <a:spLocks noGrp="1"/>
          </p:cNvSpPr>
          <p:nvPr>
            <p:ph type="body" idx="32" hasCustomPrompt="1"/>
          </p:nvPr>
        </p:nvSpPr>
        <p:spPr>
          <a:xfrm>
            <a:off x="4292600" y="1372089"/>
            <a:ext cx="2350800" cy="304311"/>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a:t>
            </a:r>
          </a:p>
        </p:txBody>
      </p:sp>
      <p:sp>
        <p:nvSpPr>
          <p:cNvPr id="13" name="Subhead 1">
            <a:extLst>
              <a:ext uri="{FF2B5EF4-FFF2-40B4-BE49-F238E27FC236}">
                <a16:creationId xmlns:a16="http://schemas.microsoft.com/office/drawing/2014/main" id="{C24E80FF-3C71-1311-11AF-54A5FE1BEA79}"/>
              </a:ext>
            </a:extLst>
          </p:cNvPr>
          <p:cNvSpPr>
            <a:spLocks noGrp="1"/>
          </p:cNvSpPr>
          <p:nvPr>
            <p:ph type="body" idx="1" hasCustomPrompt="1"/>
          </p:nvPr>
        </p:nvSpPr>
        <p:spPr>
          <a:xfrm>
            <a:off x="4292600" y="1757850"/>
            <a:ext cx="2350800" cy="548285"/>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4" name="Text 1">
            <a:extLst>
              <a:ext uri="{FF2B5EF4-FFF2-40B4-BE49-F238E27FC236}">
                <a16:creationId xmlns:a16="http://schemas.microsoft.com/office/drawing/2014/main" id="{211301DE-57D3-01C0-ED02-28220C1A8546}"/>
              </a:ext>
            </a:extLst>
          </p:cNvPr>
          <p:cNvSpPr>
            <a:spLocks noGrp="1"/>
          </p:cNvSpPr>
          <p:nvPr>
            <p:ph type="body" sz="quarter" idx="38"/>
          </p:nvPr>
        </p:nvSpPr>
        <p:spPr>
          <a:xfrm>
            <a:off x="4292600" y="2438400"/>
            <a:ext cx="2350008" cy="987552"/>
          </a:xfrm>
        </p:spPr>
        <p:txBody>
          <a:bodyPr/>
          <a:lstStyle>
            <a:lvl1pPr marL="0" indent="0">
              <a:buNone/>
              <a:defRPr sz="1200">
                <a:latin typeface="+mj-lt"/>
              </a:defRPr>
            </a:lvl1pPr>
            <a:lvl2pPr>
              <a:defRPr sz="1200">
                <a:latin typeface="+mj-lt"/>
              </a:defRPr>
            </a:lvl2pPr>
            <a:lvl3pPr>
              <a:defRPr sz="1200">
                <a:latin typeface="+mj-lt"/>
              </a:defRPr>
            </a:lvl3pPr>
            <a:lvl4pPr>
              <a:defRPr sz="1200">
                <a:latin typeface="+mj-lt"/>
              </a:defRPr>
            </a:lvl4pPr>
            <a:lvl5pPr>
              <a:defRPr sz="1200">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0" name="Picture 1">
            <a:extLst>
              <a:ext uri="{FF2B5EF4-FFF2-40B4-BE49-F238E27FC236}">
                <a16:creationId xmlns:a16="http://schemas.microsoft.com/office/drawing/2014/main" id="{CD5E3A7C-88DE-1CA0-135D-D4963A01BC87}"/>
              </a:ext>
              <a:ext uri="{C183D7F6-B498-43B3-948B-1728B52AA6E4}">
                <adec:decorative xmlns:adec="http://schemas.microsoft.com/office/drawing/2017/decorative" val="1"/>
              </a:ext>
            </a:extLst>
          </p:cNvPr>
          <p:cNvSpPr>
            <a:spLocks noGrp="1"/>
          </p:cNvSpPr>
          <p:nvPr>
            <p:ph type="pic" sz="quarter" idx="35" hasCustomPrompt="1"/>
          </p:nvPr>
        </p:nvSpPr>
        <p:spPr bwMode="gray">
          <a:xfrm>
            <a:off x="4292600" y="3690938"/>
            <a:ext cx="2371437" cy="2070416"/>
          </a:xfrm>
          <a:prstGeom prst="roundRect">
            <a:avLst>
              <a:gd name="adj" fmla="val 7083"/>
            </a:avLst>
          </a:prstGeom>
          <a:solidFill>
            <a:srgbClr val="C1BFFF"/>
          </a:solidFill>
        </p:spPr>
        <p:txBody>
          <a:bodyPr tIns="91440" anchor="t" anchorCtr="0"/>
          <a:lstStyle>
            <a:lvl1pPr marL="0" indent="0" algn="ctr">
              <a:buNone/>
              <a:defRPr sz="1400">
                <a:latin typeface="+mj-lt"/>
              </a:defRPr>
            </a:lvl1pPr>
          </a:lstStyle>
          <a:p>
            <a:r>
              <a:rPr lang="en-US" noProof="0" dirty="0"/>
              <a:t>Add picture here</a:t>
            </a:r>
          </a:p>
        </p:txBody>
      </p:sp>
      <p:sp>
        <p:nvSpPr>
          <p:cNvPr id="17" name="Heading 2">
            <a:extLst>
              <a:ext uri="{FF2B5EF4-FFF2-40B4-BE49-F238E27FC236}">
                <a16:creationId xmlns:a16="http://schemas.microsoft.com/office/drawing/2014/main" id="{D6CB4244-AA07-9C62-4C0C-58EF345C3E90}"/>
              </a:ext>
            </a:extLst>
          </p:cNvPr>
          <p:cNvSpPr>
            <a:spLocks noGrp="1"/>
          </p:cNvSpPr>
          <p:nvPr>
            <p:ph type="body" idx="33" hasCustomPrompt="1"/>
          </p:nvPr>
        </p:nvSpPr>
        <p:spPr>
          <a:xfrm>
            <a:off x="6781800" y="1372089"/>
            <a:ext cx="2350800" cy="304311"/>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a:t>
            </a:r>
          </a:p>
        </p:txBody>
      </p:sp>
      <p:sp>
        <p:nvSpPr>
          <p:cNvPr id="14" name="Text Placeholder 2">
            <a:extLst>
              <a:ext uri="{FF2B5EF4-FFF2-40B4-BE49-F238E27FC236}">
                <a16:creationId xmlns:a16="http://schemas.microsoft.com/office/drawing/2014/main" id="{E7969028-00D9-D8CE-1448-621DC2F4C603}"/>
              </a:ext>
            </a:extLst>
          </p:cNvPr>
          <p:cNvSpPr>
            <a:spLocks noGrp="1"/>
          </p:cNvSpPr>
          <p:nvPr>
            <p:ph type="body" idx="30" hasCustomPrompt="1"/>
          </p:nvPr>
        </p:nvSpPr>
        <p:spPr>
          <a:xfrm>
            <a:off x="6781800" y="1757850"/>
            <a:ext cx="2350800" cy="548285"/>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5" name="Text 2">
            <a:extLst>
              <a:ext uri="{FF2B5EF4-FFF2-40B4-BE49-F238E27FC236}">
                <a16:creationId xmlns:a16="http://schemas.microsoft.com/office/drawing/2014/main" id="{29DCDE7E-D2D6-4539-E4D3-FF0231419362}"/>
              </a:ext>
            </a:extLst>
          </p:cNvPr>
          <p:cNvSpPr>
            <a:spLocks noGrp="1"/>
          </p:cNvSpPr>
          <p:nvPr>
            <p:ph type="body" sz="quarter" idx="39"/>
          </p:nvPr>
        </p:nvSpPr>
        <p:spPr>
          <a:xfrm>
            <a:off x="6782592" y="2438400"/>
            <a:ext cx="2350008" cy="987552"/>
          </a:xfrm>
        </p:spPr>
        <p:txBody>
          <a:bodyPr/>
          <a:lstStyle>
            <a:lvl1pPr marL="0" indent="0">
              <a:buNone/>
              <a:defRPr sz="1200">
                <a:latin typeface="+mj-lt"/>
              </a:defRPr>
            </a:lvl1pPr>
            <a:lvl2pPr>
              <a:defRPr sz="1200">
                <a:latin typeface="+mj-lt"/>
              </a:defRPr>
            </a:lvl2pPr>
            <a:lvl3pPr>
              <a:defRPr sz="1200">
                <a:latin typeface="+mj-lt"/>
              </a:defRPr>
            </a:lvl3pPr>
            <a:lvl4pPr>
              <a:defRPr sz="1200">
                <a:latin typeface="+mj-lt"/>
              </a:defRPr>
            </a:lvl4pPr>
            <a:lvl5pPr>
              <a:defRPr sz="1200">
                <a:latin typeface="+mj-l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Picture 2">
            <a:extLst>
              <a:ext uri="{FF2B5EF4-FFF2-40B4-BE49-F238E27FC236}">
                <a16:creationId xmlns:a16="http://schemas.microsoft.com/office/drawing/2014/main" id="{F830C16D-9055-1B3D-17DC-7E244CE846FD}"/>
              </a:ext>
              <a:ext uri="{C183D7F6-B498-43B3-948B-1728B52AA6E4}">
                <adec:decorative xmlns:adec="http://schemas.microsoft.com/office/drawing/2017/decorative" val="1"/>
              </a:ext>
            </a:extLst>
          </p:cNvPr>
          <p:cNvSpPr>
            <a:spLocks noGrp="1"/>
          </p:cNvSpPr>
          <p:nvPr>
            <p:ph type="pic" sz="quarter" idx="36" hasCustomPrompt="1"/>
          </p:nvPr>
        </p:nvSpPr>
        <p:spPr bwMode="gray">
          <a:xfrm>
            <a:off x="6781800" y="3690938"/>
            <a:ext cx="2371437" cy="2070416"/>
          </a:xfrm>
          <a:prstGeom prst="roundRect">
            <a:avLst>
              <a:gd name="adj" fmla="val 7083"/>
            </a:avLst>
          </a:prstGeom>
          <a:solidFill>
            <a:srgbClr val="C1BFFF"/>
          </a:solidFill>
        </p:spPr>
        <p:txBody>
          <a:bodyPr tIns="91440" anchor="t" anchorCtr="0"/>
          <a:lstStyle>
            <a:lvl1pPr marL="0" indent="0" algn="ctr">
              <a:buNone/>
              <a:defRPr sz="1400">
                <a:latin typeface="+mj-lt"/>
              </a:defRPr>
            </a:lvl1pPr>
          </a:lstStyle>
          <a:p>
            <a:pPr marL="0" marR="0" lvl="0" indent="0" algn="ctr"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dirty="0"/>
              <a:t>Add picture here</a:t>
            </a:r>
          </a:p>
        </p:txBody>
      </p:sp>
      <p:sp>
        <p:nvSpPr>
          <p:cNvPr id="18" name="Heading 3">
            <a:extLst>
              <a:ext uri="{FF2B5EF4-FFF2-40B4-BE49-F238E27FC236}">
                <a16:creationId xmlns:a16="http://schemas.microsoft.com/office/drawing/2014/main" id="{18D540FB-5E67-8E16-72C5-A0AE2377C3FF}"/>
              </a:ext>
            </a:extLst>
          </p:cNvPr>
          <p:cNvSpPr>
            <a:spLocks noGrp="1"/>
          </p:cNvSpPr>
          <p:nvPr>
            <p:ph type="body" idx="34" hasCustomPrompt="1"/>
          </p:nvPr>
        </p:nvSpPr>
        <p:spPr>
          <a:xfrm>
            <a:off x="9271000" y="1372089"/>
            <a:ext cx="2350800" cy="304311"/>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a:t>
            </a:r>
          </a:p>
        </p:txBody>
      </p:sp>
      <p:sp>
        <p:nvSpPr>
          <p:cNvPr id="15" name="Subhead 3">
            <a:extLst>
              <a:ext uri="{FF2B5EF4-FFF2-40B4-BE49-F238E27FC236}">
                <a16:creationId xmlns:a16="http://schemas.microsoft.com/office/drawing/2014/main" id="{99FBCCAE-BA0C-C9DC-855E-80DA005BC5DC}"/>
              </a:ext>
            </a:extLst>
          </p:cNvPr>
          <p:cNvSpPr>
            <a:spLocks noGrp="1"/>
          </p:cNvSpPr>
          <p:nvPr>
            <p:ph type="body" idx="31" hasCustomPrompt="1"/>
          </p:nvPr>
        </p:nvSpPr>
        <p:spPr>
          <a:xfrm>
            <a:off x="9271000" y="1757850"/>
            <a:ext cx="2350800" cy="548285"/>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19" name="Text 3">
            <a:extLst>
              <a:ext uri="{FF2B5EF4-FFF2-40B4-BE49-F238E27FC236}">
                <a16:creationId xmlns:a16="http://schemas.microsoft.com/office/drawing/2014/main" id="{35230D2C-AC6C-06A7-67BA-0F25A9FF4BFE}"/>
              </a:ext>
              <a:ext uri="{C183D7F6-B498-43B3-948B-1728B52AA6E4}">
                <adec:decorative xmlns:adec="http://schemas.microsoft.com/office/drawing/2017/decorative" val="0"/>
              </a:ext>
            </a:extLst>
          </p:cNvPr>
          <p:cNvSpPr>
            <a:spLocks noGrp="1"/>
          </p:cNvSpPr>
          <p:nvPr>
            <p:ph type="body" sz="quarter" idx="40"/>
          </p:nvPr>
        </p:nvSpPr>
        <p:spPr>
          <a:xfrm>
            <a:off x="9271792" y="2438400"/>
            <a:ext cx="2350008" cy="987552"/>
          </a:xfrm>
        </p:spPr>
        <p:txBody>
          <a:bodyPr/>
          <a:lstStyle>
            <a:lvl1pPr marL="0" indent="0">
              <a:buNone/>
              <a:defRPr sz="1200">
                <a:latin typeface="+mj-lt"/>
              </a:defRPr>
            </a:lvl1pPr>
            <a:lvl2pPr>
              <a:defRPr sz="1200">
                <a:latin typeface="+mj-lt"/>
              </a:defRPr>
            </a:lvl2pPr>
            <a:lvl3pPr>
              <a:defRPr sz="1200">
                <a:latin typeface="+mj-lt"/>
              </a:defRPr>
            </a:lvl3pPr>
            <a:lvl4pPr>
              <a:defRPr sz="1200">
                <a:latin typeface="+mj-lt"/>
              </a:defRPr>
            </a:lvl4pPr>
            <a:lvl5pPr>
              <a:defRPr sz="1200">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2" name="Picture 3">
            <a:extLst>
              <a:ext uri="{FF2B5EF4-FFF2-40B4-BE49-F238E27FC236}">
                <a16:creationId xmlns:a16="http://schemas.microsoft.com/office/drawing/2014/main" id="{101B21BA-09BF-23F7-1691-45384A3FECBA}"/>
              </a:ext>
              <a:ext uri="{C183D7F6-B498-43B3-948B-1728B52AA6E4}">
                <adec:decorative xmlns:adec="http://schemas.microsoft.com/office/drawing/2017/decorative" val="1"/>
              </a:ext>
            </a:extLst>
          </p:cNvPr>
          <p:cNvSpPr>
            <a:spLocks noGrp="1"/>
          </p:cNvSpPr>
          <p:nvPr>
            <p:ph type="pic" sz="quarter" idx="37" hasCustomPrompt="1"/>
          </p:nvPr>
        </p:nvSpPr>
        <p:spPr bwMode="gray">
          <a:xfrm>
            <a:off x="9272876" y="3690938"/>
            <a:ext cx="2371437" cy="2070416"/>
          </a:xfrm>
          <a:prstGeom prst="roundRect">
            <a:avLst>
              <a:gd name="adj" fmla="val 7083"/>
            </a:avLst>
          </a:prstGeom>
          <a:solidFill>
            <a:srgbClr val="C1BFFF"/>
          </a:solidFill>
        </p:spPr>
        <p:txBody>
          <a:bodyPr tIns="91440" anchor="t" anchorCtr="0"/>
          <a:lstStyle>
            <a:lvl1pPr marL="0" indent="0" algn="ctr">
              <a:buNone/>
              <a:defRPr sz="1400">
                <a:latin typeface="+mj-lt"/>
              </a:defRPr>
            </a:lvl1pPr>
          </a:lstStyle>
          <a:p>
            <a:pPr marL="0" marR="0" lvl="0" indent="0" algn="ctr"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dirty="0"/>
              <a:t>Add picture here</a:t>
            </a:r>
          </a:p>
        </p:txBody>
      </p:sp>
      <p:sp>
        <p:nvSpPr>
          <p:cNvPr id="10" name="Source">
            <a:extLst>
              <a:ext uri="{FF2B5EF4-FFF2-40B4-BE49-F238E27FC236}">
                <a16:creationId xmlns:a16="http://schemas.microsoft.com/office/drawing/2014/main" id="{49C18AD8-1E9E-29C7-276C-ED2D7C8F701E}"/>
              </a:ext>
            </a:extLst>
          </p:cNvPr>
          <p:cNvSpPr>
            <a:spLocks noGrp="1"/>
          </p:cNvSpPr>
          <p:nvPr>
            <p:ph type="body" sz="quarter" idx="14" hasCustomPrompt="1"/>
          </p:nvPr>
        </p:nvSpPr>
        <p:spPr>
          <a:xfrm>
            <a:off x="550164" y="5761354"/>
            <a:ext cx="3607200" cy="547200"/>
          </a:xfrm>
        </p:spPr>
        <p:txBody>
          <a:bodyPr anchor="b" anchorCtr="0">
            <a:noAutofit/>
          </a:bodyPr>
          <a:lstStyle>
            <a:lvl1pPr marL="0" indent="0">
              <a:spcAft>
                <a:spcPts val="0"/>
              </a:spcAft>
              <a:buNone/>
              <a:defRPr sz="800">
                <a:latin typeface="+mj-lt"/>
              </a:defRPr>
            </a:lvl1pPr>
            <a:lvl2pPr>
              <a:defRPr sz="800"/>
            </a:lvl2pPr>
            <a:lvl3pPr>
              <a:defRPr sz="800"/>
            </a:lvl3pPr>
            <a:lvl4pPr>
              <a:defRPr sz="800"/>
            </a:lvl4pPr>
            <a:lvl5pPr>
              <a:defRPr sz="800"/>
            </a:lvl5pPr>
          </a:lstStyle>
          <a:p>
            <a:pPr lvl="0"/>
            <a:r>
              <a:rPr lang="en-US" noProof="0" dirty="0"/>
              <a:t>Place source here</a:t>
            </a:r>
          </a:p>
        </p:txBody>
      </p:sp>
      <p:pic>
        <p:nvPicPr>
          <p:cNvPr id="3" name="Pearson Logo" descr="Pearson Logo">
            <a:extLst>
              <a:ext uri="{FF2B5EF4-FFF2-40B4-BE49-F238E27FC236}">
                <a16:creationId xmlns:a16="http://schemas.microsoft.com/office/drawing/2014/main" id="{C0276F1A-FEFC-7586-BAF3-0C057E531430}"/>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8167885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con with Text x4">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8" name="Title">
            <a:extLst>
              <a:ext uri="{FF2B5EF4-FFF2-40B4-BE49-F238E27FC236}">
                <a16:creationId xmlns:a16="http://schemas.microsoft.com/office/drawing/2014/main" id="{CCC3B175-A6C1-A9B9-49AF-8B01B8AACF92}"/>
              </a:ext>
            </a:extLst>
          </p:cNvPr>
          <p:cNvSpPr>
            <a:spLocks noGrp="1"/>
          </p:cNvSpPr>
          <p:nvPr>
            <p:ph type="title" hasCustomPrompt="1"/>
          </p:nvPr>
        </p:nvSpPr>
        <p:spPr>
          <a:xfrm>
            <a:off x="550164" y="552449"/>
            <a:ext cx="4542536" cy="976311"/>
          </a:xfrm>
        </p:spPr>
        <p:txBody>
          <a:bodyPr/>
          <a:lstStyle>
            <a:lvl1pPr>
              <a:defRPr>
                <a:latin typeface="+mj-lt"/>
              </a:defRPr>
            </a:lvl1pPr>
          </a:lstStyle>
          <a:p>
            <a:r>
              <a:rPr lang="en-US" noProof="0" dirty="0"/>
              <a:t>Place headline here</a:t>
            </a:r>
          </a:p>
        </p:txBody>
      </p:sp>
      <p:sp>
        <p:nvSpPr>
          <p:cNvPr id="26" name="Text">
            <a:extLst>
              <a:ext uri="{FF2B5EF4-FFF2-40B4-BE49-F238E27FC236}">
                <a16:creationId xmlns:a16="http://schemas.microsoft.com/office/drawing/2014/main" id="{AE8F69D7-C01C-2736-60D1-59C628C1DC6F}"/>
              </a:ext>
            </a:extLst>
          </p:cNvPr>
          <p:cNvSpPr>
            <a:spLocks noGrp="1"/>
          </p:cNvSpPr>
          <p:nvPr>
            <p:ph type="body" sz="quarter" idx="39" hasCustomPrompt="1"/>
          </p:nvPr>
        </p:nvSpPr>
        <p:spPr>
          <a:xfrm>
            <a:off x="6175375" y="555308"/>
            <a:ext cx="5465763" cy="976312"/>
          </a:xfrm>
        </p:spPr>
        <p:txBody>
          <a:bodyPr/>
          <a:lstStyle>
            <a:lvl1pPr marL="0" indent="0">
              <a:spcAft>
                <a:spcPts val="600"/>
              </a:spcAft>
              <a:buNone/>
              <a:defRPr sz="1400">
                <a:latin typeface="+mj-lt"/>
              </a:defRPr>
            </a:lvl1pPr>
            <a:lvl2pPr>
              <a:defRPr sz="1400"/>
            </a:lvl2pPr>
            <a:lvl3pPr>
              <a:defRPr sz="1400"/>
            </a:lvl3pPr>
          </a:lstStyle>
          <a:p>
            <a:pPr lvl="0"/>
            <a:r>
              <a:rPr lang="en-US" noProof="0" dirty="0"/>
              <a:t>Optional text here</a:t>
            </a:r>
          </a:p>
        </p:txBody>
      </p:sp>
      <p:sp>
        <p:nvSpPr>
          <p:cNvPr id="10" name="Rounded Rectangle 1">
            <a:extLst>
              <a:ext uri="{FF2B5EF4-FFF2-40B4-BE49-F238E27FC236}">
                <a16:creationId xmlns:a16="http://schemas.microsoft.com/office/drawing/2014/main" id="{2EFEAFF7-1BCF-6F35-8A3A-612509CA852A}"/>
              </a:ext>
              <a:ext uri="{C183D7F6-B498-43B3-948B-1728B52AA6E4}">
                <adec:decorative xmlns:adec="http://schemas.microsoft.com/office/drawing/2017/decorative" val="1"/>
              </a:ext>
            </a:extLst>
          </p:cNvPr>
          <p:cNvSpPr/>
          <p:nvPr userDrawn="1"/>
        </p:nvSpPr>
        <p:spPr bwMode="white">
          <a:xfrm>
            <a:off x="550164" y="2043113"/>
            <a:ext cx="2670176" cy="3992562"/>
          </a:xfrm>
          <a:prstGeom prst="roundRect">
            <a:avLst>
              <a:gd name="adj" fmla="val 7444"/>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7" name="Icon 1">
            <a:extLst>
              <a:ext uri="{FF2B5EF4-FFF2-40B4-BE49-F238E27FC236}">
                <a16:creationId xmlns:a16="http://schemas.microsoft.com/office/drawing/2014/main" id="{B6B292F9-D8AD-EF72-DDBF-4496080E9D4F}"/>
              </a:ext>
              <a:ext uri="{C183D7F6-B498-43B3-948B-1728B52AA6E4}">
                <adec:decorative xmlns:adec="http://schemas.microsoft.com/office/drawing/2017/decorative" val="0"/>
              </a:ext>
            </a:extLst>
          </p:cNvPr>
          <p:cNvSpPr>
            <a:spLocks noGrp="1"/>
          </p:cNvSpPr>
          <p:nvPr>
            <p:ph type="pic" sz="quarter" idx="34" hasCustomPrompt="1"/>
          </p:nvPr>
        </p:nvSpPr>
        <p:spPr>
          <a:xfrm>
            <a:off x="1356912" y="2343150"/>
            <a:ext cx="1056680" cy="1085850"/>
          </a:xfrm>
        </p:spPr>
        <p:txBody>
          <a:bodyPr tIns="91440" anchor="t" anchorCtr="0"/>
          <a:lstStyle>
            <a:lvl1pPr marL="0" indent="0" algn="ctr">
              <a:buNone/>
              <a:defRPr sz="1400">
                <a:latin typeface="+mj-lt"/>
              </a:defRPr>
            </a:lvl1pPr>
          </a:lstStyle>
          <a:p>
            <a:r>
              <a:rPr lang="en-US" noProof="0" dirty="0"/>
              <a:t>Icon</a:t>
            </a:r>
          </a:p>
        </p:txBody>
      </p:sp>
      <p:sp>
        <p:nvSpPr>
          <p:cNvPr id="18" name="Subhead 1">
            <a:extLst>
              <a:ext uri="{FF2B5EF4-FFF2-40B4-BE49-F238E27FC236}">
                <a16:creationId xmlns:a16="http://schemas.microsoft.com/office/drawing/2014/main" id="{55B83152-ADD7-0AED-3C4F-A4DF6116F8AC}"/>
              </a:ext>
            </a:extLst>
          </p:cNvPr>
          <p:cNvSpPr>
            <a:spLocks noGrp="1"/>
          </p:cNvSpPr>
          <p:nvPr>
            <p:ph type="body" sz="quarter" idx="35" hasCustomPrompt="1"/>
          </p:nvPr>
        </p:nvSpPr>
        <p:spPr>
          <a:xfrm>
            <a:off x="780114" y="3802112"/>
            <a:ext cx="2210277" cy="474613"/>
          </a:xfrm>
        </p:spPr>
        <p:txBody>
          <a:bodyPr>
            <a:noAutofit/>
          </a:bodyPr>
          <a:lstStyle>
            <a:lvl1pPr marL="0" indent="0" algn="ctr">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subhead here</a:t>
            </a:r>
          </a:p>
        </p:txBody>
      </p:sp>
      <p:sp>
        <p:nvSpPr>
          <p:cNvPr id="21" name="Text 1">
            <a:extLst>
              <a:ext uri="{FF2B5EF4-FFF2-40B4-BE49-F238E27FC236}">
                <a16:creationId xmlns:a16="http://schemas.microsoft.com/office/drawing/2014/main" id="{067F0016-B52D-5B0A-DD08-D8FFF0B73706}"/>
              </a:ext>
            </a:extLst>
          </p:cNvPr>
          <p:cNvSpPr>
            <a:spLocks noGrp="1"/>
          </p:cNvSpPr>
          <p:nvPr>
            <p:ph type="body" sz="quarter" idx="36" hasCustomPrompt="1"/>
          </p:nvPr>
        </p:nvSpPr>
        <p:spPr>
          <a:xfrm>
            <a:off x="780114" y="4462737"/>
            <a:ext cx="2210277" cy="1299888"/>
          </a:xfrm>
        </p:spPr>
        <p:txBody>
          <a:bodyPr>
            <a:noAutofit/>
          </a:bodyPr>
          <a:lstStyle>
            <a:lvl1pPr marL="0" indent="0" algn="ctr">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sp>
        <p:nvSpPr>
          <p:cNvPr id="11" name="Rounded Rectangle 2">
            <a:extLst>
              <a:ext uri="{FF2B5EF4-FFF2-40B4-BE49-F238E27FC236}">
                <a16:creationId xmlns:a16="http://schemas.microsoft.com/office/drawing/2014/main" id="{495E6F94-51D0-D538-C0B1-65664DCD34EB}"/>
              </a:ext>
              <a:ext uri="{C183D7F6-B498-43B3-948B-1728B52AA6E4}">
                <adec:decorative xmlns:adec="http://schemas.microsoft.com/office/drawing/2017/decorative" val="1"/>
              </a:ext>
            </a:extLst>
          </p:cNvPr>
          <p:cNvSpPr/>
          <p:nvPr userDrawn="1"/>
        </p:nvSpPr>
        <p:spPr bwMode="white">
          <a:xfrm>
            <a:off x="3362918" y="2043113"/>
            <a:ext cx="2670176" cy="3992562"/>
          </a:xfrm>
          <a:prstGeom prst="roundRect">
            <a:avLst>
              <a:gd name="adj" fmla="val 7444"/>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4" name="Icon 2">
            <a:extLst>
              <a:ext uri="{FF2B5EF4-FFF2-40B4-BE49-F238E27FC236}">
                <a16:creationId xmlns:a16="http://schemas.microsoft.com/office/drawing/2014/main" id="{2A6FE9EC-DA49-BB4D-8AEF-C6555B1C060D}"/>
              </a:ext>
              <a:ext uri="{C183D7F6-B498-43B3-948B-1728B52AA6E4}">
                <adec:decorative xmlns:adec="http://schemas.microsoft.com/office/drawing/2017/decorative" val="0"/>
              </a:ext>
            </a:extLst>
          </p:cNvPr>
          <p:cNvSpPr>
            <a:spLocks noGrp="1"/>
          </p:cNvSpPr>
          <p:nvPr>
            <p:ph type="pic" sz="quarter" idx="33" hasCustomPrompt="1"/>
          </p:nvPr>
        </p:nvSpPr>
        <p:spPr>
          <a:xfrm>
            <a:off x="4169666" y="2343150"/>
            <a:ext cx="1056680" cy="1085850"/>
          </a:xfrm>
        </p:spPr>
        <p:txBody>
          <a:bodyPr tIns="91440" anchor="t" anchorCtr="0"/>
          <a:lstStyle>
            <a:lvl1pPr marL="0" indent="0" algn="ctr">
              <a:buNone/>
              <a:defRPr sz="1400">
                <a:latin typeface="+mj-lt"/>
              </a:defRPr>
            </a:lvl1pPr>
          </a:lstStyle>
          <a:p>
            <a:r>
              <a:rPr lang="en-US" noProof="0" dirty="0"/>
              <a:t>Icon</a:t>
            </a:r>
          </a:p>
        </p:txBody>
      </p:sp>
      <p:sp>
        <p:nvSpPr>
          <p:cNvPr id="22" name="Subhead 2">
            <a:extLst>
              <a:ext uri="{FF2B5EF4-FFF2-40B4-BE49-F238E27FC236}">
                <a16:creationId xmlns:a16="http://schemas.microsoft.com/office/drawing/2014/main" id="{91837B59-DCFA-3E4B-7125-CD39136FFE4E}"/>
              </a:ext>
            </a:extLst>
          </p:cNvPr>
          <p:cNvSpPr>
            <a:spLocks noGrp="1"/>
          </p:cNvSpPr>
          <p:nvPr>
            <p:ph type="body" sz="quarter" idx="37" hasCustomPrompt="1"/>
          </p:nvPr>
        </p:nvSpPr>
        <p:spPr>
          <a:xfrm>
            <a:off x="3592868" y="3802112"/>
            <a:ext cx="2210277" cy="474613"/>
          </a:xfrm>
        </p:spPr>
        <p:txBody>
          <a:bodyPr>
            <a:noAutofit/>
          </a:bodyPr>
          <a:lstStyle>
            <a:lvl1pPr marL="0" indent="0" algn="ctr">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subhead here</a:t>
            </a:r>
          </a:p>
        </p:txBody>
      </p:sp>
      <p:sp>
        <p:nvSpPr>
          <p:cNvPr id="23" name="Text 2">
            <a:extLst>
              <a:ext uri="{FF2B5EF4-FFF2-40B4-BE49-F238E27FC236}">
                <a16:creationId xmlns:a16="http://schemas.microsoft.com/office/drawing/2014/main" id="{520718D3-0668-0658-D8CF-02B240D60C0C}"/>
              </a:ext>
            </a:extLst>
          </p:cNvPr>
          <p:cNvSpPr>
            <a:spLocks noGrp="1"/>
          </p:cNvSpPr>
          <p:nvPr>
            <p:ph type="body" sz="quarter" idx="38" hasCustomPrompt="1"/>
          </p:nvPr>
        </p:nvSpPr>
        <p:spPr>
          <a:xfrm>
            <a:off x="3592868" y="4462737"/>
            <a:ext cx="2210277" cy="1299888"/>
          </a:xfrm>
        </p:spPr>
        <p:txBody>
          <a:bodyPr>
            <a:noAutofit/>
          </a:bodyPr>
          <a:lstStyle>
            <a:lvl1pPr marL="0" indent="0" algn="ctr">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sp>
        <p:nvSpPr>
          <p:cNvPr id="2" name="Rounded Rectangle 3">
            <a:extLst>
              <a:ext uri="{FF2B5EF4-FFF2-40B4-BE49-F238E27FC236}">
                <a16:creationId xmlns:a16="http://schemas.microsoft.com/office/drawing/2014/main" id="{60C38BEE-570B-9B3A-5F52-DA6234A53C6B}"/>
              </a:ext>
              <a:ext uri="{C183D7F6-B498-43B3-948B-1728B52AA6E4}">
                <adec:decorative xmlns:adec="http://schemas.microsoft.com/office/drawing/2017/decorative" val="1"/>
              </a:ext>
            </a:extLst>
          </p:cNvPr>
          <p:cNvSpPr/>
          <p:nvPr userDrawn="1"/>
        </p:nvSpPr>
        <p:spPr bwMode="white">
          <a:xfrm>
            <a:off x="6175672" y="2043113"/>
            <a:ext cx="2670176" cy="3992562"/>
          </a:xfrm>
          <a:prstGeom prst="roundRect">
            <a:avLst>
              <a:gd name="adj" fmla="val 7444"/>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0" name="Icon 3">
            <a:extLst>
              <a:ext uri="{FF2B5EF4-FFF2-40B4-BE49-F238E27FC236}">
                <a16:creationId xmlns:a16="http://schemas.microsoft.com/office/drawing/2014/main" id="{5CE683B9-5ED7-85F9-3A8C-ABA72F9D3440}"/>
              </a:ext>
              <a:ext uri="{C183D7F6-B498-43B3-948B-1728B52AA6E4}">
                <adec:decorative xmlns:adec="http://schemas.microsoft.com/office/drawing/2017/decorative" val="0"/>
              </a:ext>
            </a:extLst>
          </p:cNvPr>
          <p:cNvSpPr>
            <a:spLocks noGrp="1"/>
          </p:cNvSpPr>
          <p:nvPr>
            <p:ph type="pic" sz="quarter" idx="32" hasCustomPrompt="1"/>
          </p:nvPr>
        </p:nvSpPr>
        <p:spPr>
          <a:xfrm>
            <a:off x="6982420" y="2343150"/>
            <a:ext cx="1056680" cy="1085850"/>
          </a:xfrm>
        </p:spPr>
        <p:txBody>
          <a:bodyPr tIns="91440" anchor="t" anchorCtr="0"/>
          <a:lstStyle>
            <a:lvl1pPr marL="0" indent="0" algn="ctr">
              <a:buNone/>
              <a:defRPr sz="1400">
                <a:latin typeface="+mj-lt"/>
              </a:defRPr>
            </a:lvl1pPr>
          </a:lstStyle>
          <a:p>
            <a:r>
              <a:rPr lang="en-US" noProof="0"/>
              <a:t>Icon</a:t>
            </a:r>
          </a:p>
        </p:txBody>
      </p:sp>
      <p:sp>
        <p:nvSpPr>
          <p:cNvPr id="12" name="Subhead 3">
            <a:extLst>
              <a:ext uri="{FF2B5EF4-FFF2-40B4-BE49-F238E27FC236}">
                <a16:creationId xmlns:a16="http://schemas.microsoft.com/office/drawing/2014/main" id="{53598A90-7BE2-0D82-0FCF-005EE8458977}"/>
              </a:ext>
            </a:extLst>
          </p:cNvPr>
          <p:cNvSpPr>
            <a:spLocks noGrp="1"/>
          </p:cNvSpPr>
          <p:nvPr>
            <p:ph type="body" sz="quarter" idx="20" hasCustomPrompt="1"/>
          </p:nvPr>
        </p:nvSpPr>
        <p:spPr>
          <a:xfrm>
            <a:off x="6405622" y="3802112"/>
            <a:ext cx="2210277" cy="474613"/>
          </a:xfrm>
        </p:spPr>
        <p:txBody>
          <a:bodyPr>
            <a:noAutofit/>
          </a:bodyPr>
          <a:lstStyle>
            <a:lvl1pPr marL="0" indent="0" algn="ctr">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subhead here</a:t>
            </a:r>
          </a:p>
        </p:txBody>
      </p:sp>
      <p:sp>
        <p:nvSpPr>
          <p:cNvPr id="13" name="Text 3">
            <a:extLst>
              <a:ext uri="{FF2B5EF4-FFF2-40B4-BE49-F238E27FC236}">
                <a16:creationId xmlns:a16="http://schemas.microsoft.com/office/drawing/2014/main" id="{E8F4AB40-5736-AD5A-95C8-7BCC8DCBDAB9}"/>
              </a:ext>
            </a:extLst>
          </p:cNvPr>
          <p:cNvSpPr>
            <a:spLocks noGrp="1"/>
          </p:cNvSpPr>
          <p:nvPr>
            <p:ph type="body" sz="quarter" idx="16" hasCustomPrompt="1"/>
          </p:nvPr>
        </p:nvSpPr>
        <p:spPr>
          <a:xfrm>
            <a:off x="6405622" y="4462737"/>
            <a:ext cx="2210277" cy="1299888"/>
          </a:xfrm>
        </p:spPr>
        <p:txBody>
          <a:bodyPr>
            <a:noAutofit/>
          </a:bodyPr>
          <a:lstStyle>
            <a:lvl1pPr marL="0" indent="0" algn="ctr">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sp>
        <p:nvSpPr>
          <p:cNvPr id="5" name="Rounded Rectangle 4">
            <a:extLst>
              <a:ext uri="{FF2B5EF4-FFF2-40B4-BE49-F238E27FC236}">
                <a16:creationId xmlns:a16="http://schemas.microsoft.com/office/drawing/2014/main" id="{E8F054FF-1896-AC30-4C9B-C4C71E606C18}"/>
              </a:ext>
              <a:ext uri="{C183D7F6-B498-43B3-948B-1728B52AA6E4}">
                <adec:decorative xmlns:adec="http://schemas.microsoft.com/office/drawing/2017/decorative" val="1"/>
              </a:ext>
            </a:extLst>
          </p:cNvPr>
          <p:cNvSpPr/>
          <p:nvPr userDrawn="1"/>
        </p:nvSpPr>
        <p:spPr bwMode="white">
          <a:xfrm>
            <a:off x="8988425" y="2043113"/>
            <a:ext cx="2670176" cy="3992562"/>
          </a:xfrm>
          <a:prstGeom prst="roundRect">
            <a:avLst>
              <a:gd name="adj" fmla="val 7444"/>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9" name="Icon 4">
            <a:extLst>
              <a:ext uri="{FF2B5EF4-FFF2-40B4-BE49-F238E27FC236}">
                <a16:creationId xmlns:a16="http://schemas.microsoft.com/office/drawing/2014/main" id="{CBE910CE-B243-EFCA-083F-739AB0E2FD54}"/>
              </a:ext>
              <a:ext uri="{C183D7F6-B498-43B3-948B-1728B52AA6E4}">
                <adec:decorative xmlns:adec="http://schemas.microsoft.com/office/drawing/2017/decorative" val="0"/>
              </a:ext>
            </a:extLst>
          </p:cNvPr>
          <p:cNvSpPr>
            <a:spLocks noGrp="1"/>
          </p:cNvSpPr>
          <p:nvPr>
            <p:ph type="pic" sz="quarter" idx="31" hasCustomPrompt="1"/>
          </p:nvPr>
        </p:nvSpPr>
        <p:spPr>
          <a:xfrm>
            <a:off x="9795173" y="2343150"/>
            <a:ext cx="1056680" cy="1085850"/>
          </a:xfrm>
        </p:spPr>
        <p:txBody>
          <a:bodyPr tIns="91440" anchor="t" anchorCtr="0"/>
          <a:lstStyle>
            <a:lvl1pPr marL="0" indent="0" algn="ctr">
              <a:buNone/>
              <a:defRPr sz="1400">
                <a:latin typeface="+mj-lt"/>
              </a:defRPr>
            </a:lvl1pPr>
          </a:lstStyle>
          <a:p>
            <a:r>
              <a:rPr lang="en-US" noProof="0"/>
              <a:t>Icon</a:t>
            </a:r>
          </a:p>
        </p:txBody>
      </p:sp>
      <p:sp>
        <p:nvSpPr>
          <p:cNvPr id="15" name="Subhead 4">
            <a:extLst>
              <a:ext uri="{FF2B5EF4-FFF2-40B4-BE49-F238E27FC236}">
                <a16:creationId xmlns:a16="http://schemas.microsoft.com/office/drawing/2014/main" id="{143EAC0C-2663-3AAD-34E5-1033DD8E1B0A}"/>
              </a:ext>
            </a:extLst>
          </p:cNvPr>
          <p:cNvSpPr>
            <a:spLocks noGrp="1"/>
          </p:cNvSpPr>
          <p:nvPr>
            <p:ph type="body" sz="quarter" idx="28" hasCustomPrompt="1"/>
          </p:nvPr>
        </p:nvSpPr>
        <p:spPr>
          <a:xfrm>
            <a:off x="9218375" y="3802112"/>
            <a:ext cx="2210277" cy="474613"/>
          </a:xfrm>
        </p:spPr>
        <p:txBody>
          <a:bodyPr>
            <a:noAutofit/>
          </a:bodyPr>
          <a:lstStyle>
            <a:lvl1pPr marL="0" indent="0" algn="ctr">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subhead here</a:t>
            </a:r>
          </a:p>
        </p:txBody>
      </p:sp>
      <p:sp>
        <p:nvSpPr>
          <p:cNvPr id="16" name="Text 4">
            <a:extLst>
              <a:ext uri="{FF2B5EF4-FFF2-40B4-BE49-F238E27FC236}">
                <a16:creationId xmlns:a16="http://schemas.microsoft.com/office/drawing/2014/main" id="{95CB6802-304B-6C86-41E0-77EF0EA330A2}"/>
              </a:ext>
            </a:extLst>
          </p:cNvPr>
          <p:cNvSpPr>
            <a:spLocks noGrp="1"/>
          </p:cNvSpPr>
          <p:nvPr>
            <p:ph type="body" sz="quarter" idx="29" hasCustomPrompt="1"/>
          </p:nvPr>
        </p:nvSpPr>
        <p:spPr>
          <a:xfrm>
            <a:off x="9218375" y="4462737"/>
            <a:ext cx="2210277" cy="1299888"/>
          </a:xfrm>
        </p:spPr>
        <p:txBody>
          <a:bodyPr>
            <a:noAutofit/>
          </a:bodyPr>
          <a:lstStyle>
            <a:lvl1pPr marL="0" indent="0" algn="ctr">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text here</a:t>
            </a:r>
          </a:p>
        </p:txBody>
      </p:sp>
      <p:pic>
        <p:nvPicPr>
          <p:cNvPr id="4" name="Pearson Logo" descr="Pearson Logo">
            <a:extLst>
              <a:ext uri="{FF2B5EF4-FFF2-40B4-BE49-F238E27FC236}">
                <a16:creationId xmlns:a16="http://schemas.microsoft.com/office/drawing/2014/main" id="{62386E20-993B-2288-2756-EFFC18C75275}"/>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990127374"/>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con with Data and Text x6">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8" name="Title">
            <a:extLst>
              <a:ext uri="{FF2B5EF4-FFF2-40B4-BE49-F238E27FC236}">
                <a16:creationId xmlns:a16="http://schemas.microsoft.com/office/drawing/2014/main" id="{CCC3B175-A6C1-A9B9-49AF-8B01B8AACF92}"/>
              </a:ext>
            </a:extLst>
          </p:cNvPr>
          <p:cNvSpPr>
            <a:spLocks noGrp="1"/>
          </p:cNvSpPr>
          <p:nvPr>
            <p:ph type="title" hasCustomPrompt="1"/>
          </p:nvPr>
        </p:nvSpPr>
        <p:spPr>
          <a:xfrm>
            <a:off x="550164" y="1099649"/>
            <a:ext cx="3744024" cy="2020922"/>
          </a:xfrm>
        </p:spPr>
        <p:txBody>
          <a:bodyPr/>
          <a:lstStyle>
            <a:lvl1pPr>
              <a:defRPr>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br>
              <a:rPr lang="en-US" noProof="0" dirty="0"/>
            </a:br>
            <a:endParaRPr lang="en-US" noProof="0" dirty="0"/>
          </a:p>
        </p:txBody>
      </p:sp>
      <p:sp>
        <p:nvSpPr>
          <p:cNvPr id="9" name="Text">
            <a:extLst>
              <a:ext uri="{FF2B5EF4-FFF2-40B4-BE49-F238E27FC236}">
                <a16:creationId xmlns:a16="http://schemas.microsoft.com/office/drawing/2014/main" id="{52EB67A3-1158-7468-9546-6C1E7A02846B}"/>
              </a:ext>
            </a:extLst>
          </p:cNvPr>
          <p:cNvSpPr>
            <a:spLocks noGrp="1"/>
          </p:cNvSpPr>
          <p:nvPr>
            <p:ph type="body" sz="quarter" idx="28"/>
          </p:nvPr>
        </p:nvSpPr>
        <p:spPr>
          <a:xfrm>
            <a:off x="550164" y="3439478"/>
            <a:ext cx="3605276" cy="2323147"/>
          </a:xfrm>
        </p:spPr>
        <p:txBody>
          <a:bodyPr/>
          <a:lstStyle>
            <a:lvl1pPr marL="0" indent="0">
              <a:buNone/>
              <a:defRPr sz="1400">
                <a:latin typeface="+mj-lt"/>
                <a:cs typeface="Segoe UI" panose="020B0502040204020203" pitchFamily="34" charset="0"/>
              </a:defRPr>
            </a:lvl1pPr>
            <a:lvl2pPr>
              <a:defRPr sz="1400">
                <a:latin typeface="+mj-lt"/>
                <a:cs typeface="Segoe UI" panose="020B0502040204020203" pitchFamily="34" charset="0"/>
              </a:defRPr>
            </a:lvl2pPr>
            <a:lvl3pPr>
              <a:defRPr sz="1400">
                <a:latin typeface="+mj-lt"/>
                <a:cs typeface="Segoe UI" panose="020B0502040204020203" pitchFamily="34" charset="0"/>
              </a:defRPr>
            </a:lvl3pPr>
            <a:lvl4pPr>
              <a:defRPr sz="1400">
                <a:latin typeface="+mj-lt"/>
                <a:cs typeface="Segoe UI" panose="020B0502040204020203" pitchFamily="34" charset="0"/>
              </a:defRPr>
            </a:lvl4pPr>
            <a:lvl5pPr>
              <a:defRPr sz="1400">
                <a:latin typeface="+mj-lt"/>
                <a:cs typeface="Segoe UI" panose="020B0502040204020203"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1" name="Icon 1">
            <a:extLst>
              <a:ext uri="{FF2B5EF4-FFF2-40B4-BE49-F238E27FC236}">
                <a16:creationId xmlns:a16="http://schemas.microsoft.com/office/drawing/2014/main" id="{F2A5A3F4-4808-397D-48E8-CF20D2EFF222}"/>
              </a:ext>
              <a:ext uri="{C183D7F6-B498-43B3-948B-1728B52AA6E4}">
                <adec:decorative xmlns:adec="http://schemas.microsoft.com/office/drawing/2017/decorative" val="1"/>
              </a:ext>
            </a:extLst>
          </p:cNvPr>
          <p:cNvSpPr>
            <a:spLocks noGrp="1"/>
          </p:cNvSpPr>
          <p:nvPr>
            <p:ph type="pic" sz="quarter" idx="38" hasCustomPrompt="1"/>
          </p:nvPr>
        </p:nvSpPr>
        <p:spPr>
          <a:xfrm>
            <a:off x="5229225" y="975361"/>
            <a:ext cx="530352" cy="527684"/>
          </a:xfrm>
        </p:spPr>
        <p:txBody>
          <a:bodyPr anchor="ctr"/>
          <a:lstStyle>
            <a:lvl1pPr marL="0" indent="0" algn="ctr">
              <a:buNone/>
              <a:defRPr sz="1000">
                <a:latin typeface="+mj-lt"/>
              </a:defRPr>
            </a:lvl1pPr>
          </a:lstStyle>
          <a:p>
            <a:r>
              <a:rPr lang="en-US" noProof="0"/>
              <a:t>Icon</a:t>
            </a:r>
          </a:p>
        </p:txBody>
      </p:sp>
      <p:sp>
        <p:nvSpPr>
          <p:cNvPr id="27" name="Emphasis 1">
            <a:extLst>
              <a:ext uri="{FF2B5EF4-FFF2-40B4-BE49-F238E27FC236}">
                <a16:creationId xmlns:a16="http://schemas.microsoft.com/office/drawing/2014/main" id="{C8752E3E-0299-C78C-05F6-C9B2DC605D6D}"/>
              </a:ext>
            </a:extLst>
          </p:cNvPr>
          <p:cNvSpPr>
            <a:spLocks noGrp="1"/>
          </p:cNvSpPr>
          <p:nvPr>
            <p:ph type="body" sz="quarter" idx="37" hasCustomPrompt="1"/>
          </p:nvPr>
        </p:nvSpPr>
        <p:spPr>
          <a:xfrm>
            <a:off x="5229226" y="1739172"/>
            <a:ext cx="1733550" cy="463279"/>
          </a:xfrm>
        </p:spPr>
        <p:txBody>
          <a:bodyPr>
            <a:noAutofit/>
          </a:bodyPr>
          <a:lstStyle>
            <a:lvl1pPr marL="0" indent="0" algn="l">
              <a:spcBef>
                <a:spcPts val="0"/>
              </a:spcBef>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XX%</a:t>
            </a:r>
          </a:p>
        </p:txBody>
      </p:sp>
      <p:sp>
        <p:nvSpPr>
          <p:cNvPr id="25" name="Text 1">
            <a:extLst>
              <a:ext uri="{FF2B5EF4-FFF2-40B4-BE49-F238E27FC236}">
                <a16:creationId xmlns:a16="http://schemas.microsoft.com/office/drawing/2014/main" id="{F29B448F-A00D-AC03-E3EC-F9C365BCF133}"/>
              </a:ext>
            </a:extLst>
          </p:cNvPr>
          <p:cNvSpPr>
            <a:spLocks noGrp="1"/>
          </p:cNvSpPr>
          <p:nvPr>
            <p:ph type="body" sz="quarter" idx="36" hasCustomPrompt="1"/>
          </p:nvPr>
        </p:nvSpPr>
        <p:spPr>
          <a:xfrm>
            <a:off x="5229226" y="2272301"/>
            <a:ext cx="1733550" cy="463279"/>
          </a:xfrm>
        </p:spPr>
        <p:txBody>
          <a:bodyPr>
            <a:noAutofit/>
          </a:bodyPr>
          <a:lstStyle>
            <a:lvl1pPr marL="0" indent="0" algn="l">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cxnSp>
        <p:nvCxnSpPr>
          <p:cNvPr id="32" name="Straight Connector 1">
            <a:extLst>
              <a:ext uri="{FF2B5EF4-FFF2-40B4-BE49-F238E27FC236}">
                <a16:creationId xmlns:a16="http://schemas.microsoft.com/office/drawing/2014/main" id="{F61870AD-064A-A25B-3654-367A2F00A5D6}"/>
              </a:ext>
              <a:ext uri="{C183D7F6-B498-43B3-948B-1728B52AA6E4}">
                <adec:decorative xmlns:adec="http://schemas.microsoft.com/office/drawing/2017/decorative" val="1"/>
              </a:ext>
            </a:extLst>
          </p:cNvPr>
          <p:cNvCxnSpPr>
            <a:cxnSpLocks/>
          </p:cNvCxnSpPr>
          <p:nvPr userDrawn="1"/>
        </p:nvCxnSpPr>
        <p:spPr bwMode="black">
          <a:xfrm>
            <a:off x="5231606" y="2866553"/>
            <a:ext cx="1729606"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43" name="Icon 2">
            <a:extLst>
              <a:ext uri="{FF2B5EF4-FFF2-40B4-BE49-F238E27FC236}">
                <a16:creationId xmlns:a16="http://schemas.microsoft.com/office/drawing/2014/main" id="{12D1BF41-778F-E1B9-CC2E-54294AF8BA5A}"/>
              </a:ext>
              <a:ext uri="{C183D7F6-B498-43B3-948B-1728B52AA6E4}">
                <adec:decorative xmlns:adec="http://schemas.microsoft.com/office/drawing/2017/decorative" val="1"/>
              </a:ext>
            </a:extLst>
          </p:cNvPr>
          <p:cNvSpPr>
            <a:spLocks noGrp="1"/>
          </p:cNvSpPr>
          <p:nvPr>
            <p:ph type="pic" sz="quarter" idx="41" hasCustomPrompt="1"/>
          </p:nvPr>
        </p:nvSpPr>
        <p:spPr>
          <a:xfrm>
            <a:off x="7103711" y="975361"/>
            <a:ext cx="530352" cy="527684"/>
          </a:xfrm>
        </p:spPr>
        <p:txBody>
          <a:bodyPr anchor="ctr"/>
          <a:lstStyle>
            <a:lvl1pPr marL="0" indent="0" algn="ctr">
              <a:buNone/>
              <a:defRPr sz="1000">
                <a:latin typeface="+mj-lt"/>
              </a:defRPr>
            </a:lvl1pPr>
          </a:lstStyle>
          <a:p>
            <a:r>
              <a:rPr lang="en-US" noProof="0"/>
              <a:t>Icon</a:t>
            </a:r>
          </a:p>
        </p:txBody>
      </p:sp>
      <p:sp>
        <p:nvSpPr>
          <p:cNvPr id="42" name="Emphasis 2">
            <a:extLst>
              <a:ext uri="{FF2B5EF4-FFF2-40B4-BE49-F238E27FC236}">
                <a16:creationId xmlns:a16="http://schemas.microsoft.com/office/drawing/2014/main" id="{A1E9CC9D-5303-786B-46EF-FFA257750B54}"/>
              </a:ext>
            </a:extLst>
          </p:cNvPr>
          <p:cNvSpPr>
            <a:spLocks noGrp="1"/>
          </p:cNvSpPr>
          <p:nvPr>
            <p:ph type="body" sz="quarter" idx="40" hasCustomPrompt="1"/>
          </p:nvPr>
        </p:nvSpPr>
        <p:spPr>
          <a:xfrm>
            <a:off x="7103711" y="1739172"/>
            <a:ext cx="1733550" cy="463279"/>
          </a:xfrm>
        </p:spPr>
        <p:txBody>
          <a:bodyPr>
            <a:noAutofit/>
          </a:bodyPr>
          <a:lstStyle>
            <a:lvl1pPr marL="0" indent="0" algn="l">
              <a:spcBef>
                <a:spcPts val="0"/>
              </a:spcBef>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XX%</a:t>
            </a:r>
          </a:p>
        </p:txBody>
      </p:sp>
      <p:sp>
        <p:nvSpPr>
          <p:cNvPr id="41" name="Text 2">
            <a:extLst>
              <a:ext uri="{FF2B5EF4-FFF2-40B4-BE49-F238E27FC236}">
                <a16:creationId xmlns:a16="http://schemas.microsoft.com/office/drawing/2014/main" id="{7BEB8C32-2907-6D69-ACAF-6D5F4D6F7A74}"/>
              </a:ext>
            </a:extLst>
          </p:cNvPr>
          <p:cNvSpPr>
            <a:spLocks noGrp="1"/>
          </p:cNvSpPr>
          <p:nvPr>
            <p:ph type="body" sz="quarter" idx="39" hasCustomPrompt="1"/>
          </p:nvPr>
        </p:nvSpPr>
        <p:spPr>
          <a:xfrm>
            <a:off x="7103711" y="2272301"/>
            <a:ext cx="1733550" cy="463279"/>
          </a:xfrm>
        </p:spPr>
        <p:txBody>
          <a:bodyPr>
            <a:noAutofit/>
          </a:bodyPr>
          <a:lstStyle>
            <a:lvl1pPr marL="0" indent="0" algn="l">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text here</a:t>
            </a:r>
          </a:p>
        </p:txBody>
      </p:sp>
      <p:cxnSp>
        <p:nvCxnSpPr>
          <p:cNvPr id="33" name="Straight Connector 2">
            <a:extLst>
              <a:ext uri="{FF2B5EF4-FFF2-40B4-BE49-F238E27FC236}">
                <a16:creationId xmlns:a16="http://schemas.microsoft.com/office/drawing/2014/main" id="{94D8E5DA-D242-ADAF-6029-ADE75DF48D5D}"/>
              </a:ext>
              <a:ext uri="{C183D7F6-B498-43B3-948B-1728B52AA6E4}">
                <adec:decorative xmlns:adec="http://schemas.microsoft.com/office/drawing/2017/decorative" val="1"/>
              </a:ext>
            </a:extLst>
          </p:cNvPr>
          <p:cNvCxnSpPr>
            <a:cxnSpLocks/>
          </p:cNvCxnSpPr>
          <p:nvPr userDrawn="1"/>
        </p:nvCxnSpPr>
        <p:spPr bwMode="black">
          <a:xfrm>
            <a:off x="7103711" y="2866553"/>
            <a:ext cx="1729606"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46" name="Icon 3">
            <a:extLst>
              <a:ext uri="{FF2B5EF4-FFF2-40B4-BE49-F238E27FC236}">
                <a16:creationId xmlns:a16="http://schemas.microsoft.com/office/drawing/2014/main" id="{81904089-0739-0A03-DF84-48C909EF5D3B}"/>
              </a:ext>
              <a:ext uri="{C183D7F6-B498-43B3-948B-1728B52AA6E4}">
                <adec:decorative xmlns:adec="http://schemas.microsoft.com/office/drawing/2017/decorative" val="1"/>
              </a:ext>
            </a:extLst>
          </p:cNvPr>
          <p:cNvSpPr>
            <a:spLocks noGrp="1"/>
          </p:cNvSpPr>
          <p:nvPr>
            <p:ph type="pic" sz="quarter" idx="44" hasCustomPrompt="1"/>
          </p:nvPr>
        </p:nvSpPr>
        <p:spPr>
          <a:xfrm>
            <a:off x="8975816" y="975361"/>
            <a:ext cx="530352" cy="527684"/>
          </a:xfrm>
        </p:spPr>
        <p:txBody>
          <a:bodyPr anchor="ctr"/>
          <a:lstStyle>
            <a:lvl1pPr marL="0" indent="0" algn="ctr">
              <a:buNone/>
              <a:defRPr sz="1000">
                <a:latin typeface="+mj-lt"/>
              </a:defRPr>
            </a:lvl1pPr>
          </a:lstStyle>
          <a:p>
            <a:pPr marL="0" marR="0" lvl="0" indent="0" algn="ctr"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a:t>Icon</a:t>
            </a:r>
          </a:p>
        </p:txBody>
      </p:sp>
      <p:sp>
        <p:nvSpPr>
          <p:cNvPr id="45" name="Emphasis 3">
            <a:extLst>
              <a:ext uri="{FF2B5EF4-FFF2-40B4-BE49-F238E27FC236}">
                <a16:creationId xmlns:a16="http://schemas.microsoft.com/office/drawing/2014/main" id="{B75A9078-8279-936C-B296-F05A043E5DB6}"/>
              </a:ext>
            </a:extLst>
          </p:cNvPr>
          <p:cNvSpPr>
            <a:spLocks noGrp="1"/>
          </p:cNvSpPr>
          <p:nvPr>
            <p:ph type="body" sz="quarter" idx="43" hasCustomPrompt="1"/>
          </p:nvPr>
        </p:nvSpPr>
        <p:spPr>
          <a:xfrm>
            <a:off x="8975816" y="1739172"/>
            <a:ext cx="1733550" cy="463279"/>
          </a:xfrm>
        </p:spPr>
        <p:txBody>
          <a:bodyPr>
            <a:noAutofit/>
          </a:bodyPr>
          <a:lstStyle>
            <a:lvl1pPr marL="0" indent="0" algn="l">
              <a:spcBef>
                <a:spcPts val="0"/>
              </a:spcBef>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XX%</a:t>
            </a:r>
          </a:p>
        </p:txBody>
      </p:sp>
      <p:sp>
        <p:nvSpPr>
          <p:cNvPr id="44" name="Text 3">
            <a:extLst>
              <a:ext uri="{FF2B5EF4-FFF2-40B4-BE49-F238E27FC236}">
                <a16:creationId xmlns:a16="http://schemas.microsoft.com/office/drawing/2014/main" id="{00E73B8E-C27D-73B5-3ABC-BE1B1FBBB721}"/>
              </a:ext>
              <a:ext uri="{C183D7F6-B498-43B3-948B-1728B52AA6E4}">
                <adec:decorative xmlns:adec="http://schemas.microsoft.com/office/drawing/2017/decorative" val="0"/>
              </a:ext>
            </a:extLst>
          </p:cNvPr>
          <p:cNvSpPr>
            <a:spLocks noGrp="1"/>
          </p:cNvSpPr>
          <p:nvPr>
            <p:ph type="body" sz="quarter" idx="42" hasCustomPrompt="1"/>
          </p:nvPr>
        </p:nvSpPr>
        <p:spPr>
          <a:xfrm>
            <a:off x="8975816" y="2272301"/>
            <a:ext cx="1733550" cy="463279"/>
          </a:xfrm>
        </p:spPr>
        <p:txBody>
          <a:bodyPr>
            <a:noAutofit/>
          </a:bodyPr>
          <a:lstStyle>
            <a:lvl1pPr marL="0" indent="0" algn="l">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text here</a:t>
            </a:r>
          </a:p>
        </p:txBody>
      </p:sp>
      <p:cxnSp>
        <p:nvCxnSpPr>
          <p:cNvPr id="34" name="Straight Connector 3">
            <a:extLst>
              <a:ext uri="{FF2B5EF4-FFF2-40B4-BE49-F238E27FC236}">
                <a16:creationId xmlns:a16="http://schemas.microsoft.com/office/drawing/2014/main" id="{88A8605F-3F3C-E241-3664-B760AB81E62D}"/>
              </a:ext>
              <a:ext uri="{C183D7F6-B498-43B3-948B-1728B52AA6E4}">
                <adec:decorative xmlns:adec="http://schemas.microsoft.com/office/drawing/2017/decorative" val="1"/>
              </a:ext>
            </a:extLst>
          </p:cNvPr>
          <p:cNvCxnSpPr>
            <a:cxnSpLocks/>
          </p:cNvCxnSpPr>
          <p:nvPr userDrawn="1"/>
        </p:nvCxnSpPr>
        <p:spPr bwMode="black">
          <a:xfrm>
            <a:off x="8975816" y="2866553"/>
            <a:ext cx="1729606"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49" name="Icon 4">
            <a:extLst>
              <a:ext uri="{FF2B5EF4-FFF2-40B4-BE49-F238E27FC236}">
                <a16:creationId xmlns:a16="http://schemas.microsoft.com/office/drawing/2014/main" id="{26F6DB26-A075-066B-C486-A5B255B334AE}"/>
              </a:ext>
              <a:ext uri="{C183D7F6-B498-43B3-948B-1728B52AA6E4}">
                <adec:decorative xmlns:adec="http://schemas.microsoft.com/office/drawing/2017/decorative" val="1"/>
              </a:ext>
            </a:extLst>
          </p:cNvPr>
          <p:cNvSpPr>
            <a:spLocks noGrp="1"/>
          </p:cNvSpPr>
          <p:nvPr>
            <p:ph type="pic" sz="quarter" idx="47" hasCustomPrompt="1"/>
          </p:nvPr>
        </p:nvSpPr>
        <p:spPr>
          <a:xfrm>
            <a:off x="5229225" y="3353519"/>
            <a:ext cx="530352" cy="527684"/>
          </a:xfrm>
        </p:spPr>
        <p:txBody>
          <a:bodyPr anchor="ctr"/>
          <a:lstStyle>
            <a:lvl1pPr marL="0" indent="0" algn="ctr">
              <a:buNone/>
              <a:defRPr sz="1000">
                <a:latin typeface="+mj-lt"/>
              </a:defRPr>
            </a:lvl1pPr>
          </a:lstStyle>
          <a:p>
            <a:pPr marL="0" marR="0" lvl="0" indent="0" algn="ctr"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a:t>Icon</a:t>
            </a:r>
          </a:p>
        </p:txBody>
      </p:sp>
      <p:sp>
        <p:nvSpPr>
          <p:cNvPr id="48" name="Emphasis 4">
            <a:extLst>
              <a:ext uri="{FF2B5EF4-FFF2-40B4-BE49-F238E27FC236}">
                <a16:creationId xmlns:a16="http://schemas.microsoft.com/office/drawing/2014/main" id="{1FC0AE06-8B43-5385-6786-1D563B46BD12}"/>
              </a:ext>
            </a:extLst>
          </p:cNvPr>
          <p:cNvSpPr>
            <a:spLocks noGrp="1"/>
          </p:cNvSpPr>
          <p:nvPr>
            <p:ph type="body" sz="quarter" idx="46" hasCustomPrompt="1"/>
          </p:nvPr>
        </p:nvSpPr>
        <p:spPr>
          <a:xfrm>
            <a:off x="5229226" y="4117330"/>
            <a:ext cx="1733550" cy="463279"/>
          </a:xfrm>
        </p:spPr>
        <p:txBody>
          <a:bodyPr>
            <a:noAutofit/>
          </a:bodyPr>
          <a:lstStyle>
            <a:lvl1pPr marL="0" indent="0" algn="l">
              <a:spcBef>
                <a:spcPts val="0"/>
              </a:spcBef>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XX%</a:t>
            </a:r>
          </a:p>
        </p:txBody>
      </p:sp>
      <p:sp>
        <p:nvSpPr>
          <p:cNvPr id="47" name="Text 4">
            <a:extLst>
              <a:ext uri="{FF2B5EF4-FFF2-40B4-BE49-F238E27FC236}">
                <a16:creationId xmlns:a16="http://schemas.microsoft.com/office/drawing/2014/main" id="{703EC134-0C49-F364-72F7-D2408D0AC284}"/>
              </a:ext>
            </a:extLst>
          </p:cNvPr>
          <p:cNvSpPr>
            <a:spLocks noGrp="1"/>
          </p:cNvSpPr>
          <p:nvPr>
            <p:ph type="body" sz="quarter" idx="45" hasCustomPrompt="1"/>
          </p:nvPr>
        </p:nvSpPr>
        <p:spPr>
          <a:xfrm>
            <a:off x="5229226" y="4650459"/>
            <a:ext cx="1733550" cy="463279"/>
          </a:xfrm>
        </p:spPr>
        <p:txBody>
          <a:bodyPr>
            <a:noAutofit/>
          </a:bodyPr>
          <a:lstStyle>
            <a:lvl1pPr marL="0" indent="0" algn="l">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cxnSp>
        <p:nvCxnSpPr>
          <p:cNvPr id="35" name="Straight Connector 4">
            <a:extLst>
              <a:ext uri="{FF2B5EF4-FFF2-40B4-BE49-F238E27FC236}">
                <a16:creationId xmlns:a16="http://schemas.microsoft.com/office/drawing/2014/main" id="{210264A1-615A-29CC-D948-F8DEBFC05CA5}"/>
              </a:ext>
              <a:ext uri="{C183D7F6-B498-43B3-948B-1728B52AA6E4}">
                <adec:decorative xmlns:adec="http://schemas.microsoft.com/office/drawing/2017/decorative" val="1"/>
              </a:ext>
            </a:extLst>
          </p:cNvPr>
          <p:cNvCxnSpPr>
            <a:cxnSpLocks/>
          </p:cNvCxnSpPr>
          <p:nvPr userDrawn="1"/>
        </p:nvCxnSpPr>
        <p:spPr bwMode="black">
          <a:xfrm>
            <a:off x="5231606" y="5247251"/>
            <a:ext cx="1729606"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52" name="Icon 5">
            <a:extLst>
              <a:ext uri="{FF2B5EF4-FFF2-40B4-BE49-F238E27FC236}">
                <a16:creationId xmlns:a16="http://schemas.microsoft.com/office/drawing/2014/main" id="{694A26DE-086F-9D9C-27D7-99AE7BDB0741}"/>
              </a:ext>
              <a:ext uri="{C183D7F6-B498-43B3-948B-1728B52AA6E4}">
                <adec:decorative xmlns:adec="http://schemas.microsoft.com/office/drawing/2017/decorative" val="1"/>
              </a:ext>
            </a:extLst>
          </p:cNvPr>
          <p:cNvSpPr>
            <a:spLocks noGrp="1"/>
          </p:cNvSpPr>
          <p:nvPr>
            <p:ph type="pic" sz="quarter" idx="50" hasCustomPrompt="1"/>
          </p:nvPr>
        </p:nvSpPr>
        <p:spPr>
          <a:xfrm>
            <a:off x="7103711" y="3353519"/>
            <a:ext cx="530352" cy="527684"/>
          </a:xfrm>
        </p:spPr>
        <p:txBody>
          <a:bodyPr anchor="ctr"/>
          <a:lstStyle>
            <a:lvl1pPr marL="0" indent="0" algn="ctr">
              <a:buNone/>
              <a:defRPr sz="1000">
                <a:latin typeface="+mj-lt"/>
              </a:defRPr>
            </a:lvl1pPr>
          </a:lstStyle>
          <a:p>
            <a:pPr marL="0" marR="0" lvl="0" indent="0" algn="ctr"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a:t>Icon</a:t>
            </a:r>
          </a:p>
        </p:txBody>
      </p:sp>
      <p:sp>
        <p:nvSpPr>
          <p:cNvPr id="51" name="Emphasis 5">
            <a:extLst>
              <a:ext uri="{FF2B5EF4-FFF2-40B4-BE49-F238E27FC236}">
                <a16:creationId xmlns:a16="http://schemas.microsoft.com/office/drawing/2014/main" id="{5C39FF14-2E38-C281-AC86-9368329C2E50}"/>
              </a:ext>
            </a:extLst>
          </p:cNvPr>
          <p:cNvSpPr>
            <a:spLocks noGrp="1"/>
          </p:cNvSpPr>
          <p:nvPr>
            <p:ph type="body" sz="quarter" idx="49" hasCustomPrompt="1"/>
          </p:nvPr>
        </p:nvSpPr>
        <p:spPr>
          <a:xfrm>
            <a:off x="7103711" y="4117330"/>
            <a:ext cx="1733550" cy="463279"/>
          </a:xfrm>
        </p:spPr>
        <p:txBody>
          <a:bodyPr>
            <a:noAutofit/>
          </a:bodyPr>
          <a:lstStyle>
            <a:lvl1pPr marL="0" indent="0" algn="l">
              <a:spcBef>
                <a:spcPts val="0"/>
              </a:spcBef>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XX%</a:t>
            </a:r>
          </a:p>
        </p:txBody>
      </p:sp>
      <p:sp>
        <p:nvSpPr>
          <p:cNvPr id="50" name="Text 5">
            <a:extLst>
              <a:ext uri="{FF2B5EF4-FFF2-40B4-BE49-F238E27FC236}">
                <a16:creationId xmlns:a16="http://schemas.microsoft.com/office/drawing/2014/main" id="{FC087391-942C-7529-7ABA-063D0700422D}"/>
              </a:ext>
            </a:extLst>
          </p:cNvPr>
          <p:cNvSpPr>
            <a:spLocks noGrp="1"/>
          </p:cNvSpPr>
          <p:nvPr>
            <p:ph type="body" sz="quarter" idx="48" hasCustomPrompt="1"/>
          </p:nvPr>
        </p:nvSpPr>
        <p:spPr>
          <a:xfrm>
            <a:off x="7103711" y="4650459"/>
            <a:ext cx="1733550" cy="463279"/>
          </a:xfrm>
        </p:spPr>
        <p:txBody>
          <a:bodyPr>
            <a:noAutofit/>
          </a:bodyPr>
          <a:lstStyle>
            <a:lvl1pPr marL="0" indent="0" algn="l">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text here</a:t>
            </a:r>
          </a:p>
        </p:txBody>
      </p:sp>
      <p:cxnSp>
        <p:nvCxnSpPr>
          <p:cNvPr id="36" name="Straight Connector 5">
            <a:extLst>
              <a:ext uri="{FF2B5EF4-FFF2-40B4-BE49-F238E27FC236}">
                <a16:creationId xmlns:a16="http://schemas.microsoft.com/office/drawing/2014/main" id="{01C3E6D1-3C65-9394-0414-0535446DFDF5}"/>
              </a:ext>
              <a:ext uri="{C183D7F6-B498-43B3-948B-1728B52AA6E4}">
                <adec:decorative xmlns:adec="http://schemas.microsoft.com/office/drawing/2017/decorative" val="1"/>
              </a:ext>
            </a:extLst>
          </p:cNvPr>
          <p:cNvCxnSpPr>
            <a:cxnSpLocks/>
          </p:cNvCxnSpPr>
          <p:nvPr userDrawn="1"/>
        </p:nvCxnSpPr>
        <p:spPr bwMode="black">
          <a:xfrm>
            <a:off x="7103711" y="5247251"/>
            <a:ext cx="1729606"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55" name="Icon 6">
            <a:extLst>
              <a:ext uri="{FF2B5EF4-FFF2-40B4-BE49-F238E27FC236}">
                <a16:creationId xmlns:a16="http://schemas.microsoft.com/office/drawing/2014/main" id="{A7764E14-C03F-B4A7-1D6C-242910DC8237}"/>
              </a:ext>
              <a:ext uri="{C183D7F6-B498-43B3-948B-1728B52AA6E4}">
                <adec:decorative xmlns:adec="http://schemas.microsoft.com/office/drawing/2017/decorative" val="1"/>
              </a:ext>
            </a:extLst>
          </p:cNvPr>
          <p:cNvSpPr>
            <a:spLocks noGrp="1"/>
          </p:cNvSpPr>
          <p:nvPr>
            <p:ph type="pic" sz="quarter" idx="53" hasCustomPrompt="1"/>
          </p:nvPr>
        </p:nvSpPr>
        <p:spPr>
          <a:xfrm>
            <a:off x="8975816" y="3353519"/>
            <a:ext cx="530352" cy="527684"/>
          </a:xfrm>
        </p:spPr>
        <p:txBody>
          <a:bodyPr anchor="ctr"/>
          <a:lstStyle>
            <a:lvl1pPr marL="0" indent="0" algn="ctr">
              <a:buNone/>
              <a:defRPr sz="1000">
                <a:latin typeface="+mj-lt"/>
              </a:defRPr>
            </a:lvl1pPr>
          </a:lstStyle>
          <a:p>
            <a:pPr marL="0" marR="0" lvl="0" indent="0" algn="ctr"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a:t>Icon</a:t>
            </a:r>
          </a:p>
        </p:txBody>
      </p:sp>
      <p:sp>
        <p:nvSpPr>
          <p:cNvPr id="54" name="Emphasis 6">
            <a:extLst>
              <a:ext uri="{FF2B5EF4-FFF2-40B4-BE49-F238E27FC236}">
                <a16:creationId xmlns:a16="http://schemas.microsoft.com/office/drawing/2014/main" id="{0C989462-830D-F148-6B6C-3050BF8EF118}"/>
              </a:ext>
            </a:extLst>
          </p:cNvPr>
          <p:cNvSpPr>
            <a:spLocks noGrp="1"/>
          </p:cNvSpPr>
          <p:nvPr>
            <p:ph type="body" sz="quarter" idx="52" hasCustomPrompt="1"/>
          </p:nvPr>
        </p:nvSpPr>
        <p:spPr>
          <a:xfrm>
            <a:off x="8975816" y="4117330"/>
            <a:ext cx="1733550" cy="463279"/>
          </a:xfrm>
        </p:spPr>
        <p:txBody>
          <a:bodyPr>
            <a:noAutofit/>
          </a:bodyPr>
          <a:lstStyle>
            <a:lvl1pPr marL="0" indent="0" algn="l">
              <a:spcBef>
                <a:spcPts val="0"/>
              </a:spcBef>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XX%</a:t>
            </a:r>
          </a:p>
        </p:txBody>
      </p:sp>
      <p:sp>
        <p:nvSpPr>
          <p:cNvPr id="53" name="Text 6">
            <a:extLst>
              <a:ext uri="{FF2B5EF4-FFF2-40B4-BE49-F238E27FC236}">
                <a16:creationId xmlns:a16="http://schemas.microsoft.com/office/drawing/2014/main" id="{4C8D8C4E-B897-B0A7-2DC4-F6176D023FF8}"/>
              </a:ext>
            </a:extLst>
          </p:cNvPr>
          <p:cNvSpPr>
            <a:spLocks noGrp="1"/>
          </p:cNvSpPr>
          <p:nvPr>
            <p:ph type="body" sz="quarter" idx="51" hasCustomPrompt="1"/>
          </p:nvPr>
        </p:nvSpPr>
        <p:spPr>
          <a:xfrm>
            <a:off x="8975816" y="4650459"/>
            <a:ext cx="1733550" cy="463279"/>
          </a:xfrm>
        </p:spPr>
        <p:txBody>
          <a:bodyPr>
            <a:noAutofit/>
          </a:bodyPr>
          <a:lstStyle>
            <a:lvl1pPr marL="0" indent="0" algn="l">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text here</a:t>
            </a:r>
          </a:p>
        </p:txBody>
      </p:sp>
      <p:cxnSp>
        <p:nvCxnSpPr>
          <p:cNvPr id="37" name="Straight Connector 6">
            <a:extLst>
              <a:ext uri="{FF2B5EF4-FFF2-40B4-BE49-F238E27FC236}">
                <a16:creationId xmlns:a16="http://schemas.microsoft.com/office/drawing/2014/main" id="{ECB65B03-D67A-A78F-C88C-356238F19AF4}"/>
              </a:ext>
              <a:ext uri="{C183D7F6-B498-43B3-948B-1728B52AA6E4}">
                <adec:decorative xmlns:adec="http://schemas.microsoft.com/office/drawing/2017/decorative" val="1"/>
              </a:ext>
            </a:extLst>
          </p:cNvPr>
          <p:cNvCxnSpPr>
            <a:cxnSpLocks/>
          </p:cNvCxnSpPr>
          <p:nvPr userDrawn="1"/>
        </p:nvCxnSpPr>
        <p:spPr bwMode="black">
          <a:xfrm>
            <a:off x="8975816" y="5247251"/>
            <a:ext cx="1729606"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pic>
        <p:nvPicPr>
          <p:cNvPr id="2" name="Pearson Logo" descr="Pearson Logo">
            <a:extLst>
              <a:ext uri="{FF2B5EF4-FFF2-40B4-BE49-F238E27FC236}">
                <a16:creationId xmlns:a16="http://schemas.microsoft.com/office/drawing/2014/main" id="{0534E6A8-2823-DF2C-3944-AEB1772E3721}"/>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861492330"/>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x3 with Picture and Data">
    <p:bg bwMode="ltGray">
      <p:bgPr>
        <a:solidFill>
          <a:srgbClr val="EDECF6"/>
        </a:solidFill>
        <a:effectLst/>
      </p:bgPr>
    </p:bg>
    <p:spTree>
      <p:nvGrpSpPr>
        <p:cNvPr id="1" name=""/>
        <p:cNvGrpSpPr/>
        <p:nvPr/>
      </p:nvGrpSpPr>
      <p:grpSpPr>
        <a:xfrm>
          <a:off x="0" y="0"/>
          <a:ext cx="0" cy="0"/>
          <a:chOff x="0" y="0"/>
          <a:chExt cx="0" cy="0"/>
        </a:xfrm>
      </p:grpSpPr>
      <p:sp>
        <p:nvSpPr>
          <p:cNvPr id="11" name="Section">
            <a:extLst>
              <a:ext uri="{FF2B5EF4-FFF2-40B4-BE49-F238E27FC236}">
                <a16:creationId xmlns:a16="http://schemas.microsoft.com/office/drawing/2014/main" id="{A1F3A24C-7CE6-DD7B-6FF6-73F034030F95}"/>
              </a:ext>
            </a:extLst>
          </p:cNvPr>
          <p:cNvSpPr>
            <a:spLocks noGrp="1"/>
          </p:cNvSpPr>
          <p:nvPr>
            <p:ph type="body" sz="quarter" idx="36"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10" name="Title">
            <a:extLst>
              <a:ext uri="{FF2B5EF4-FFF2-40B4-BE49-F238E27FC236}">
                <a16:creationId xmlns:a16="http://schemas.microsoft.com/office/drawing/2014/main" id="{6D097E3A-836D-C88E-C5FF-DA199AB3273F}"/>
              </a:ext>
            </a:extLst>
          </p:cNvPr>
          <p:cNvSpPr>
            <a:spLocks noGrp="1"/>
          </p:cNvSpPr>
          <p:nvPr>
            <p:ph type="title" hasCustomPrompt="1"/>
          </p:nvPr>
        </p:nvSpPr>
        <p:spPr>
          <a:xfrm>
            <a:off x="550164" y="1060604"/>
            <a:ext cx="5474399" cy="1668081"/>
          </a:xfrm>
        </p:spPr>
        <p:txBody>
          <a:bodyPr/>
          <a:lstStyle>
            <a:lvl1pPr>
              <a:defRPr sz="4000" b="1" i="0">
                <a:latin typeface="+mj-lt"/>
                <a:cs typeface="Segoe UI Semibold" panose="020B0502040204020203" pitchFamily="34" charset="0"/>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br>
              <a:rPr lang="en-US" noProof="0" dirty="0"/>
            </a:br>
            <a:endParaRPr lang="en-US" noProof="0" dirty="0"/>
          </a:p>
        </p:txBody>
      </p:sp>
      <p:sp>
        <p:nvSpPr>
          <p:cNvPr id="35" name="Picture">
            <a:extLst>
              <a:ext uri="{FF2B5EF4-FFF2-40B4-BE49-F238E27FC236}">
                <a16:creationId xmlns:a16="http://schemas.microsoft.com/office/drawing/2014/main" id="{3E6A3F5D-CC16-99E2-6B7D-5A57E702C26C}"/>
              </a:ext>
              <a:ext uri="{C183D7F6-B498-43B3-948B-1728B52AA6E4}">
                <adec:decorative xmlns:adec="http://schemas.microsoft.com/office/drawing/2017/decorative" val="1"/>
              </a:ext>
            </a:extLst>
          </p:cNvPr>
          <p:cNvSpPr>
            <a:spLocks noGrp="1"/>
          </p:cNvSpPr>
          <p:nvPr>
            <p:ph type="pic" sz="quarter" idx="43" hasCustomPrompt="1"/>
          </p:nvPr>
        </p:nvSpPr>
        <p:spPr bwMode="gray">
          <a:xfrm>
            <a:off x="6962775" y="0"/>
            <a:ext cx="5229225" cy="3429000"/>
          </a:xfrm>
          <a:solidFill>
            <a:srgbClr val="C1BFFF"/>
          </a:solidFill>
        </p:spPr>
        <p:txBody>
          <a:bodyPr tIns="91440" anchor="t" anchorCtr="0"/>
          <a:lstStyle>
            <a:lvl1pPr marL="0" indent="0" algn="ctr">
              <a:buNone/>
              <a:defRPr sz="1400">
                <a:latin typeface="+mj-lt"/>
              </a:defRPr>
            </a:lvl1pPr>
          </a:lstStyle>
          <a:p>
            <a:r>
              <a:rPr lang="en-US" noProof="0" dirty="0"/>
              <a:t>Add picture here</a:t>
            </a:r>
          </a:p>
        </p:txBody>
      </p:sp>
      <p:cxnSp>
        <p:nvCxnSpPr>
          <p:cNvPr id="26" name="Straight Connector 1">
            <a:extLst>
              <a:ext uri="{FF2B5EF4-FFF2-40B4-BE49-F238E27FC236}">
                <a16:creationId xmlns:a16="http://schemas.microsoft.com/office/drawing/2014/main" id="{79146A9A-6E0B-B4BE-AE0F-C6650998BE32}"/>
              </a:ext>
              <a:ext uri="{C183D7F6-B498-43B3-948B-1728B52AA6E4}">
                <adec:decorative xmlns:adec="http://schemas.microsoft.com/office/drawing/2017/decorative" val="1"/>
              </a:ext>
            </a:extLst>
          </p:cNvPr>
          <p:cNvCxnSpPr>
            <a:cxnSpLocks/>
          </p:cNvCxnSpPr>
          <p:nvPr userDrawn="1"/>
        </p:nvCxnSpPr>
        <p:spPr bwMode="black">
          <a:xfrm>
            <a:off x="550164" y="3436285"/>
            <a:ext cx="5475600" cy="0"/>
          </a:xfrm>
          <a:prstGeom prst="line">
            <a:avLst/>
          </a:prstGeom>
          <a:ln w="12700">
            <a:solidFill>
              <a:srgbClr val="C1BFFF"/>
            </a:solidFill>
          </a:ln>
        </p:spPr>
        <p:style>
          <a:lnRef idx="2">
            <a:schemeClr val="accent1"/>
          </a:lnRef>
          <a:fillRef idx="0">
            <a:schemeClr val="accent1"/>
          </a:fillRef>
          <a:effectRef idx="1">
            <a:schemeClr val="accent1"/>
          </a:effectRef>
          <a:fontRef idx="minor">
            <a:schemeClr val="tx1"/>
          </a:fontRef>
        </p:style>
      </p:cxnSp>
      <p:sp>
        <p:nvSpPr>
          <p:cNvPr id="3" name="Subhead 1">
            <a:extLst>
              <a:ext uri="{FF2B5EF4-FFF2-40B4-BE49-F238E27FC236}">
                <a16:creationId xmlns:a16="http://schemas.microsoft.com/office/drawing/2014/main" id="{1D8D160B-6BB7-235F-B8C9-392F2A862DC3}"/>
              </a:ext>
            </a:extLst>
          </p:cNvPr>
          <p:cNvSpPr>
            <a:spLocks noGrp="1"/>
          </p:cNvSpPr>
          <p:nvPr>
            <p:ph type="body" idx="1" hasCustomPrompt="1"/>
          </p:nvPr>
        </p:nvSpPr>
        <p:spPr>
          <a:xfrm>
            <a:off x="550159" y="3528223"/>
            <a:ext cx="1735841" cy="594000"/>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Subhead</a:t>
            </a:r>
          </a:p>
        </p:txBody>
      </p:sp>
      <p:sp>
        <p:nvSpPr>
          <p:cNvPr id="13" name="Text 1">
            <a:extLst>
              <a:ext uri="{FF2B5EF4-FFF2-40B4-BE49-F238E27FC236}">
                <a16:creationId xmlns:a16="http://schemas.microsoft.com/office/drawing/2014/main" id="{DC257629-1D3C-76AF-80D7-B0D5FA453164}"/>
              </a:ext>
            </a:extLst>
          </p:cNvPr>
          <p:cNvSpPr>
            <a:spLocks noGrp="1"/>
          </p:cNvSpPr>
          <p:nvPr>
            <p:ph type="body" sz="quarter" idx="15" hasCustomPrompt="1"/>
          </p:nvPr>
        </p:nvSpPr>
        <p:spPr>
          <a:xfrm>
            <a:off x="2416175" y="3529232"/>
            <a:ext cx="3608388" cy="591982"/>
          </a:xfrm>
        </p:spPr>
        <p:txBody>
          <a:bodyPr/>
          <a:lstStyle>
            <a:lvl1pPr marL="0" indent="0">
              <a:buNone/>
              <a:defRPr sz="1200">
                <a:latin typeface="+mj-lt"/>
                <a:cs typeface="Segoe UI"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lvl="0"/>
            <a:r>
              <a:rPr lang="en-US" noProof="0" dirty="0"/>
              <a:t>Place text here</a:t>
            </a:r>
          </a:p>
        </p:txBody>
      </p:sp>
      <p:cxnSp>
        <p:nvCxnSpPr>
          <p:cNvPr id="27" name="Straight Connector 2">
            <a:extLst>
              <a:ext uri="{FF2B5EF4-FFF2-40B4-BE49-F238E27FC236}">
                <a16:creationId xmlns:a16="http://schemas.microsoft.com/office/drawing/2014/main" id="{9090A835-7444-B302-D51F-C112538AB2FF}"/>
              </a:ext>
              <a:ext uri="{C183D7F6-B498-43B3-948B-1728B52AA6E4}">
                <adec:decorative xmlns:adec="http://schemas.microsoft.com/office/drawing/2017/decorative" val="1"/>
              </a:ext>
            </a:extLst>
          </p:cNvPr>
          <p:cNvCxnSpPr>
            <a:cxnSpLocks/>
          </p:cNvCxnSpPr>
          <p:nvPr userDrawn="1"/>
        </p:nvCxnSpPr>
        <p:spPr bwMode="black">
          <a:xfrm>
            <a:off x="550164" y="4214160"/>
            <a:ext cx="5475600" cy="0"/>
          </a:xfrm>
          <a:prstGeom prst="line">
            <a:avLst/>
          </a:prstGeom>
          <a:ln w="12700">
            <a:solidFill>
              <a:srgbClr val="C1BFFF"/>
            </a:solidFill>
          </a:ln>
        </p:spPr>
        <p:style>
          <a:lnRef idx="2">
            <a:schemeClr val="accent1"/>
          </a:lnRef>
          <a:fillRef idx="0">
            <a:schemeClr val="accent1"/>
          </a:fillRef>
          <a:effectRef idx="1">
            <a:schemeClr val="accent1"/>
          </a:effectRef>
          <a:fontRef idx="minor">
            <a:schemeClr val="tx1"/>
          </a:fontRef>
        </p:style>
      </p:cxnSp>
      <p:sp>
        <p:nvSpPr>
          <p:cNvPr id="12" name="Subhead 2">
            <a:extLst>
              <a:ext uri="{FF2B5EF4-FFF2-40B4-BE49-F238E27FC236}">
                <a16:creationId xmlns:a16="http://schemas.microsoft.com/office/drawing/2014/main" id="{8D4ED7C8-E467-7117-068C-889EB04CBCEF}"/>
              </a:ext>
            </a:extLst>
          </p:cNvPr>
          <p:cNvSpPr>
            <a:spLocks noGrp="1"/>
          </p:cNvSpPr>
          <p:nvPr>
            <p:ph type="body" idx="37" hasCustomPrompt="1"/>
          </p:nvPr>
        </p:nvSpPr>
        <p:spPr>
          <a:xfrm>
            <a:off x="550159" y="4306098"/>
            <a:ext cx="1735841" cy="594000"/>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Subhead</a:t>
            </a:r>
          </a:p>
        </p:txBody>
      </p:sp>
      <p:sp>
        <p:nvSpPr>
          <p:cNvPr id="15" name="Text 2">
            <a:extLst>
              <a:ext uri="{FF2B5EF4-FFF2-40B4-BE49-F238E27FC236}">
                <a16:creationId xmlns:a16="http://schemas.microsoft.com/office/drawing/2014/main" id="{A1207A32-3F17-9D52-24F2-4886EB37B029}"/>
              </a:ext>
            </a:extLst>
          </p:cNvPr>
          <p:cNvSpPr>
            <a:spLocks noGrp="1"/>
          </p:cNvSpPr>
          <p:nvPr>
            <p:ph type="body" sz="quarter" idx="38" hasCustomPrompt="1"/>
          </p:nvPr>
        </p:nvSpPr>
        <p:spPr>
          <a:xfrm>
            <a:off x="2416175" y="4307107"/>
            <a:ext cx="3608388" cy="591982"/>
          </a:xfrm>
        </p:spPr>
        <p:txBody>
          <a:bodyPr/>
          <a:lstStyle>
            <a:lvl1pPr marL="0" indent="0">
              <a:buNone/>
              <a:defRPr sz="1200">
                <a:latin typeface="+mj-lt"/>
                <a:cs typeface="Segoe UI"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lvl="0"/>
            <a:r>
              <a:rPr lang="en-US" noProof="0"/>
              <a:t>Place text here</a:t>
            </a:r>
          </a:p>
        </p:txBody>
      </p:sp>
      <p:cxnSp>
        <p:nvCxnSpPr>
          <p:cNvPr id="28" name="Straight Connector 3">
            <a:extLst>
              <a:ext uri="{FF2B5EF4-FFF2-40B4-BE49-F238E27FC236}">
                <a16:creationId xmlns:a16="http://schemas.microsoft.com/office/drawing/2014/main" id="{A36E3F61-4CCF-B0DB-B067-0C1FAB8D62CD}"/>
              </a:ext>
              <a:ext uri="{C183D7F6-B498-43B3-948B-1728B52AA6E4}">
                <adec:decorative xmlns:adec="http://schemas.microsoft.com/office/drawing/2017/decorative" val="1"/>
              </a:ext>
            </a:extLst>
          </p:cNvPr>
          <p:cNvCxnSpPr>
            <a:cxnSpLocks/>
          </p:cNvCxnSpPr>
          <p:nvPr userDrawn="1"/>
        </p:nvCxnSpPr>
        <p:spPr bwMode="black">
          <a:xfrm>
            <a:off x="550164" y="4992035"/>
            <a:ext cx="5475600" cy="0"/>
          </a:xfrm>
          <a:prstGeom prst="line">
            <a:avLst/>
          </a:prstGeom>
          <a:ln w="12700">
            <a:solidFill>
              <a:srgbClr val="C1BFFF"/>
            </a:solidFill>
          </a:ln>
        </p:spPr>
        <p:style>
          <a:lnRef idx="2">
            <a:schemeClr val="accent1"/>
          </a:lnRef>
          <a:fillRef idx="0">
            <a:schemeClr val="accent1"/>
          </a:fillRef>
          <a:effectRef idx="1">
            <a:schemeClr val="accent1"/>
          </a:effectRef>
          <a:fontRef idx="minor">
            <a:schemeClr val="tx1"/>
          </a:fontRef>
        </p:style>
      </p:cxnSp>
      <p:sp>
        <p:nvSpPr>
          <p:cNvPr id="24" name="Subhead 3">
            <a:extLst>
              <a:ext uri="{FF2B5EF4-FFF2-40B4-BE49-F238E27FC236}">
                <a16:creationId xmlns:a16="http://schemas.microsoft.com/office/drawing/2014/main" id="{737C5878-BE9F-CEE3-FB51-F9FD99DC45B3}"/>
              </a:ext>
            </a:extLst>
          </p:cNvPr>
          <p:cNvSpPr>
            <a:spLocks noGrp="1"/>
          </p:cNvSpPr>
          <p:nvPr>
            <p:ph type="body" idx="39" hasCustomPrompt="1"/>
          </p:nvPr>
        </p:nvSpPr>
        <p:spPr>
          <a:xfrm>
            <a:off x="550159" y="5083972"/>
            <a:ext cx="1735841" cy="594000"/>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Subhead</a:t>
            </a:r>
          </a:p>
        </p:txBody>
      </p:sp>
      <p:sp>
        <p:nvSpPr>
          <p:cNvPr id="25" name="Text 3">
            <a:extLst>
              <a:ext uri="{FF2B5EF4-FFF2-40B4-BE49-F238E27FC236}">
                <a16:creationId xmlns:a16="http://schemas.microsoft.com/office/drawing/2014/main" id="{AE84FDF6-F80B-FD5A-9708-F6BB7449A213}"/>
              </a:ext>
            </a:extLst>
          </p:cNvPr>
          <p:cNvSpPr>
            <a:spLocks noGrp="1"/>
          </p:cNvSpPr>
          <p:nvPr>
            <p:ph type="body" sz="quarter" idx="40" hasCustomPrompt="1"/>
          </p:nvPr>
        </p:nvSpPr>
        <p:spPr>
          <a:xfrm>
            <a:off x="2416175" y="5084981"/>
            <a:ext cx="3608388" cy="591982"/>
          </a:xfrm>
        </p:spPr>
        <p:txBody>
          <a:bodyPr/>
          <a:lstStyle>
            <a:lvl1pPr marL="0" indent="0">
              <a:buNone/>
              <a:defRPr sz="1200">
                <a:latin typeface="+mj-lt"/>
                <a:cs typeface="Segoe UI"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lvl="0"/>
            <a:r>
              <a:rPr lang="en-US" noProof="0"/>
              <a:t>Place text here</a:t>
            </a:r>
          </a:p>
        </p:txBody>
      </p:sp>
      <p:cxnSp>
        <p:nvCxnSpPr>
          <p:cNvPr id="29" name="Straight Connector 4">
            <a:extLst>
              <a:ext uri="{FF2B5EF4-FFF2-40B4-BE49-F238E27FC236}">
                <a16:creationId xmlns:a16="http://schemas.microsoft.com/office/drawing/2014/main" id="{0682DB81-A2E3-4ED8-0DF3-6D53FE8E9B83}"/>
              </a:ext>
              <a:ext uri="{C183D7F6-B498-43B3-948B-1728B52AA6E4}">
                <adec:decorative xmlns:adec="http://schemas.microsoft.com/office/drawing/2017/decorative" val="1"/>
              </a:ext>
            </a:extLst>
          </p:cNvPr>
          <p:cNvCxnSpPr>
            <a:cxnSpLocks/>
          </p:cNvCxnSpPr>
          <p:nvPr userDrawn="1"/>
        </p:nvCxnSpPr>
        <p:spPr bwMode="black">
          <a:xfrm>
            <a:off x="550164" y="5769910"/>
            <a:ext cx="5475600" cy="0"/>
          </a:xfrm>
          <a:prstGeom prst="line">
            <a:avLst/>
          </a:prstGeom>
          <a:ln w="12700">
            <a:solidFill>
              <a:srgbClr val="512EAB"/>
            </a:solidFill>
          </a:ln>
        </p:spPr>
        <p:style>
          <a:lnRef idx="2">
            <a:schemeClr val="accent1"/>
          </a:lnRef>
          <a:fillRef idx="0">
            <a:schemeClr val="accent1"/>
          </a:fillRef>
          <a:effectRef idx="1">
            <a:schemeClr val="accent1"/>
          </a:effectRef>
          <a:fontRef idx="minor">
            <a:schemeClr val="tx1"/>
          </a:fontRef>
        </p:style>
      </p:cxnSp>
      <p:sp>
        <p:nvSpPr>
          <p:cNvPr id="2" name="Icon 4">
            <a:extLst>
              <a:ext uri="{FF2B5EF4-FFF2-40B4-BE49-F238E27FC236}">
                <a16:creationId xmlns:a16="http://schemas.microsoft.com/office/drawing/2014/main" id="{B97D3715-8F9D-44AF-B9CE-86F8BAF81433}"/>
              </a:ext>
              <a:ext uri="{C183D7F6-B498-43B3-948B-1728B52AA6E4}">
                <adec:decorative xmlns:adec="http://schemas.microsoft.com/office/drawing/2017/decorative" val="1"/>
              </a:ext>
            </a:extLst>
          </p:cNvPr>
          <p:cNvSpPr>
            <a:spLocks noGrp="1"/>
          </p:cNvSpPr>
          <p:nvPr>
            <p:ph type="pic" sz="quarter" idx="46" hasCustomPrompt="1"/>
          </p:nvPr>
        </p:nvSpPr>
        <p:spPr>
          <a:xfrm>
            <a:off x="6962775" y="3857372"/>
            <a:ext cx="530352" cy="527684"/>
          </a:xfrm>
        </p:spPr>
        <p:txBody>
          <a:bodyPr anchor="ctr"/>
          <a:lstStyle>
            <a:lvl1pPr marL="0" indent="0" algn="ctr">
              <a:buNone/>
              <a:defRPr sz="1000">
                <a:latin typeface="+mj-lt"/>
              </a:defRPr>
            </a:lvl1pPr>
          </a:lstStyle>
          <a:p>
            <a:r>
              <a:rPr lang="en-US" noProof="0"/>
              <a:t>Icon</a:t>
            </a:r>
          </a:p>
        </p:txBody>
      </p:sp>
      <p:sp>
        <p:nvSpPr>
          <p:cNvPr id="36" name="Emphasis 4">
            <a:extLst>
              <a:ext uri="{FF2B5EF4-FFF2-40B4-BE49-F238E27FC236}">
                <a16:creationId xmlns:a16="http://schemas.microsoft.com/office/drawing/2014/main" id="{31BEC663-72C3-3B11-A096-3CE35F5980AF}"/>
              </a:ext>
              <a:ext uri="{C183D7F6-B498-43B3-948B-1728B52AA6E4}">
                <adec:decorative xmlns:adec="http://schemas.microsoft.com/office/drawing/2017/decorative" val="0"/>
              </a:ext>
            </a:extLst>
          </p:cNvPr>
          <p:cNvSpPr>
            <a:spLocks noGrp="1"/>
          </p:cNvSpPr>
          <p:nvPr>
            <p:ph type="body" sz="quarter" idx="44" hasCustomPrompt="1"/>
          </p:nvPr>
        </p:nvSpPr>
        <p:spPr>
          <a:xfrm>
            <a:off x="6962775" y="4554357"/>
            <a:ext cx="1873250" cy="484368"/>
          </a:xfrm>
        </p:spPr>
        <p:txBody>
          <a:bodyPr/>
          <a:lstStyle>
            <a:lvl1pPr marL="0" indent="0">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a:t>
            </a:r>
          </a:p>
        </p:txBody>
      </p:sp>
      <p:sp>
        <p:nvSpPr>
          <p:cNvPr id="31" name="Text 4">
            <a:extLst>
              <a:ext uri="{FF2B5EF4-FFF2-40B4-BE49-F238E27FC236}">
                <a16:creationId xmlns:a16="http://schemas.microsoft.com/office/drawing/2014/main" id="{A8D4E847-9962-3BD1-C334-535F049BACD8}"/>
              </a:ext>
            </a:extLst>
          </p:cNvPr>
          <p:cNvSpPr>
            <a:spLocks noGrp="1"/>
          </p:cNvSpPr>
          <p:nvPr>
            <p:ph type="body" sz="quarter" idx="41" hasCustomPrompt="1"/>
          </p:nvPr>
        </p:nvSpPr>
        <p:spPr>
          <a:xfrm>
            <a:off x="6962775" y="5105140"/>
            <a:ext cx="1873250" cy="591982"/>
          </a:xfrm>
        </p:spPr>
        <p:txBody>
          <a:bodyPr/>
          <a:lstStyle>
            <a:lvl1pPr marL="0" indent="0">
              <a:buNone/>
              <a:defRPr sz="1200">
                <a:latin typeface="+mj-lt"/>
                <a:cs typeface="Segoe UI"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lvl="0"/>
            <a:r>
              <a:rPr lang="en-US" noProof="0" dirty="0"/>
              <a:t>Place text here</a:t>
            </a:r>
          </a:p>
        </p:txBody>
      </p:sp>
      <p:sp>
        <p:nvSpPr>
          <p:cNvPr id="4" name="Icon 5">
            <a:extLst>
              <a:ext uri="{FF2B5EF4-FFF2-40B4-BE49-F238E27FC236}">
                <a16:creationId xmlns:a16="http://schemas.microsoft.com/office/drawing/2014/main" id="{320520FF-96DA-71B5-7849-A32DCE1E494F}"/>
              </a:ext>
              <a:ext uri="{C183D7F6-B498-43B3-948B-1728B52AA6E4}">
                <adec:decorative xmlns:adec="http://schemas.microsoft.com/office/drawing/2017/decorative" val="1"/>
              </a:ext>
            </a:extLst>
          </p:cNvPr>
          <p:cNvSpPr>
            <a:spLocks noGrp="1"/>
          </p:cNvSpPr>
          <p:nvPr>
            <p:ph type="pic" sz="quarter" idx="47" hasCustomPrompt="1"/>
          </p:nvPr>
        </p:nvSpPr>
        <p:spPr>
          <a:xfrm>
            <a:off x="9642475" y="3857372"/>
            <a:ext cx="530352" cy="527684"/>
          </a:xfrm>
        </p:spPr>
        <p:txBody>
          <a:bodyPr anchor="ctr"/>
          <a:lstStyle>
            <a:lvl1pPr marL="0" indent="0" algn="ctr">
              <a:buNone/>
              <a:defRPr sz="1000">
                <a:latin typeface="+mj-lt"/>
              </a:defRPr>
            </a:lvl1pPr>
          </a:lstStyle>
          <a:p>
            <a:r>
              <a:rPr lang="en-US" noProof="0"/>
              <a:t>Icon</a:t>
            </a:r>
          </a:p>
        </p:txBody>
      </p:sp>
      <p:sp>
        <p:nvSpPr>
          <p:cNvPr id="37" name="Emphasis 5">
            <a:extLst>
              <a:ext uri="{FF2B5EF4-FFF2-40B4-BE49-F238E27FC236}">
                <a16:creationId xmlns:a16="http://schemas.microsoft.com/office/drawing/2014/main" id="{97648B0D-0495-B474-7EB4-22C29D3D3E4B}"/>
              </a:ext>
            </a:extLst>
          </p:cNvPr>
          <p:cNvSpPr>
            <a:spLocks noGrp="1"/>
          </p:cNvSpPr>
          <p:nvPr>
            <p:ph type="body" sz="quarter" idx="45" hasCustomPrompt="1"/>
          </p:nvPr>
        </p:nvSpPr>
        <p:spPr>
          <a:xfrm>
            <a:off x="9642475" y="4554357"/>
            <a:ext cx="1873250" cy="484368"/>
          </a:xfrm>
        </p:spPr>
        <p:txBody>
          <a:bodyPr/>
          <a:lstStyle>
            <a:lvl1pPr marL="0" indent="0">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a:t>
            </a:r>
          </a:p>
        </p:txBody>
      </p:sp>
      <p:sp>
        <p:nvSpPr>
          <p:cNvPr id="33" name="Text 5">
            <a:extLst>
              <a:ext uri="{FF2B5EF4-FFF2-40B4-BE49-F238E27FC236}">
                <a16:creationId xmlns:a16="http://schemas.microsoft.com/office/drawing/2014/main" id="{4DCBB2BA-37A8-BC99-9A2E-C5E7894E66C2}"/>
              </a:ext>
            </a:extLst>
          </p:cNvPr>
          <p:cNvSpPr>
            <a:spLocks noGrp="1"/>
          </p:cNvSpPr>
          <p:nvPr>
            <p:ph type="body" sz="quarter" idx="42" hasCustomPrompt="1"/>
          </p:nvPr>
        </p:nvSpPr>
        <p:spPr>
          <a:xfrm>
            <a:off x="9642475" y="5105140"/>
            <a:ext cx="1873250" cy="591982"/>
          </a:xfrm>
        </p:spPr>
        <p:txBody>
          <a:bodyPr/>
          <a:lstStyle>
            <a:lvl1pPr marL="0" indent="0">
              <a:buNone/>
              <a:defRPr sz="1200">
                <a:latin typeface="+mj-lt"/>
                <a:cs typeface="Segoe UI"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lvl="0"/>
            <a:r>
              <a:rPr lang="en-US" noProof="0" dirty="0"/>
              <a:t>Place text here</a:t>
            </a:r>
          </a:p>
        </p:txBody>
      </p:sp>
      <p:cxnSp>
        <p:nvCxnSpPr>
          <p:cNvPr id="30" name="Straight Connector 5">
            <a:extLst>
              <a:ext uri="{FF2B5EF4-FFF2-40B4-BE49-F238E27FC236}">
                <a16:creationId xmlns:a16="http://schemas.microsoft.com/office/drawing/2014/main" id="{C7412105-D75B-B782-8EBD-AD715987514A}"/>
              </a:ext>
              <a:ext uri="{C183D7F6-B498-43B3-948B-1728B52AA6E4}">
                <adec:decorative xmlns:adec="http://schemas.microsoft.com/office/drawing/2017/decorative" val="1"/>
              </a:ext>
            </a:extLst>
          </p:cNvPr>
          <p:cNvCxnSpPr>
            <a:cxnSpLocks/>
          </p:cNvCxnSpPr>
          <p:nvPr userDrawn="1"/>
        </p:nvCxnSpPr>
        <p:spPr bwMode="black">
          <a:xfrm>
            <a:off x="6962775" y="5769910"/>
            <a:ext cx="4679061" cy="0"/>
          </a:xfrm>
          <a:prstGeom prst="line">
            <a:avLst/>
          </a:prstGeom>
          <a:ln w="12700">
            <a:solidFill>
              <a:srgbClr val="512EAB"/>
            </a:solidFill>
          </a:ln>
        </p:spPr>
        <p:style>
          <a:lnRef idx="2">
            <a:schemeClr val="accent1"/>
          </a:lnRef>
          <a:fillRef idx="0">
            <a:schemeClr val="accent1"/>
          </a:fillRef>
          <a:effectRef idx="1">
            <a:schemeClr val="accent1"/>
          </a:effectRef>
          <a:fontRef idx="minor">
            <a:schemeClr val="tx1"/>
          </a:fontRef>
        </p:style>
      </p:cxnSp>
      <p:pic>
        <p:nvPicPr>
          <p:cNvPr id="5" name="Pearson Logo" descr="Pearson Logo">
            <a:extLst>
              <a:ext uri="{FF2B5EF4-FFF2-40B4-BE49-F238E27FC236}">
                <a16:creationId xmlns:a16="http://schemas.microsoft.com/office/drawing/2014/main" id="{CD88CEEA-9D2E-DDC9-4E5D-3230D85CE0EA}"/>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7385243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con with Text and Data x2 A">
    <p:bg bwMode="ltGray">
      <p:bgRef idx="1001">
        <a:schemeClr val="bg1"/>
      </p:bgRef>
    </p:bg>
    <p:spTree>
      <p:nvGrpSpPr>
        <p:cNvPr id="1" name=""/>
        <p:cNvGrpSpPr/>
        <p:nvPr/>
      </p:nvGrpSpPr>
      <p:grpSpPr>
        <a:xfrm>
          <a:off x="0" y="0"/>
          <a:ext cx="0" cy="0"/>
          <a:chOff x="0" y="0"/>
          <a:chExt cx="0" cy="0"/>
        </a:xfrm>
      </p:grpSpPr>
      <p:sp>
        <p:nvSpPr>
          <p:cNvPr id="2" name="Section">
            <a:extLst>
              <a:ext uri="{FF2B5EF4-FFF2-40B4-BE49-F238E27FC236}">
                <a16:creationId xmlns:a16="http://schemas.microsoft.com/office/drawing/2014/main" id="{4CCDD28A-023B-F35D-B686-793D5175B47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lang="en-US" sz="1000" kern="1200" cap="all" baseline="0" dirty="0">
                <a:solidFill>
                  <a:srgbClr val="512EAB"/>
                </a:solidFill>
                <a:latin typeface="+mj-lt"/>
                <a:ea typeface="+mn-ea"/>
                <a:cs typeface="Segoe UI" panose="020B0502040204020203" pitchFamily="34" charset="0"/>
              </a:defRPr>
            </a:lvl1pPr>
          </a:lstStyle>
          <a:p>
            <a:pPr marL="0" lvl="0" indent="0" algn="l" defTabSz="914400" rtl="0" eaLnBrk="1" latinLnBrk="0" hangingPunct="1">
              <a:lnSpc>
                <a:spcPct val="100000"/>
              </a:lnSpc>
              <a:spcBef>
                <a:spcPts val="0"/>
              </a:spcBef>
              <a:spcAft>
                <a:spcPts val="0"/>
              </a:spcAft>
              <a:buFont typeface="Plus Jakarta Sans" panose="020B0604020202020204" pitchFamily="34" charset="0"/>
              <a:buNone/>
            </a:pPr>
            <a:r>
              <a:rPr lang="en-US" noProof="0" dirty="0"/>
              <a:t>Section title</a:t>
            </a:r>
          </a:p>
        </p:txBody>
      </p:sp>
      <p:sp>
        <p:nvSpPr>
          <p:cNvPr id="8" name="Title">
            <a:extLst>
              <a:ext uri="{FF2B5EF4-FFF2-40B4-BE49-F238E27FC236}">
                <a16:creationId xmlns:a16="http://schemas.microsoft.com/office/drawing/2014/main" id="{BD66E5D9-89E4-452D-81E9-305BE3BC55CC}"/>
              </a:ext>
            </a:extLst>
          </p:cNvPr>
          <p:cNvSpPr>
            <a:spLocks noGrp="1"/>
          </p:cNvSpPr>
          <p:nvPr>
            <p:ph type="title" hasCustomPrompt="1"/>
          </p:nvPr>
        </p:nvSpPr>
        <p:spPr>
          <a:xfrm>
            <a:off x="550164" y="1058862"/>
            <a:ext cx="5615686" cy="1697037"/>
          </a:xfrm>
        </p:spPr>
        <p:txBody>
          <a:bodyPr/>
          <a:lstStyle>
            <a:lvl1pPr>
              <a:defRPr sz="4000">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endParaRPr lang="en-US" noProof="0" dirty="0"/>
          </a:p>
        </p:txBody>
      </p:sp>
      <p:sp>
        <p:nvSpPr>
          <p:cNvPr id="9" name="Rounded Rectangle 1">
            <a:extLst>
              <a:ext uri="{FF2B5EF4-FFF2-40B4-BE49-F238E27FC236}">
                <a16:creationId xmlns:a16="http://schemas.microsoft.com/office/drawing/2014/main" id="{D8086842-FA1E-79F4-2549-081CBADC25D1}"/>
              </a:ext>
              <a:ext uri="{C183D7F6-B498-43B3-948B-1728B52AA6E4}">
                <adec:decorative xmlns:adec="http://schemas.microsoft.com/office/drawing/2017/decorative" val="1"/>
              </a:ext>
            </a:extLst>
          </p:cNvPr>
          <p:cNvSpPr/>
          <p:nvPr userDrawn="1"/>
        </p:nvSpPr>
        <p:spPr bwMode="ltGray">
          <a:xfrm>
            <a:off x="548640" y="3429000"/>
            <a:ext cx="2667635" cy="2333626"/>
          </a:xfrm>
          <a:prstGeom prst="roundRect">
            <a:avLst>
              <a:gd name="adj" fmla="val 8037"/>
            </a:avLst>
          </a:prstGeom>
          <a:solidFill>
            <a:srgbClr val="C1BFFF"/>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5" name="Icon 1">
            <a:extLst>
              <a:ext uri="{FF2B5EF4-FFF2-40B4-BE49-F238E27FC236}">
                <a16:creationId xmlns:a16="http://schemas.microsoft.com/office/drawing/2014/main" id="{99453C8C-2CC1-6F32-0EEF-0BD69EB95ADF}"/>
              </a:ext>
              <a:ext uri="{C183D7F6-B498-43B3-948B-1728B52AA6E4}">
                <adec:decorative xmlns:adec="http://schemas.microsoft.com/office/drawing/2017/decorative" val="1"/>
              </a:ext>
            </a:extLst>
          </p:cNvPr>
          <p:cNvSpPr>
            <a:spLocks noGrp="1"/>
          </p:cNvSpPr>
          <p:nvPr>
            <p:ph type="pic" sz="quarter" idx="46" hasCustomPrompt="1"/>
          </p:nvPr>
        </p:nvSpPr>
        <p:spPr>
          <a:xfrm>
            <a:off x="861513" y="3660204"/>
            <a:ext cx="360644" cy="358830"/>
          </a:xfrm>
        </p:spPr>
        <p:txBody>
          <a:bodyPr anchor="ctr"/>
          <a:lstStyle>
            <a:lvl1pPr marL="0" indent="0" algn="ctr">
              <a:buNone/>
              <a:defRPr sz="1000">
                <a:latin typeface="+mj-lt"/>
              </a:defRPr>
            </a:lvl1pPr>
          </a:lstStyle>
          <a:p>
            <a:r>
              <a:rPr lang="en-US" noProof="0"/>
              <a:t>Icon</a:t>
            </a:r>
          </a:p>
        </p:txBody>
      </p:sp>
      <p:sp>
        <p:nvSpPr>
          <p:cNvPr id="4" name="Text 1">
            <a:extLst>
              <a:ext uri="{FF2B5EF4-FFF2-40B4-BE49-F238E27FC236}">
                <a16:creationId xmlns:a16="http://schemas.microsoft.com/office/drawing/2014/main" id="{9E7D6D48-F720-9A3E-055F-AF9BDA41E722}"/>
              </a:ext>
            </a:extLst>
          </p:cNvPr>
          <p:cNvSpPr>
            <a:spLocks noGrp="1"/>
          </p:cNvSpPr>
          <p:nvPr>
            <p:ph type="body" sz="half" idx="2" hasCustomPrompt="1"/>
          </p:nvPr>
        </p:nvSpPr>
        <p:spPr>
          <a:xfrm>
            <a:off x="861513" y="4151086"/>
            <a:ext cx="2099401" cy="798285"/>
          </a:xfrm>
        </p:spPr>
        <p:txBody>
          <a:bodyPr/>
          <a:lstStyle>
            <a:lvl1pPr marL="0" indent="0">
              <a:buNone/>
              <a:defRPr kumimoji="0" lang="en-GB" sz="14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dirty="0"/>
              <a:t>Place text here </a:t>
            </a:r>
          </a:p>
        </p:txBody>
      </p:sp>
      <p:cxnSp>
        <p:nvCxnSpPr>
          <p:cNvPr id="14" name="Straight Connector 1">
            <a:extLst>
              <a:ext uri="{FF2B5EF4-FFF2-40B4-BE49-F238E27FC236}">
                <a16:creationId xmlns:a16="http://schemas.microsoft.com/office/drawing/2014/main" id="{DEE76BFF-71B0-FA5F-A6DB-23B541DEA007}"/>
              </a:ext>
              <a:ext uri="{C183D7F6-B498-43B3-948B-1728B52AA6E4}">
                <adec:decorative xmlns:adec="http://schemas.microsoft.com/office/drawing/2017/decorative" val="1"/>
              </a:ext>
            </a:extLst>
          </p:cNvPr>
          <p:cNvCxnSpPr>
            <a:cxnSpLocks/>
          </p:cNvCxnSpPr>
          <p:nvPr userDrawn="1"/>
        </p:nvCxnSpPr>
        <p:spPr bwMode="black">
          <a:xfrm>
            <a:off x="861513" y="4945223"/>
            <a:ext cx="2041889"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16" name="Emphasis 1">
            <a:extLst>
              <a:ext uri="{FF2B5EF4-FFF2-40B4-BE49-F238E27FC236}">
                <a16:creationId xmlns:a16="http://schemas.microsoft.com/office/drawing/2014/main" id="{FEAACE1B-BEAD-3920-329D-328DD0C311A1}"/>
              </a:ext>
            </a:extLst>
          </p:cNvPr>
          <p:cNvSpPr>
            <a:spLocks noGrp="1"/>
          </p:cNvSpPr>
          <p:nvPr>
            <p:ph type="body" sz="half" idx="29" hasCustomPrompt="1"/>
          </p:nvPr>
        </p:nvSpPr>
        <p:spPr>
          <a:xfrm>
            <a:off x="861513" y="5020763"/>
            <a:ext cx="2099401" cy="598988"/>
          </a:xfrm>
        </p:spPr>
        <p:txBody>
          <a:bodyPr/>
          <a:lstStyle>
            <a:lvl1pPr marL="0" indent="0">
              <a:buNone/>
              <a:defRPr kumimoji="0" lang="en-GB" sz="40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XX%</a:t>
            </a:r>
          </a:p>
        </p:txBody>
      </p:sp>
      <p:sp>
        <p:nvSpPr>
          <p:cNvPr id="10" name="Rounded Rectangle 2">
            <a:extLst>
              <a:ext uri="{FF2B5EF4-FFF2-40B4-BE49-F238E27FC236}">
                <a16:creationId xmlns:a16="http://schemas.microsoft.com/office/drawing/2014/main" id="{4B3871BA-7671-DB3E-43F7-9884E19BA8B2}"/>
              </a:ext>
              <a:ext uri="{C183D7F6-B498-43B3-948B-1728B52AA6E4}">
                <adec:decorative xmlns:adec="http://schemas.microsoft.com/office/drawing/2017/decorative" val="1"/>
              </a:ext>
            </a:extLst>
          </p:cNvPr>
          <p:cNvSpPr/>
          <p:nvPr userDrawn="1"/>
        </p:nvSpPr>
        <p:spPr bwMode="ltGray">
          <a:xfrm>
            <a:off x="3356928" y="3429000"/>
            <a:ext cx="2667635" cy="2333626"/>
          </a:xfrm>
          <a:prstGeom prst="roundRect">
            <a:avLst>
              <a:gd name="adj" fmla="val 8037"/>
            </a:avLst>
          </a:prstGeom>
          <a:solidFill>
            <a:srgbClr val="EDECF6"/>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2" name="Icon 2">
            <a:extLst>
              <a:ext uri="{FF2B5EF4-FFF2-40B4-BE49-F238E27FC236}">
                <a16:creationId xmlns:a16="http://schemas.microsoft.com/office/drawing/2014/main" id="{7D5D11B1-D31B-90D8-F009-1DF3353083BB}"/>
              </a:ext>
              <a:ext uri="{C183D7F6-B498-43B3-948B-1728B52AA6E4}">
                <adec:decorative xmlns:adec="http://schemas.microsoft.com/office/drawing/2017/decorative" val="1"/>
              </a:ext>
            </a:extLst>
          </p:cNvPr>
          <p:cNvSpPr>
            <a:spLocks noGrp="1"/>
          </p:cNvSpPr>
          <p:nvPr>
            <p:ph type="pic" sz="quarter" idx="47" hasCustomPrompt="1"/>
          </p:nvPr>
        </p:nvSpPr>
        <p:spPr>
          <a:xfrm>
            <a:off x="3669801" y="3660204"/>
            <a:ext cx="360644" cy="358830"/>
          </a:xfrm>
        </p:spPr>
        <p:txBody>
          <a:bodyPr anchor="ctr"/>
          <a:lstStyle>
            <a:lvl1pPr marL="0" indent="0" algn="ctr">
              <a:buNone/>
              <a:defRPr sz="1000">
                <a:latin typeface="+mj-lt"/>
              </a:defRPr>
            </a:lvl1pPr>
          </a:lstStyle>
          <a:p>
            <a:r>
              <a:rPr lang="en-US" noProof="0"/>
              <a:t>Icon</a:t>
            </a:r>
          </a:p>
        </p:txBody>
      </p:sp>
      <p:sp>
        <p:nvSpPr>
          <p:cNvPr id="11" name="Text 2">
            <a:extLst>
              <a:ext uri="{FF2B5EF4-FFF2-40B4-BE49-F238E27FC236}">
                <a16:creationId xmlns:a16="http://schemas.microsoft.com/office/drawing/2014/main" id="{C7E6DEAE-07EC-BA82-0D28-AB61E76AA023}"/>
              </a:ext>
            </a:extLst>
          </p:cNvPr>
          <p:cNvSpPr>
            <a:spLocks noGrp="1"/>
          </p:cNvSpPr>
          <p:nvPr>
            <p:ph type="body" sz="half" idx="28" hasCustomPrompt="1"/>
          </p:nvPr>
        </p:nvSpPr>
        <p:spPr>
          <a:xfrm>
            <a:off x="3669801" y="4151086"/>
            <a:ext cx="2073229" cy="798285"/>
          </a:xfrm>
        </p:spPr>
        <p:txBody>
          <a:bodyPr/>
          <a:lstStyle>
            <a:lvl1pPr marL="0" indent="0">
              <a:buNone/>
              <a:defRPr kumimoji="0" lang="en-GB" sz="14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dirty="0"/>
              <a:t>Place text here </a:t>
            </a:r>
          </a:p>
        </p:txBody>
      </p:sp>
      <p:cxnSp>
        <p:nvCxnSpPr>
          <p:cNvPr id="15" name="Straight Connector 2">
            <a:extLst>
              <a:ext uri="{FF2B5EF4-FFF2-40B4-BE49-F238E27FC236}">
                <a16:creationId xmlns:a16="http://schemas.microsoft.com/office/drawing/2014/main" id="{B92D2906-311B-A86E-3017-E83A4001259C}"/>
              </a:ext>
              <a:ext uri="{C183D7F6-B498-43B3-948B-1728B52AA6E4}">
                <adec:decorative xmlns:adec="http://schemas.microsoft.com/office/drawing/2017/decorative" val="1"/>
              </a:ext>
            </a:extLst>
          </p:cNvPr>
          <p:cNvCxnSpPr>
            <a:cxnSpLocks/>
          </p:cNvCxnSpPr>
          <p:nvPr userDrawn="1"/>
        </p:nvCxnSpPr>
        <p:spPr bwMode="black">
          <a:xfrm>
            <a:off x="3669801" y="4945223"/>
            <a:ext cx="2041889"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17" name="Emphasis 2">
            <a:extLst>
              <a:ext uri="{FF2B5EF4-FFF2-40B4-BE49-F238E27FC236}">
                <a16:creationId xmlns:a16="http://schemas.microsoft.com/office/drawing/2014/main" id="{F39E798C-B808-9EAC-D2A0-1E02EB6AB1BF}"/>
              </a:ext>
              <a:ext uri="{C183D7F6-B498-43B3-948B-1728B52AA6E4}">
                <adec:decorative xmlns:adec="http://schemas.microsoft.com/office/drawing/2017/decorative" val="0"/>
              </a:ext>
            </a:extLst>
          </p:cNvPr>
          <p:cNvSpPr>
            <a:spLocks noGrp="1"/>
          </p:cNvSpPr>
          <p:nvPr>
            <p:ph type="body" sz="half" idx="30" hasCustomPrompt="1"/>
          </p:nvPr>
        </p:nvSpPr>
        <p:spPr>
          <a:xfrm>
            <a:off x="3669801" y="5020763"/>
            <a:ext cx="2073229" cy="598988"/>
          </a:xfrm>
        </p:spPr>
        <p:txBody>
          <a:bodyPr/>
          <a:lstStyle>
            <a:lvl1pPr marL="0" indent="0">
              <a:buNone/>
              <a:defRPr kumimoji="0" lang="en-GB" sz="40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XX%</a:t>
            </a:r>
          </a:p>
        </p:txBody>
      </p:sp>
      <p:sp>
        <p:nvSpPr>
          <p:cNvPr id="3" name="Picture">
            <a:extLst>
              <a:ext uri="{FF2B5EF4-FFF2-40B4-BE49-F238E27FC236}">
                <a16:creationId xmlns:a16="http://schemas.microsoft.com/office/drawing/2014/main" id="{CFE04DBC-D39A-6D3D-392C-E7AA745D0C75}"/>
              </a:ext>
              <a:ext uri="{C183D7F6-B498-43B3-948B-1728B52AA6E4}">
                <adec:decorative xmlns:adec="http://schemas.microsoft.com/office/drawing/2017/decorative" val="1"/>
              </a:ext>
            </a:extLst>
          </p:cNvPr>
          <p:cNvSpPr>
            <a:spLocks noGrp="1"/>
          </p:cNvSpPr>
          <p:nvPr>
            <p:ph type="pic" idx="1" hasCustomPrompt="1"/>
          </p:nvPr>
        </p:nvSpPr>
        <p:spPr bwMode="gray">
          <a:xfrm>
            <a:off x="8034638" y="0"/>
            <a:ext cx="4157362" cy="6857999"/>
          </a:xfrm>
          <a:solidFill>
            <a:srgbClr val="EDECF6"/>
          </a:solidFill>
        </p:spPr>
        <p:txBody>
          <a:bodyPr tIns="91440" bIns="0" anchor="t" anchorCtr="0"/>
          <a:lstStyle>
            <a:lvl1pPr marL="0" indent="0" algn="ctr">
              <a:spcAft>
                <a:spcPts val="0"/>
              </a:spcAft>
              <a:buNone/>
              <a:defRPr sz="1400">
                <a:latin typeface="+mj-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dirty="0"/>
              <a:t>Add picture here, then ‘Send to Back’</a:t>
            </a:r>
          </a:p>
        </p:txBody>
      </p:sp>
      <p:pic>
        <p:nvPicPr>
          <p:cNvPr id="13" name="Pearson Logo" descr="Pearson Logo">
            <a:extLst>
              <a:ext uri="{FF2B5EF4-FFF2-40B4-BE49-F238E27FC236}">
                <a16:creationId xmlns:a16="http://schemas.microsoft.com/office/drawing/2014/main" id="{8BB65226-9298-067D-5C03-ED736DC13BBD}"/>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36566249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con with Text and Data x2 B">
    <p:bg bwMode="gray">
      <p:bgPr>
        <a:solidFill>
          <a:srgbClr val="EDECF6"/>
        </a:solidFill>
        <a:effectLst/>
      </p:bgPr>
    </p:bg>
    <p:spTree>
      <p:nvGrpSpPr>
        <p:cNvPr id="1" name=""/>
        <p:cNvGrpSpPr/>
        <p:nvPr/>
      </p:nvGrpSpPr>
      <p:grpSpPr>
        <a:xfrm>
          <a:off x="0" y="0"/>
          <a:ext cx="0" cy="0"/>
          <a:chOff x="0" y="0"/>
          <a:chExt cx="0" cy="0"/>
        </a:xfrm>
      </p:grpSpPr>
      <p:sp>
        <p:nvSpPr>
          <p:cNvPr id="2" name="Section">
            <a:extLst>
              <a:ext uri="{FF2B5EF4-FFF2-40B4-BE49-F238E27FC236}">
                <a16:creationId xmlns:a16="http://schemas.microsoft.com/office/drawing/2014/main" id="{4CCDD28A-023B-F35D-B686-793D5175B47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lang="en-US" sz="1000" kern="1200" cap="all" baseline="0" dirty="0">
                <a:solidFill>
                  <a:srgbClr val="512EAB"/>
                </a:solidFill>
                <a:latin typeface="+mj-lt"/>
                <a:ea typeface="+mn-ea"/>
                <a:cs typeface="Segoe UI" panose="020B0502040204020203" pitchFamily="34" charset="0"/>
              </a:defRPr>
            </a:lvl1pPr>
          </a:lstStyle>
          <a:p>
            <a:pPr marL="0" lvl="0" indent="0" algn="l" defTabSz="914400" rtl="0" eaLnBrk="1" latinLnBrk="0" hangingPunct="1">
              <a:lnSpc>
                <a:spcPct val="100000"/>
              </a:lnSpc>
              <a:spcBef>
                <a:spcPts val="0"/>
              </a:spcBef>
              <a:spcAft>
                <a:spcPts val="0"/>
              </a:spcAft>
              <a:buFont typeface="Plus Jakarta Sans" panose="020B0604020202020204" pitchFamily="34" charset="0"/>
              <a:buNone/>
            </a:pPr>
            <a:r>
              <a:rPr lang="en-US" noProof="0" dirty="0"/>
              <a:t>Section title</a:t>
            </a:r>
          </a:p>
        </p:txBody>
      </p:sp>
      <p:sp>
        <p:nvSpPr>
          <p:cNvPr id="8" name="Title">
            <a:extLst>
              <a:ext uri="{FF2B5EF4-FFF2-40B4-BE49-F238E27FC236}">
                <a16:creationId xmlns:a16="http://schemas.microsoft.com/office/drawing/2014/main" id="{BD66E5D9-89E4-452D-81E9-305BE3BC55CC}"/>
              </a:ext>
            </a:extLst>
          </p:cNvPr>
          <p:cNvSpPr>
            <a:spLocks noGrp="1"/>
          </p:cNvSpPr>
          <p:nvPr>
            <p:ph type="title" hasCustomPrompt="1"/>
          </p:nvPr>
        </p:nvSpPr>
        <p:spPr>
          <a:xfrm>
            <a:off x="1482725" y="1731964"/>
            <a:ext cx="4260306" cy="1345066"/>
          </a:xfrm>
        </p:spPr>
        <p:txBody>
          <a:bodyPr/>
          <a:lstStyle>
            <a:lvl1pPr>
              <a:defRPr sz="3200">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endParaRPr lang="en-US" noProof="0" dirty="0"/>
          </a:p>
        </p:txBody>
      </p:sp>
      <p:sp>
        <p:nvSpPr>
          <p:cNvPr id="9" name="Icon 1">
            <a:extLst>
              <a:ext uri="{FF2B5EF4-FFF2-40B4-BE49-F238E27FC236}">
                <a16:creationId xmlns:a16="http://schemas.microsoft.com/office/drawing/2014/main" id="{994A4869-87A3-7BFE-8AAF-9B6832E7CB65}"/>
              </a:ext>
              <a:ext uri="{C183D7F6-B498-43B3-948B-1728B52AA6E4}">
                <adec:decorative xmlns:adec="http://schemas.microsoft.com/office/drawing/2017/decorative" val="1"/>
              </a:ext>
            </a:extLst>
          </p:cNvPr>
          <p:cNvSpPr>
            <a:spLocks noGrp="1"/>
          </p:cNvSpPr>
          <p:nvPr>
            <p:ph type="pic" sz="quarter" idx="46" hasCustomPrompt="1"/>
          </p:nvPr>
        </p:nvSpPr>
        <p:spPr>
          <a:xfrm>
            <a:off x="1488077" y="3684395"/>
            <a:ext cx="530352" cy="527684"/>
          </a:xfrm>
        </p:spPr>
        <p:txBody>
          <a:bodyPr anchor="ctr"/>
          <a:lstStyle>
            <a:lvl1pPr marL="0" indent="0" algn="ctr">
              <a:buNone/>
              <a:defRPr sz="1000">
                <a:latin typeface="+mj-lt"/>
              </a:defRPr>
            </a:lvl1pPr>
          </a:lstStyle>
          <a:p>
            <a:r>
              <a:rPr lang="en-US" noProof="0"/>
              <a:t>Icon</a:t>
            </a:r>
          </a:p>
        </p:txBody>
      </p:sp>
      <p:sp>
        <p:nvSpPr>
          <p:cNvPr id="16" name="Subhead 1">
            <a:extLst>
              <a:ext uri="{FF2B5EF4-FFF2-40B4-BE49-F238E27FC236}">
                <a16:creationId xmlns:a16="http://schemas.microsoft.com/office/drawing/2014/main" id="{FEAACE1B-BEAD-3920-329D-328DD0C311A1}"/>
              </a:ext>
            </a:extLst>
          </p:cNvPr>
          <p:cNvSpPr>
            <a:spLocks noGrp="1"/>
          </p:cNvSpPr>
          <p:nvPr>
            <p:ph type="body" sz="half" idx="29" hasCustomPrompt="1"/>
          </p:nvPr>
        </p:nvSpPr>
        <p:spPr>
          <a:xfrm>
            <a:off x="1488077" y="4349617"/>
            <a:ext cx="2099401" cy="598988"/>
          </a:xfrm>
        </p:spPr>
        <p:txBody>
          <a:bodyPr/>
          <a:lstStyle>
            <a:lvl1pPr marL="0" indent="0">
              <a:buNone/>
              <a:defRPr kumimoji="0" lang="en-GB" sz="40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XX%</a:t>
            </a:r>
          </a:p>
        </p:txBody>
      </p:sp>
      <p:sp>
        <p:nvSpPr>
          <p:cNvPr id="4" name="Text 1">
            <a:extLst>
              <a:ext uri="{FF2B5EF4-FFF2-40B4-BE49-F238E27FC236}">
                <a16:creationId xmlns:a16="http://schemas.microsoft.com/office/drawing/2014/main" id="{9E7D6D48-F720-9A3E-055F-AF9BDA41E722}"/>
              </a:ext>
            </a:extLst>
          </p:cNvPr>
          <p:cNvSpPr>
            <a:spLocks noGrp="1"/>
          </p:cNvSpPr>
          <p:nvPr>
            <p:ph type="body" sz="half" idx="2" hasCustomPrompt="1"/>
          </p:nvPr>
        </p:nvSpPr>
        <p:spPr>
          <a:xfrm>
            <a:off x="1488077" y="4993756"/>
            <a:ext cx="2099401" cy="598989"/>
          </a:xfrm>
        </p:spPr>
        <p:txBody>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lang="en-GB" sz="1200" kern="1200" dirty="0">
                <a:solidFill>
                  <a:schemeClr val="tx2"/>
                </a:solidFill>
                <a:latin typeface="+mj-lt"/>
                <a:ea typeface="+mn-ea"/>
                <a:cs typeface="Segoe UI"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dirty="0"/>
              <a:t>Place text here </a:t>
            </a:r>
          </a:p>
        </p:txBody>
      </p:sp>
      <p:sp>
        <p:nvSpPr>
          <p:cNvPr id="10" name="Icon 2">
            <a:extLst>
              <a:ext uri="{FF2B5EF4-FFF2-40B4-BE49-F238E27FC236}">
                <a16:creationId xmlns:a16="http://schemas.microsoft.com/office/drawing/2014/main" id="{BED0C63F-D92F-A8AC-3577-7ECD10DF50F8}"/>
              </a:ext>
              <a:ext uri="{C183D7F6-B498-43B3-948B-1728B52AA6E4}">
                <adec:decorative xmlns:adec="http://schemas.microsoft.com/office/drawing/2017/decorative" val="1"/>
              </a:ext>
            </a:extLst>
          </p:cNvPr>
          <p:cNvSpPr>
            <a:spLocks noGrp="1"/>
          </p:cNvSpPr>
          <p:nvPr>
            <p:ph type="pic" sz="quarter" idx="47" hasCustomPrompt="1"/>
          </p:nvPr>
        </p:nvSpPr>
        <p:spPr>
          <a:xfrm>
            <a:off x="3771401" y="3684395"/>
            <a:ext cx="530352" cy="527684"/>
          </a:xfrm>
        </p:spPr>
        <p:txBody>
          <a:bodyPr anchor="ctr"/>
          <a:lstStyle>
            <a:lvl1pPr marL="0" indent="0" algn="ctr">
              <a:buNone/>
              <a:defRPr sz="1000">
                <a:latin typeface="+mj-lt"/>
              </a:defRPr>
            </a:lvl1pPr>
          </a:lstStyle>
          <a:p>
            <a:r>
              <a:rPr lang="en-US" noProof="0"/>
              <a:t>Icon</a:t>
            </a:r>
          </a:p>
        </p:txBody>
      </p:sp>
      <p:sp>
        <p:nvSpPr>
          <p:cNvPr id="17" name="Subhead 2">
            <a:extLst>
              <a:ext uri="{FF2B5EF4-FFF2-40B4-BE49-F238E27FC236}">
                <a16:creationId xmlns:a16="http://schemas.microsoft.com/office/drawing/2014/main" id="{F39E798C-B808-9EAC-D2A0-1E02EB6AB1BF}"/>
              </a:ext>
            </a:extLst>
          </p:cNvPr>
          <p:cNvSpPr>
            <a:spLocks noGrp="1"/>
          </p:cNvSpPr>
          <p:nvPr>
            <p:ph type="body" sz="half" idx="30" hasCustomPrompt="1"/>
          </p:nvPr>
        </p:nvSpPr>
        <p:spPr>
          <a:xfrm>
            <a:off x="3771401" y="4349617"/>
            <a:ext cx="2073229" cy="598988"/>
          </a:xfrm>
        </p:spPr>
        <p:txBody>
          <a:bodyPr/>
          <a:lstStyle>
            <a:lvl1pPr marL="0" indent="0">
              <a:buNone/>
              <a:defRPr kumimoji="0" lang="en-GB" sz="40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XX%</a:t>
            </a:r>
          </a:p>
        </p:txBody>
      </p:sp>
      <p:sp>
        <p:nvSpPr>
          <p:cNvPr id="11" name="Text 2">
            <a:extLst>
              <a:ext uri="{FF2B5EF4-FFF2-40B4-BE49-F238E27FC236}">
                <a16:creationId xmlns:a16="http://schemas.microsoft.com/office/drawing/2014/main" id="{C7E6DEAE-07EC-BA82-0D28-AB61E76AA023}"/>
              </a:ext>
            </a:extLst>
          </p:cNvPr>
          <p:cNvSpPr>
            <a:spLocks noGrp="1"/>
          </p:cNvSpPr>
          <p:nvPr>
            <p:ph type="body" sz="half" idx="28" hasCustomPrompt="1"/>
          </p:nvPr>
        </p:nvSpPr>
        <p:spPr>
          <a:xfrm>
            <a:off x="3771401" y="4993756"/>
            <a:ext cx="2073229" cy="598989"/>
          </a:xfrm>
        </p:spPr>
        <p:txBody>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lang="en-GB" sz="1200" kern="1200" dirty="0">
                <a:solidFill>
                  <a:schemeClr val="tx2"/>
                </a:solidFill>
                <a:latin typeface="+mj-lt"/>
                <a:ea typeface="+mn-ea"/>
                <a:cs typeface="Segoe UI"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a:t>Place text here </a:t>
            </a:r>
          </a:p>
        </p:txBody>
      </p:sp>
      <p:cxnSp>
        <p:nvCxnSpPr>
          <p:cNvPr id="5" name="Straight Connector">
            <a:extLst>
              <a:ext uri="{FF2B5EF4-FFF2-40B4-BE49-F238E27FC236}">
                <a16:creationId xmlns:a16="http://schemas.microsoft.com/office/drawing/2014/main" id="{BD220C2B-AB8E-9F7A-0E6F-38DC50148B2D}"/>
              </a:ext>
              <a:ext uri="{C183D7F6-B498-43B3-948B-1728B52AA6E4}">
                <adec:decorative xmlns:adec="http://schemas.microsoft.com/office/drawing/2017/decorative" val="1"/>
              </a:ext>
            </a:extLst>
          </p:cNvPr>
          <p:cNvCxnSpPr>
            <a:cxnSpLocks/>
          </p:cNvCxnSpPr>
          <p:nvPr userDrawn="1"/>
        </p:nvCxnSpPr>
        <p:spPr bwMode="black">
          <a:xfrm>
            <a:off x="1485265" y="5769910"/>
            <a:ext cx="4151742" cy="0"/>
          </a:xfrm>
          <a:prstGeom prst="line">
            <a:avLst/>
          </a:prstGeom>
          <a:ln w="12700">
            <a:solidFill>
              <a:srgbClr val="512EAB"/>
            </a:solidFill>
          </a:ln>
        </p:spPr>
        <p:style>
          <a:lnRef idx="2">
            <a:schemeClr val="accent1"/>
          </a:lnRef>
          <a:fillRef idx="0">
            <a:schemeClr val="accent1"/>
          </a:fillRef>
          <a:effectRef idx="1">
            <a:schemeClr val="accent1"/>
          </a:effectRef>
          <a:fontRef idx="minor">
            <a:schemeClr val="tx1"/>
          </a:fontRef>
        </p:style>
      </p:cxnSp>
      <p:sp>
        <p:nvSpPr>
          <p:cNvPr id="3" name="Picture">
            <a:extLst>
              <a:ext uri="{FF2B5EF4-FFF2-40B4-BE49-F238E27FC236}">
                <a16:creationId xmlns:a16="http://schemas.microsoft.com/office/drawing/2014/main" id="{CFE04DBC-D39A-6D3D-392C-E7AA745D0C75}"/>
              </a:ext>
              <a:ext uri="{C183D7F6-B498-43B3-948B-1728B52AA6E4}">
                <adec:decorative xmlns:adec="http://schemas.microsoft.com/office/drawing/2017/decorative" val="1"/>
              </a:ext>
            </a:extLst>
          </p:cNvPr>
          <p:cNvSpPr>
            <a:spLocks noGrp="1"/>
          </p:cNvSpPr>
          <p:nvPr>
            <p:ph type="pic" idx="1" hasCustomPrompt="1"/>
          </p:nvPr>
        </p:nvSpPr>
        <p:spPr bwMode="gray">
          <a:xfrm>
            <a:off x="6165850" y="1096963"/>
            <a:ext cx="4540250" cy="4665662"/>
          </a:xfrm>
          <a:prstGeom prst="roundRect">
            <a:avLst>
              <a:gd name="adj" fmla="val 4080"/>
            </a:avLst>
          </a:prstGeom>
          <a:solidFill>
            <a:srgbClr val="C1BFFF"/>
          </a:solidFill>
        </p:spPr>
        <p:txBody>
          <a:bodyPr tIns="91440" bIns="0" anchor="t" anchorCtr="0"/>
          <a:lstStyle>
            <a:lvl1pPr marL="0" indent="0" algn="ctr">
              <a:spcAft>
                <a:spcPts val="0"/>
              </a:spcAft>
              <a:buNone/>
              <a:defRPr sz="1400">
                <a:latin typeface="+mj-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dirty="0"/>
              <a:t>Add picture here</a:t>
            </a:r>
          </a:p>
        </p:txBody>
      </p:sp>
      <p:pic>
        <p:nvPicPr>
          <p:cNvPr id="12" name="Pearson Logo" descr="Pearson Logo">
            <a:extLst>
              <a:ext uri="{FF2B5EF4-FFF2-40B4-BE49-F238E27FC236}">
                <a16:creationId xmlns:a16="http://schemas.microsoft.com/office/drawing/2014/main" id="{15CA4AFD-0F37-758A-1E94-E7DFFB2D3360}"/>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9923215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am Profile x4">
    <p:bg bwMode="ltGray">
      <p:bgPr>
        <a:solidFill>
          <a:srgbClr val="EDECF6"/>
        </a:solidFill>
        <a:effectLst/>
      </p:bgPr>
    </p:bg>
    <p:spTree>
      <p:nvGrpSpPr>
        <p:cNvPr id="1" name=""/>
        <p:cNvGrpSpPr/>
        <p:nvPr/>
      </p:nvGrpSpPr>
      <p:grpSpPr>
        <a:xfrm>
          <a:off x="0" y="0"/>
          <a:ext cx="0" cy="0"/>
          <a:chOff x="0" y="0"/>
          <a:chExt cx="0" cy="0"/>
        </a:xfrm>
      </p:grpSpPr>
      <p:sp>
        <p:nvSpPr>
          <p:cNvPr id="3" name="Line Waves">
            <a:extLst>
              <a:ext uri="{FF2B5EF4-FFF2-40B4-BE49-F238E27FC236}">
                <a16:creationId xmlns:a16="http://schemas.microsoft.com/office/drawing/2014/main" id="{D186FDAB-7949-432D-448A-914280C408BA}"/>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ltGray">
          <a:xfrm>
            <a:off x="0" y="1765261"/>
            <a:ext cx="2324100" cy="4270115"/>
          </a:xfrm>
          <a:custGeom>
            <a:avLst/>
            <a:gdLst>
              <a:gd name="connsiteX0" fmla="*/ 0 w 2324100"/>
              <a:gd name="connsiteY0" fmla="*/ 692727 h 4270115"/>
              <a:gd name="connsiteX1" fmla="*/ 23841 w 2324100"/>
              <a:gd name="connsiteY1" fmla="*/ 731059 h 4270115"/>
              <a:gd name="connsiteX2" fmla="*/ 443757 w 2324100"/>
              <a:gd name="connsiteY2" fmla="*/ 2145682 h 4270115"/>
              <a:gd name="connsiteX3" fmla="*/ 443213 w 2324100"/>
              <a:gd name="connsiteY3" fmla="*/ 2145682 h 4270115"/>
              <a:gd name="connsiteX4" fmla="*/ 31412 w 2324100"/>
              <a:gd name="connsiteY4" fmla="*/ 3546472 h 4270115"/>
              <a:gd name="connsiteX5" fmla="*/ 0 w 2324100"/>
              <a:gd name="connsiteY5" fmla="*/ 3597467 h 4270115"/>
              <a:gd name="connsiteX6" fmla="*/ 0 w 2324100"/>
              <a:gd name="connsiteY6" fmla="*/ 3551763 h 4270115"/>
              <a:gd name="connsiteX7" fmla="*/ 37371 w 2324100"/>
              <a:gd name="connsiteY7" fmla="*/ 3488643 h 4270115"/>
              <a:gd name="connsiteX8" fmla="*/ 417059 w 2324100"/>
              <a:gd name="connsiteY8" fmla="*/ 2145137 h 4270115"/>
              <a:gd name="connsiteX9" fmla="*/ 37371 w 2324100"/>
              <a:gd name="connsiteY9" fmla="*/ 801632 h 4270115"/>
              <a:gd name="connsiteX10" fmla="*/ 0 w 2324100"/>
              <a:gd name="connsiteY10" fmla="*/ 738512 h 4270115"/>
              <a:gd name="connsiteX11" fmla="*/ 0 w 2324100"/>
              <a:gd name="connsiteY11" fmla="*/ 164941 h 4270115"/>
              <a:gd name="connsiteX12" fmla="*/ 53886 w 2324100"/>
              <a:gd name="connsiteY12" fmla="*/ 214190 h 4270115"/>
              <a:gd name="connsiteX13" fmla="*/ 1070357 w 2324100"/>
              <a:gd name="connsiteY13" fmla="*/ 2140779 h 4270115"/>
              <a:gd name="connsiteX14" fmla="*/ 178528 w 2324100"/>
              <a:gd name="connsiteY14" fmla="*/ 3948521 h 4270115"/>
              <a:gd name="connsiteX15" fmla="*/ 0 w 2324100"/>
              <a:gd name="connsiteY15" fmla="*/ 4116957 h 4270115"/>
              <a:gd name="connsiteX16" fmla="*/ 0 w 2324100"/>
              <a:gd name="connsiteY16" fmla="*/ 4077047 h 4270115"/>
              <a:gd name="connsiteX17" fmla="*/ 38919 w 2324100"/>
              <a:gd name="connsiteY17" fmla="*/ 4041827 h 4270115"/>
              <a:gd name="connsiteX18" fmla="*/ 1042569 w 2324100"/>
              <a:gd name="connsiteY18" fmla="*/ 2140234 h 4270115"/>
              <a:gd name="connsiteX19" fmla="*/ 38919 w 2324100"/>
              <a:gd name="connsiteY19" fmla="*/ 238641 h 4270115"/>
              <a:gd name="connsiteX20" fmla="*/ 0 w 2324100"/>
              <a:gd name="connsiteY20" fmla="*/ 203505 h 4270115"/>
              <a:gd name="connsiteX21" fmla="*/ 232349 w 2324100"/>
              <a:gd name="connsiteY21" fmla="*/ 145468 h 4270115"/>
              <a:gd name="connsiteX22" fmla="*/ 624110 w 2324100"/>
              <a:gd name="connsiteY22" fmla="*/ 429345 h 4270115"/>
              <a:gd name="connsiteX23" fmla="*/ 1696956 w 2324100"/>
              <a:gd name="connsiteY23" fmla="*/ 2135330 h 4270115"/>
              <a:gd name="connsiteX24" fmla="*/ 624110 w 2324100"/>
              <a:gd name="connsiteY24" fmla="*/ 3841315 h 4270115"/>
              <a:gd name="connsiteX25" fmla="*/ 275938 w 2324100"/>
              <a:gd name="connsiteY25" fmla="*/ 4096313 h 4270115"/>
              <a:gd name="connsiteX26" fmla="*/ 275938 w 2324100"/>
              <a:gd name="connsiteY26" fmla="*/ 4096859 h 4270115"/>
              <a:gd name="connsiteX27" fmla="*/ 2296312 w 2324100"/>
              <a:gd name="connsiteY27" fmla="*/ 2130971 h 4270115"/>
              <a:gd name="connsiteX28" fmla="*/ 232349 w 2324100"/>
              <a:gd name="connsiteY28" fmla="*/ 145468 h 4270115"/>
              <a:gd name="connsiteX29" fmla="*/ 0 w 2324100"/>
              <a:gd name="connsiteY29" fmla="*/ 0 h 4270115"/>
              <a:gd name="connsiteX30" fmla="*/ 101580 w 2324100"/>
              <a:gd name="connsiteY30" fmla="*/ 60469 h 4270115"/>
              <a:gd name="connsiteX31" fmla="*/ 1190228 w 2324100"/>
              <a:gd name="connsiteY31" fmla="*/ 638575 h 4270115"/>
              <a:gd name="connsiteX32" fmla="*/ 1190773 w 2324100"/>
              <a:gd name="connsiteY32" fmla="*/ 638575 h 4270115"/>
              <a:gd name="connsiteX33" fmla="*/ 2324100 w 2324100"/>
              <a:gd name="connsiteY33" fmla="*/ 2129882 h 4270115"/>
              <a:gd name="connsiteX34" fmla="*/ 1190773 w 2324100"/>
              <a:gd name="connsiteY34" fmla="*/ 3621188 h 4270115"/>
              <a:gd name="connsiteX35" fmla="*/ 144624 w 2324100"/>
              <a:gd name="connsiteY35" fmla="*/ 4182403 h 4270115"/>
              <a:gd name="connsiteX36" fmla="*/ 0 w 2324100"/>
              <a:gd name="connsiteY36" fmla="*/ 4270115 h 4270115"/>
              <a:gd name="connsiteX37" fmla="*/ 0 w 2324100"/>
              <a:gd name="connsiteY37" fmla="*/ 4228907 h 4270115"/>
              <a:gd name="connsiteX38" fmla="*/ 44450 w 2324100"/>
              <a:gd name="connsiteY38" fmla="*/ 4203853 h 4270115"/>
              <a:gd name="connsiteX39" fmla="*/ 133727 w 2324100"/>
              <a:gd name="connsiteY39" fmla="*/ 4157883 h 4270115"/>
              <a:gd name="connsiteX40" fmla="*/ 607218 w 2324100"/>
              <a:gd name="connsiteY40" fmla="*/ 3820065 h 4270115"/>
              <a:gd name="connsiteX41" fmla="*/ 1669713 w 2324100"/>
              <a:gd name="connsiteY41" fmla="*/ 2135330 h 4270115"/>
              <a:gd name="connsiteX42" fmla="*/ 607218 w 2324100"/>
              <a:gd name="connsiteY42" fmla="*/ 450595 h 4270115"/>
              <a:gd name="connsiteX43" fmla="*/ 3930 w 2324100"/>
              <a:gd name="connsiteY43" fmla="*/ 36507 h 4270115"/>
              <a:gd name="connsiteX44" fmla="*/ 0 w 2324100"/>
              <a:gd name="connsiteY44" fmla="*/ 33977 h 4270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324100" h="4270115">
                <a:moveTo>
                  <a:pt x="0" y="692727"/>
                </a:moveTo>
                <a:lnTo>
                  <a:pt x="23841" y="731059"/>
                </a:lnTo>
                <a:cubicBezTo>
                  <a:pt x="271572" y="1154274"/>
                  <a:pt x="443757" y="1636264"/>
                  <a:pt x="443757" y="2145682"/>
                </a:cubicBezTo>
                <a:lnTo>
                  <a:pt x="443213" y="2145682"/>
                </a:lnTo>
                <a:cubicBezTo>
                  <a:pt x="443213" y="2649618"/>
                  <a:pt x="274782" y="3126647"/>
                  <a:pt x="31412" y="3546472"/>
                </a:cubicBezTo>
                <a:lnTo>
                  <a:pt x="0" y="3597467"/>
                </a:lnTo>
                <a:lnTo>
                  <a:pt x="0" y="3551763"/>
                </a:lnTo>
                <a:lnTo>
                  <a:pt x="37371" y="3488643"/>
                </a:lnTo>
                <a:cubicBezTo>
                  <a:pt x="339541" y="2949468"/>
                  <a:pt x="417059" y="2482275"/>
                  <a:pt x="417059" y="2145137"/>
                </a:cubicBezTo>
                <a:cubicBezTo>
                  <a:pt x="417059" y="1808000"/>
                  <a:pt x="339541" y="1340807"/>
                  <a:pt x="37371" y="801632"/>
                </a:cubicBezTo>
                <a:lnTo>
                  <a:pt x="0" y="738512"/>
                </a:lnTo>
                <a:close/>
                <a:moveTo>
                  <a:pt x="0" y="164941"/>
                </a:moveTo>
                <a:lnTo>
                  <a:pt x="53886" y="214190"/>
                </a:lnTo>
                <a:cubicBezTo>
                  <a:pt x="576910" y="709885"/>
                  <a:pt x="1070357" y="1398668"/>
                  <a:pt x="1070357" y="2140779"/>
                </a:cubicBezTo>
                <a:cubicBezTo>
                  <a:pt x="1070357" y="2836509"/>
                  <a:pt x="652556" y="3469204"/>
                  <a:pt x="178528" y="3948521"/>
                </a:cubicBezTo>
                <a:lnTo>
                  <a:pt x="0" y="4116957"/>
                </a:lnTo>
                <a:lnTo>
                  <a:pt x="0" y="4077047"/>
                </a:lnTo>
                <a:lnTo>
                  <a:pt x="38919" y="4041827"/>
                </a:lnTo>
                <a:cubicBezTo>
                  <a:pt x="496609" y="3609746"/>
                  <a:pt x="1042569" y="2929748"/>
                  <a:pt x="1042569" y="2140234"/>
                </a:cubicBezTo>
                <a:cubicBezTo>
                  <a:pt x="1042569" y="1350719"/>
                  <a:pt x="496609" y="670177"/>
                  <a:pt x="38919" y="238641"/>
                </a:cubicBezTo>
                <a:lnTo>
                  <a:pt x="0" y="203505"/>
                </a:lnTo>
                <a:close/>
                <a:moveTo>
                  <a:pt x="232349" y="145468"/>
                </a:moveTo>
                <a:cubicBezTo>
                  <a:pt x="360392" y="229923"/>
                  <a:pt x="493885" y="325275"/>
                  <a:pt x="624110" y="429345"/>
                </a:cubicBezTo>
                <a:cubicBezTo>
                  <a:pt x="1113401" y="819472"/>
                  <a:pt x="1696956" y="1432449"/>
                  <a:pt x="1696956" y="2135330"/>
                </a:cubicBezTo>
                <a:cubicBezTo>
                  <a:pt x="1696956" y="2838211"/>
                  <a:pt x="1113401" y="3451189"/>
                  <a:pt x="624110" y="3841315"/>
                </a:cubicBezTo>
                <a:cubicBezTo>
                  <a:pt x="508051" y="3933943"/>
                  <a:pt x="390361" y="4018943"/>
                  <a:pt x="275938" y="4096313"/>
                </a:cubicBezTo>
                <a:lnTo>
                  <a:pt x="275938" y="4096859"/>
                </a:lnTo>
                <a:cubicBezTo>
                  <a:pt x="899813" y="3813527"/>
                  <a:pt x="2296312" y="3055068"/>
                  <a:pt x="2296312" y="2130971"/>
                </a:cubicBezTo>
                <a:cubicBezTo>
                  <a:pt x="2296312" y="1206873"/>
                  <a:pt x="831704" y="411365"/>
                  <a:pt x="232349" y="145468"/>
                </a:cubicBezTo>
                <a:close/>
                <a:moveTo>
                  <a:pt x="0" y="0"/>
                </a:moveTo>
                <a:lnTo>
                  <a:pt x="101580" y="60469"/>
                </a:lnTo>
                <a:cubicBezTo>
                  <a:pt x="309719" y="141109"/>
                  <a:pt x="754333" y="348705"/>
                  <a:pt x="1190228" y="638575"/>
                </a:cubicBezTo>
                <a:lnTo>
                  <a:pt x="1190773" y="638575"/>
                </a:lnTo>
                <a:cubicBezTo>
                  <a:pt x="1707854" y="982387"/>
                  <a:pt x="2324100" y="1520173"/>
                  <a:pt x="2324100" y="2129882"/>
                </a:cubicBezTo>
                <a:cubicBezTo>
                  <a:pt x="2324100" y="2739590"/>
                  <a:pt x="1707854" y="3277375"/>
                  <a:pt x="1190773" y="3621188"/>
                </a:cubicBezTo>
                <a:cubicBezTo>
                  <a:pt x="782121" y="3893077"/>
                  <a:pt x="366931" y="4091955"/>
                  <a:pt x="144624" y="4182403"/>
                </a:cubicBezTo>
                <a:lnTo>
                  <a:pt x="0" y="4270115"/>
                </a:lnTo>
                <a:lnTo>
                  <a:pt x="0" y="4228907"/>
                </a:lnTo>
                <a:lnTo>
                  <a:pt x="44450" y="4203853"/>
                </a:lnTo>
                <a:cubicBezTo>
                  <a:pt x="84069" y="4181893"/>
                  <a:pt x="115729" y="4165273"/>
                  <a:pt x="133727" y="4157883"/>
                </a:cubicBezTo>
                <a:cubicBezTo>
                  <a:pt x="283566" y="4062532"/>
                  <a:pt x="444848" y="3949744"/>
                  <a:pt x="607218" y="3820065"/>
                </a:cubicBezTo>
                <a:cubicBezTo>
                  <a:pt x="1092152" y="3433752"/>
                  <a:pt x="1669713" y="2827313"/>
                  <a:pt x="1669713" y="2135330"/>
                </a:cubicBezTo>
                <a:cubicBezTo>
                  <a:pt x="1669713" y="1443347"/>
                  <a:pt x="1092152" y="836907"/>
                  <a:pt x="607218" y="450595"/>
                </a:cubicBezTo>
                <a:cubicBezTo>
                  <a:pt x="452270" y="327114"/>
                  <a:pt x="91661" y="93085"/>
                  <a:pt x="3930" y="36507"/>
                </a:cubicBezTo>
                <a:lnTo>
                  <a:pt x="0" y="33977"/>
                </a:lnTo>
                <a:close/>
              </a:path>
            </a:pathLst>
          </a:custGeom>
          <a:gradFill flip="none" rotWithShape="1">
            <a:gsLst>
              <a:gs pos="0">
                <a:srgbClr val="EDECF6"/>
              </a:gs>
              <a:gs pos="82000">
                <a:srgbClr val="C1BFFF"/>
              </a:gs>
            </a:gsLst>
            <a:lin ang="0" scaled="1"/>
            <a:tileRect/>
          </a:gradFill>
          <a:ln w="20455" cap="flat">
            <a:noFill/>
            <a:prstDash val="solid"/>
            <a:miter/>
          </a:ln>
        </p:spPr>
        <p:txBody>
          <a:bodyPr wrap="square" rtlCol="0" anchor="ctr">
            <a:noAutofit/>
          </a:bodyPr>
          <a:lstStyle/>
          <a:p>
            <a:pPr lvl="0"/>
            <a:endParaRPr lang="en-US" noProof="0">
              <a:latin typeface="+mj-lt"/>
            </a:endParaRPr>
          </a:p>
        </p:txBody>
      </p:sp>
      <p:sp>
        <p:nvSpPr>
          <p:cNvPr id="7" name="Section">
            <a:extLst>
              <a:ext uri="{FF2B5EF4-FFF2-40B4-BE49-F238E27FC236}">
                <a16:creationId xmlns:a16="http://schemas.microsoft.com/office/drawing/2014/main" id="{51008C76-10DB-547B-4449-87B5BDB90F4F}"/>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lang="en-US" sz="1000" kern="1200" cap="all" baseline="0" dirty="0">
                <a:solidFill>
                  <a:srgbClr val="512EAB"/>
                </a:solidFill>
                <a:latin typeface="+mj-lt"/>
                <a:ea typeface="+mn-ea"/>
                <a:cs typeface="Segoe UI" panose="020B0502040204020203" pitchFamily="34" charset="0"/>
              </a:defRPr>
            </a:lvl1pPr>
          </a:lstStyle>
          <a:p>
            <a:pPr marL="0" lvl="0" indent="0" algn="l" defTabSz="914400" rtl="0" eaLnBrk="1" latinLnBrk="0" hangingPunct="1">
              <a:lnSpc>
                <a:spcPct val="100000"/>
              </a:lnSpc>
              <a:spcBef>
                <a:spcPts val="0"/>
              </a:spcBef>
              <a:spcAft>
                <a:spcPts val="0"/>
              </a:spcAft>
              <a:buFont typeface="Plus Jakarta Sans" panose="020B0604020202020204" pitchFamily="34" charset="0"/>
              <a:buNone/>
            </a:pPr>
            <a:r>
              <a:rPr lang="en-US" noProof="0" dirty="0"/>
              <a:t>Section title</a:t>
            </a:r>
          </a:p>
        </p:txBody>
      </p:sp>
      <p:sp>
        <p:nvSpPr>
          <p:cNvPr id="2" name="Title">
            <a:extLst>
              <a:ext uri="{FF2B5EF4-FFF2-40B4-BE49-F238E27FC236}">
                <a16:creationId xmlns:a16="http://schemas.microsoft.com/office/drawing/2014/main" id="{B77DC554-B106-D84B-B0E2-4BB654FA8963}"/>
              </a:ext>
            </a:extLst>
          </p:cNvPr>
          <p:cNvSpPr>
            <a:spLocks noGrp="1"/>
          </p:cNvSpPr>
          <p:nvPr>
            <p:ph type="title" hasCustomPrompt="1"/>
          </p:nvPr>
        </p:nvSpPr>
        <p:spPr>
          <a:xfrm>
            <a:off x="550164" y="1063618"/>
            <a:ext cx="1866011" cy="1603381"/>
          </a:xfrm>
        </p:spPr>
        <p:txBody>
          <a:bodyPr/>
          <a:lstStyle>
            <a:lvl1pPr>
              <a:defRPr>
                <a:latin typeface="+mj-lt"/>
              </a:defRPr>
            </a:lvl1pPr>
          </a:lstStyle>
          <a:p>
            <a:r>
              <a:rPr lang="en-US" noProof="0" dirty="0"/>
              <a:t>Place headline here</a:t>
            </a:r>
          </a:p>
        </p:txBody>
      </p:sp>
      <p:sp>
        <p:nvSpPr>
          <p:cNvPr id="29" name="Picture 1">
            <a:extLst>
              <a:ext uri="{FF2B5EF4-FFF2-40B4-BE49-F238E27FC236}">
                <a16:creationId xmlns:a16="http://schemas.microsoft.com/office/drawing/2014/main" id="{D8581F6C-6922-071F-CA80-4A7DEBE5C40D}"/>
              </a:ext>
              <a:ext uri="{C183D7F6-B498-43B3-948B-1728B52AA6E4}">
                <adec:decorative xmlns:adec="http://schemas.microsoft.com/office/drawing/2017/decorative" val="1"/>
              </a:ext>
            </a:extLst>
          </p:cNvPr>
          <p:cNvSpPr>
            <a:spLocks noGrp="1"/>
          </p:cNvSpPr>
          <p:nvPr>
            <p:ph type="pic" sz="quarter" idx="28" hasCustomPrompt="1"/>
          </p:nvPr>
        </p:nvSpPr>
        <p:spPr bwMode="gray">
          <a:xfrm>
            <a:off x="2804934" y="1106244"/>
            <a:ext cx="2095200" cy="2876400"/>
          </a:xfrm>
          <a:prstGeom prst="roundRect">
            <a:avLst>
              <a:gd name="adj" fmla="val 8029"/>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34" name="Subhead 1">
            <a:extLst>
              <a:ext uri="{FF2B5EF4-FFF2-40B4-BE49-F238E27FC236}">
                <a16:creationId xmlns:a16="http://schemas.microsoft.com/office/drawing/2014/main" id="{BCC06B0D-5D4C-DCF5-57E9-7618AF2949ED}"/>
              </a:ext>
            </a:extLst>
          </p:cNvPr>
          <p:cNvSpPr>
            <a:spLocks noGrp="1"/>
          </p:cNvSpPr>
          <p:nvPr>
            <p:ph type="body" idx="1" hasCustomPrompt="1"/>
          </p:nvPr>
        </p:nvSpPr>
        <p:spPr>
          <a:xfrm>
            <a:off x="2792395" y="4175434"/>
            <a:ext cx="2095200" cy="493200"/>
          </a:xfrm>
        </p:spPr>
        <p:txBody>
          <a:bodyPr wrap="none"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err="1"/>
              <a:t>Firstname</a:t>
            </a:r>
            <a:r>
              <a:rPr lang="en-US" noProof="0" dirty="0"/>
              <a:t> </a:t>
            </a:r>
            <a:br>
              <a:rPr lang="en-US" noProof="0" dirty="0"/>
            </a:br>
            <a:r>
              <a:rPr lang="en-US" noProof="0" dirty="0"/>
              <a:t>Lastname</a:t>
            </a:r>
          </a:p>
        </p:txBody>
      </p:sp>
      <p:sp>
        <p:nvSpPr>
          <p:cNvPr id="35" name="Overview 1">
            <a:extLst>
              <a:ext uri="{FF2B5EF4-FFF2-40B4-BE49-F238E27FC236}">
                <a16:creationId xmlns:a16="http://schemas.microsoft.com/office/drawing/2014/main" id="{C7FD8158-E7E5-5628-6617-9E0287C2ACB6}"/>
              </a:ext>
            </a:extLst>
          </p:cNvPr>
          <p:cNvSpPr>
            <a:spLocks noGrp="1"/>
          </p:cNvSpPr>
          <p:nvPr>
            <p:ph type="body" sz="quarter" idx="14" hasCustomPrompt="1"/>
          </p:nvPr>
        </p:nvSpPr>
        <p:spPr>
          <a:xfrm>
            <a:off x="2792395" y="4732768"/>
            <a:ext cx="2095200" cy="4932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Role, Department </a:t>
            </a:r>
            <a:br>
              <a:rPr lang="en-US" noProof="0" dirty="0"/>
            </a:br>
            <a:r>
              <a:rPr lang="en-US" noProof="0" dirty="0"/>
              <a:t>Location</a:t>
            </a:r>
          </a:p>
        </p:txBody>
      </p:sp>
      <p:sp>
        <p:nvSpPr>
          <p:cNvPr id="36" name="Text 1">
            <a:extLst>
              <a:ext uri="{FF2B5EF4-FFF2-40B4-BE49-F238E27FC236}">
                <a16:creationId xmlns:a16="http://schemas.microsoft.com/office/drawing/2014/main" id="{8029DF93-39A4-DCC9-B520-0C8C8DA19EF8}"/>
              </a:ext>
            </a:extLst>
          </p:cNvPr>
          <p:cNvSpPr>
            <a:spLocks noGrp="1"/>
          </p:cNvSpPr>
          <p:nvPr>
            <p:ph type="body" sz="quarter" idx="33" hasCustomPrompt="1"/>
          </p:nvPr>
        </p:nvSpPr>
        <p:spPr>
          <a:xfrm>
            <a:off x="2792395" y="5214576"/>
            <a:ext cx="2095200" cy="8208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short bio here, </a:t>
            </a:r>
            <a:br>
              <a:rPr lang="en-US" noProof="0" dirty="0"/>
            </a:br>
            <a:r>
              <a:rPr lang="en-US" noProof="0" dirty="0"/>
              <a:t>lorem ipsum dolor sit </a:t>
            </a:r>
            <a:r>
              <a:rPr lang="en-US" noProof="0" dirty="0" err="1"/>
              <a:t>amet</a:t>
            </a:r>
            <a:r>
              <a:rPr lang="en-US" noProof="0" dirty="0"/>
              <a:t> </a:t>
            </a:r>
            <a:r>
              <a:rPr lang="en-US" noProof="0" dirty="0" err="1"/>
              <a:t>adipiscing</a:t>
            </a:r>
            <a:r>
              <a:rPr lang="en-US" noProof="0" dirty="0"/>
              <a:t> </a:t>
            </a:r>
            <a:r>
              <a:rPr lang="en-US" noProof="0" dirty="0" err="1"/>
              <a:t>elit</a:t>
            </a:r>
            <a:r>
              <a:rPr lang="en-US" noProof="0" dirty="0"/>
              <a:t>.</a:t>
            </a:r>
          </a:p>
        </p:txBody>
      </p:sp>
      <p:sp>
        <p:nvSpPr>
          <p:cNvPr id="30" name="Picture 2">
            <a:extLst>
              <a:ext uri="{FF2B5EF4-FFF2-40B4-BE49-F238E27FC236}">
                <a16:creationId xmlns:a16="http://schemas.microsoft.com/office/drawing/2014/main" id="{7F1232CD-8F02-2A62-26C1-B866F446AC0A}"/>
              </a:ext>
              <a:ext uri="{C183D7F6-B498-43B3-948B-1728B52AA6E4}">
                <adec:decorative xmlns:adec="http://schemas.microsoft.com/office/drawing/2017/decorative" val="1"/>
              </a:ext>
            </a:extLst>
          </p:cNvPr>
          <p:cNvSpPr>
            <a:spLocks noGrp="1"/>
          </p:cNvSpPr>
          <p:nvPr>
            <p:ph type="pic" sz="quarter" idx="29" hasCustomPrompt="1"/>
          </p:nvPr>
        </p:nvSpPr>
        <p:spPr bwMode="gray">
          <a:xfrm>
            <a:off x="5054052" y="1106244"/>
            <a:ext cx="2095200" cy="2876400"/>
          </a:xfrm>
          <a:prstGeom prst="roundRect">
            <a:avLst>
              <a:gd name="adj" fmla="val 8029"/>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37" name="Subhead 2">
            <a:extLst>
              <a:ext uri="{FF2B5EF4-FFF2-40B4-BE49-F238E27FC236}">
                <a16:creationId xmlns:a16="http://schemas.microsoft.com/office/drawing/2014/main" id="{AA29FE22-EC43-8F1F-0422-5140B5E16765}"/>
              </a:ext>
            </a:extLst>
          </p:cNvPr>
          <p:cNvSpPr>
            <a:spLocks noGrp="1"/>
          </p:cNvSpPr>
          <p:nvPr>
            <p:ph type="body" idx="34" hasCustomPrompt="1"/>
          </p:nvPr>
        </p:nvSpPr>
        <p:spPr>
          <a:xfrm>
            <a:off x="5041513" y="4175434"/>
            <a:ext cx="2095200" cy="493200"/>
          </a:xfrm>
        </p:spPr>
        <p:txBody>
          <a:bodyPr wrap="none"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err="1"/>
              <a:t>Firstname</a:t>
            </a:r>
            <a:r>
              <a:rPr lang="en-US" noProof="0"/>
              <a:t> </a:t>
            </a:r>
            <a:br>
              <a:rPr lang="en-US" noProof="0"/>
            </a:br>
            <a:r>
              <a:rPr lang="en-US" noProof="0" err="1"/>
              <a:t>Lastname</a:t>
            </a:r>
            <a:endParaRPr lang="en-US" noProof="0"/>
          </a:p>
        </p:txBody>
      </p:sp>
      <p:sp>
        <p:nvSpPr>
          <p:cNvPr id="38" name="Overview 2">
            <a:extLst>
              <a:ext uri="{FF2B5EF4-FFF2-40B4-BE49-F238E27FC236}">
                <a16:creationId xmlns:a16="http://schemas.microsoft.com/office/drawing/2014/main" id="{8762CF4D-2976-7A60-0108-65E18C77EF27}"/>
              </a:ext>
            </a:extLst>
          </p:cNvPr>
          <p:cNvSpPr>
            <a:spLocks noGrp="1"/>
          </p:cNvSpPr>
          <p:nvPr>
            <p:ph type="body" sz="quarter" idx="35" hasCustomPrompt="1"/>
          </p:nvPr>
        </p:nvSpPr>
        <p:spPr>
          <a:xfrm>
            <a:off x="5041513" y="4732768"/>
            <a:ext cx="2095200" cy="4932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Role, Department </a:t>
            </a:r>
            <a:br>
              <a:rPr lang="en-US" noProof="0" dirty="0"/>
            </a:br>
            <a:r>
              <a:rPr lang="en-US" noProof="0" dirty="0"/>
              <a:t>Location</a:t>
            </a:r>
          </a:p>
        </p:txBody>
      </p:sp>
      <p:sp>
        <p:nvSpPr>
          <p:cNvPr id="39" name="Text 2">
            <a:extLst>
              <a:ext uri="{FF2B5EF4-FFF2-40B4-BE49-F238E27FC236}">
                <a16:creationId xmlns:a16="http://schemas.microsoft.com/office/drawing/2014/main" id="{A4322B94-2975-3571-26B9-CCE8A541E555}"/>
              </a:ext>
            </a:extLst>
          </p:cNvPr>
          <p:cNvSpPr>
            <a:spLocks noGrp="1"/>
          </p:cNvSpPr>
          <p:nvPr>
            <p:ph type="body" sz="quarter" idx="36" hasCustomPrompt="1"/>
          </p:nvPr>
        </p:nvSpPr>
        <p:spPr>
          <a:xfrm>
            <a:off x="5041513" y="5214576"/>
            <a:ext cx="2095200" cy="8208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short bio here, </a:t>
            </a:r>
            <a:br>
              <a:rPr lang="en-US" noProof="0" dirty="0"/>
            </a:br>
            <a:r>
              <a:rPr lang="en-US" noProof="0" dirty="0"/>
              <a:t>lorem ipsum dolor sit </a:t>
            </a:r>
            <a:r>
              <a:rPr lang="en-US" noProof="0" dirty="0" err="1"/>
              <a:t>amet</a:t>
            </a:r>
            <a:r>
              <a:rPr lang="en-US" noProof="0" dirty="0"/>
              <a:t> </a:t>
            </a:r>
            <a:r>
              <a:rPr lang="en-US" noProof="0" dirty="0" err="1"/>
              <a:t>adipiscing</a:t>
            </a:r>
            <a:r>
              <a:rPr lang="en-US" noProof="0" dirty="0"/>
              <a:t> </a:t>
            </a:r>
            <a:r>
              <a:rPr lang="en-US" noProof="0" dirty="0" err="1"/>
              <a:t>elit</a:t>
            </a:r>
            <a:r>
              <a:rPr lang="en-US" noProof="0" dirty="0"/>
              <a:t>.</a:t>
            </a:r>
          </a:p>
        </p:txBody>
      </p:sp>
      <p:sp>
        <p:nvSpPr>
          <p:cNvPr id="31" name="Picture 3">
            <a:extLst>
              <a:ext uri="{FF2B5EF4-FFF2-40B4-BE49-F238E27FC236}">
                <a16:creationId xmlns:a16="http://schemas.microsoft.com/office/drawing/2014/main" id="{1A0D2F8A-AF54-62BF-0C4C-4D15A09C40D4}"/>
              </a:ext>
              <a:ext uri="{C183D7F6-B498-43B3-948B-1728B52AA6E4}">
                <adec:decorative xmlns:adec="http://schemas.microsoft.com/office/drawing/2017/decorative" val="1"/>
              </a:ext>
            </a:extLst>
          </p:cNvPr>
          <p:cNvSpPr>
            <a:spLocks noGrp="1"/>
          </p:cNvSpPr>
          <p:nvPr>
            <p:ph type="pic" sz="quarter" idx="30" hasCustomPrompt="1"/>
          </p:nvPr>
        </p:nvSpPr>
        <p:spPr bwMode="gray">
          <a:xfrm>
            <a:off x="7303170" y="1106244"/>
            <a:ext cx="2095200" cy="2876400"/>
          </a:xfrm>
          <a:prstGeom prst="roundRect">
            <a:avLst>
              <a:gd name="adj" fmla="val 7575"/>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40" name="Subhead 3">
            <a:extLst>
              <a:ext uri="{FF2B5EF4-FFF2-40B4-BE49-F238E27FC236}">
                <a16:creationId xmlns:a16="http://schemas.microsoft.com/office/drawing/2014/main" id="{19CCED15-E16C-52B8-D959-6CDFBAB2BC36}"/>
              </a:ext>
            </a:extLst>
          </p:cNvPr>
          <p:cNvSpPr>
            <a:spLocks noGrp="1"/>
          </p:cNvSpPr>
          <p:nvPr>
            <p:ph type="body" idx="37" hasCustomPrompt="1"/>
          </p:nvPr>
        </p:nvSpPr>
        <p:spPr>
          <a:xfrm>
            <a:off x="7290631" y="4175434"/>
            <a:ext cx="2095200" cy="493200"/>
          </a:xfrm>
        </p:spPr>
        <p:txBody>
          <a:bodyPr wrap="none"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err="1"/>
              <a:t>Firstname</a:t>
            </a:r>
            <a:r>
              <a:rPr lang="en-US" noProof="0"/>
              <a:t> </a:t>
            </a:r>
            <a:br>
              <a:rPr lang="en-US" noProof="0"/>
            </a:br>
            <a:r>
              <a:rPr lang="en-US" noProof="0" err="1"/>
              <a:t>Lastname</a:t>
            </a:r>
            <a:endParaRPr lang="en-US" noProof="0"/>
          </a:p>
        </p:txBody>
      </p:sp>
      <p:sp>
        <p:nvSpPr>
          <p:cNvPr id="41" name="Overview 3">
            <a:extLst>
              <a:ext uri="{FF2B5EF4-FFF2-40B4-BE49-F238E27FC236}">
                <a16:creationId xmlns:a16="http://schemas.microsoft.com/office/drawing/2014/main" id="{3679B495-B9DF-A4FB-6A13-A2C3377AB7F2}"/>
              </a:ext>
            </a:extLst>
          </p:cNvPr>
          <p:cNvSpPr>
            <a:spLocks noGrp="1"/>
          </p:cNvSpPr>
          <p:nvPr>
            <p:ph type="body" sz="quarter" idx="38" hasCustomPrompt="1"/>
          </p:nvPr>
        </p:nvSpPr>
        <p:spPr>
          <a:xfrm>
            <a:off x="7290631" y="4732768"/>
            <a:ext cx="2095200" cy="4932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Role, Department </a:t>
            </a:r>
            <a:br>
              <a:rPr lang="en-US" noProof="0" dirty="0"/>
            </a:br>
            <a:r>
              <a:rPr lang="en-US" noProof="0" dirty="0"/>
              <a:t>Location</a:t>
            </a:r>
          </a:p>
        </p:txBody>
      </p:sp>
      <p:sp>
        <p:nvSpPr>
          <p:cNvPr id="42" name="Text 3">
            <a:extLst>
              <a:ext uri="{FF2B5EF4-FFF2-40B4-BE49-F238E27FC236}">
                <a16:creationId xmlns:a16="http://schemas.microsoft.com/office/drawing/2014/main" id="{4C6407FB-88B8-767C-474A-9FA4AF59B9B9}"/>
              </a:ext>
            </a:extLst>
          </p:cNvPr>
          <p:cNvSpPr>
            <a:spLocks noGrp="1"/>
          </p:cNvSpPr>
          <p:nvPr>
            <p:ph type="body" sz="quarter" idx="39" hasCustomPrompt="1"/>
          </p:nvPr>
        </p:nvSpPr>
        <p:spPr>
          <a:xfrm>
            <a:off x="7290631" y="5214576"/>
            <a:ext cx="2095200" cy="8208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short bio here, </a:t>
            </a:r>
            <a:br>
              <a:rPr lang="en-US" noProof="0" dirty="0"/>
            </a:br>
            <a:r>
              <a:rPr lang="en-US" noProof="0" dirty="0"/>
              <a:t>lorem ipsum dolor sit </a:t>
            </a:r>
            <a:r>
              <a:rPr lang="en-US" noProof="0" dirty="0" err="1"/>
              <a:t>amet</a:t>
            </a:r>
            <a:r>
              <a:rPr lang="en-US" noProof="0" dirty="0"/>
              <a:t> </a:t>
            </a:r>
            <a:r>
              <a:rPr lang="en-US" noProof="0" dirty="0" err="1"/>
              <a:t>adipiscing</a:t>
            </a:r>
            <a:r>
              <a:rPr lang="en-US" noProof="0" dirty="0"/>
              <a:t> </a:t>
            </a:r>
            <a:r>
              <a:rPr lang="en-US" noProof="0" dirty="0" err="1"/>
              <a:t>elit</a:t>
            </a:r>
            <a:r>
              <a:rPr lang="en-US" noProof="0" dirty="0"/>
              <a:t>.</a:t>
            </a:r>
          </a:p>
        </p:txBody>
      </p:sp>
      <p:sp>
        <p:nvSpPr>
          <p:cNvPr id="32" name="Picture 4">
            <a:extLst>
              <a:ext uri="{FF2B5EF4-FFF2-40B4-BE49-F238E27FC236}">
                <a16:creationId xmlns:a16="http://schemas.microsoft.com/office/drawing/2014/main" id="{8208AA10-657F-1B30-B765-B4F980FADCFA}"/>
              </a:ext>
              <a:ext uri="{C183D7F6-B498-43B3-948B-1728B52AA6E4}">
                <adec:decorative xmlns:adec="http://schemas.microsoft.com/office/drawing/2017/decorative" val="1"/>
              </a:ext>
            </a:extLst>
          </p:cNvPr>
          <p:cNvSpPr>
            <a:spLocks noGrp="1"/>
          </p:cNvSpPr>
          <p:nvPr>
            <p:ph type="pic" sz="quarter" idx="31" hasCustomPrompt="1"/>
          </p:nvPr>
        </p:nvSpPr>
        <p:spPr bwMode="gray">
          <a:xfrm>
            <a:off x="9552288" y="1106244"/>
            <a:ext cx="2095200" cy="2876400"/>
          </a:xfrm>
          <a:prstGeom prst="roundRect">
            <a:avLst>
              <a:gd name="adj" fmla="val 8029"/>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43" name="Subhead 4">
            <a:extLst>
              <a:ext uri="{FF2B5EF4-FFF2-40B4-BE49-F238E27FC236}">
                <a16:creationId xmlns:a16="http://schemas.microsoft.com/office/drawing/2014/main" id="{629CBC16-DFEC-9D43-DD1E-ED8F09DE87B0}"/>
              </a:ext>
            </a:extLst>
          </p:cNvPr>
          <p:cNvSpPr>
            <a:spLocks noGrp="1"/>
          </p:cNvSpPr>
          <p:nvPr>
            <p:ph type="body" idx="40" hasCustomPrompt="1"/>
          </p:nvPr>
        </p:nvSpPr>
        <p:spPr>
          <a:xfrm>
            <a:off x="9539749" y="4175434"/>
            <a:ext cx="2095200" cy="493200"/>
          </a:xfrm>
        </p:spPr>
        <p:txBody>
          <a:bodyPr wrap="none"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err="1"/>
              <a:t>Firstname</a:t>
            </a:r>
            <a:r>
              <a:rPr lang="en-US" noProof="0" dirty="0"/>
              <a:t> </a:t>
            </a:r>
            <a:br>
              <a:rPr lang="en-US" noProof="0" dirty="0"/>
            </a:br>
            <a:r>
              <a:rPr lang="en-US" noProof="0" dirty="0"/>
              <a:t>Lastname</a:t>
            </a:r>
          </a:p>
        </p:txBody>
      </p:sp>
      <p:sp>
        <p:nvSpPr>
          <p:cNvPr id="44" name="Overview 4">
            <a:extLst>
              <a:ext uri="{FF2B5EF4-FFF2-40B4-BE49-F238E27FC236}">
                <a16:creationId xmlns:a16="http://schemas.microsoft.com/office/drawing/2014/main" id="{B1D9EFEF-914A-19D1-0B76-7C3D99E74919}"/>
              </a:ext>
            </a:extLst>
          </p:cNvPr>
          <p:cNvSpPr>
            <a:spLocks noGrp="1"/>
          </p:cNvSpPr>
          <p:nvPr>
            <p:ph type="body" sz="quarter" idx="41" hasCustomPrompt="1"/>
          </p:nvPr>
        </p:nvSpPr>
        <p:spPr>
          <a:xfrm>
            <a:off x="9539749" y="4732768"/>
            <a:ext cx="2095200" cy="4932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Role, Department </a:t>
            </a:r>
            <a:br>
              <a:rPr lang="en-US" noProof="0" dirty="0"/>
            </a:br>
            <a:r>
              <a:rPr lang="en-US" noProof="0" dirty="0"/>
              <a:t>Location</a:t>
            </a:r>
          </a:p>
        </p:txBody>
      </p:sp>
      <p:sp>
        <p:nvSpPr>
          <p:cNvPr id="45" name="Text 4">
            <a:extLst>
              <a:ext uri="{FF2B5EF4-FFF2-40B4-BE49-F238E27FC236}">
                <a16:creationId xmlns:a16="http://schemas.microsoft.com/office/drawing/2014/main" id="{24F6D455-7576-59A9-DB1B-93667C91A436}"/>
              </a:ext>
            </a:extLst>
          </p:cNvPr>
          <p:cNvSpPr>
            <a:spLocks noGrp="1"/>
          </p:cNvSpPr>
          <p:nvPr>
            <p:ph type="body" sz="quarter" idx="42" hasCustomPrompt="1"/>
          </p:nvPr>
        </p:nvSpPr>
        <p:spPr>
          <a:xfrm>
            <a:off x="9539749" y="5214576"/>
            <a:ext cx="2095200" cy="8208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short bio here, </a:t>
            </a:r>
            <a:br>
              <a:rPr lang="en-US" noProof="0" dirty="0"/>
            </a:br>
            <a:r>
              <a:rPr lang="en-US" noProof="0" dirty="0"/>
              <a:t>lorem ipsum dolor sit </a:t>
            </a:r>
            <a:r>
              <a:rPr lang="en-US" noProof="0" dirty="0" err="1"/>
              <a:t>amet</a:t>
            </a:r>
            <a:r>
              <a:rPr lang="en-US" noProof="0" dirty="0"/>
              <a:t> </a:t>
            </a:r>
            <a:r>
              <a:rPr lang="en-US" noProof="0" dirty="0" err="1"/>
              <a:t>adipiscing</a:t>
            </a:r>
            <a:r>
              <a:rPr lang="en-US" noProof="0" dirty="0"/>
              <a:t> </a:t>
            </a:r>
            <a:r>
              <a:rPr lang="en-US" noProof="0" dirty="0" err="1"/>
              <a:t>elit</a:t>
            </a:r>
            <a:r>
              <a:rPr lang="en-US" noProof="0" dirty="0"/>
              <a:t>.</a:t>
            </a:r>
          </a:p>
        </p:txBody>
      </p:sp>
      <p:pic>
        <p:nvPicPr>
          <p:cNvPr id="6" name="Pearson Logo" descr="Pearson Logo">
            <a:extLst>
              <a:ext uri="{FF2B5EF4-FFF2-40B4-BE49-F238E27FC236}">
                <a16:creationId xmlns:a16="http://schemas.microsoft.com/office/drawing/2014/main" id="{FB1ABAF1-6879-6921-DA54-ECEB33C21FEE}"/>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5450595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am Profile x8">
    <p:bg bwMode="gray">
      <p:bgPr>
        <a:solidFill>
          <a:srgbClr val="EDECF6"/>
        </a:solidFill>
        <a:effectLst/>
      </p:bgPr>
    </p:bg>
    <p:spTree>
      <p:nvGrpSpPr>
        <p:cNvPr id="1" name=""/>
        <p:cNvGrpSpPr/>
        <p:nvPr/>
      </p:nvGrpSpPr>
      <p:grpSpPr>
        <a:xfrm>
          <a:off x="0" y="0"/>
          <a:ext cx="0" cy="0"/>
          <a:chOff x="0" y="0"/>
          <a:chExt cx="0" cy="0"/>
        </a:xfrm>
      </p:grpSpPr>
      <p:sp>
        <p:nvSpPr>
          <p:cNvPr id="7" name="Section">
            <a:extLst>
              <a:ext uri="{FF2B5EF4-FFF2-40B4-BE49-F238E27FC236}">
                <a16:creationId xmlns:a16="http://schemas.microsoft.com/office/drawing/2014/main" id="{51008C76-10DB-547B-4449-87B5BDB90F4F}"/>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B77DC554-B106-D84B-B0E2-4BB654FA8963}"/>
              </a:ext>
            </a:extLst>
          </p:cNvPr>
          <p:cNvSpPr>
            <a:spLocks noGrp="1"/>
          </p:cNvSpPr>
          <p:nvPr>
            <p:ph type="title" hasCustomPrompt="1"/>
          </p:nvPr>
        </p:nvSpPr>
        <p:spPr>
          <a:xfrm>
            <a:off x="550164" y="1063617"/>
            <a:ext cx="1866011" cy="1833227"/>
          </a:xfrm>
        </p:spPr>
        <p:txBody>
          <a:bodyPr/>
          <a:lstStyle>
            <a:lvl1pPr>
              <a:defRPr>
                <a:latin typeface="+mj-lt"/>
              </a:defRPr>
            </a:lvl1pPr>
          </a:lstStyle>
          <a:p>
            <a:r>
              <a:rPr lang="en-US" noProof="0" dirty="0"/>
              <a:t>Place headline here</a:t>
            </a:r>
          </a:p>
        </p:txBody>
      </p:sp>
      <p:sp>
        <p:nvSpPr>
          <p:cNvPr id="38" name="Picture 1">
            <a:extLst>
              <a:ext uri="{FF2B5EF4-FFF2-40B4-BE49-F238E27FC236}">
                <a16:creationId xmlns:a16="http://schemas.microsoft.com/office/drawing/2014/main" id="{FCF693CB-E459-9B7A-F91D-503E1C9FD99E}"/>
              </a:ext>
              <a:ext uri="{C183D7F6-B498-43B3-948B-1728B52AA6E4}">
                <adec:decorative xmlns:adec="http://schemas.microsoft.com/office/drawing/2017/decorative" val="1"/>
              </a:ext>
            </a:extLst>
          </p:cNvPr>
          <p:cNvSpPr>
            <a:spLocks noGrp="1"/>
          </p:cNvSpPr>
          <p:nvPr>
            <p:ph type="pic" sz="quarter" idx="28" hasCustomPrompt="1"/>
          </p:nvPr>
        </p:nvSpPr>
        <p:spPr bwMode="gray">
          <a:xfrm>
            <a:off x="2798064" y="1099650"/>
            <a:ext cx="1125036" cy="1220400"/>
          </a:xfrm>
          <a:prstGeom prst="roundRect">
            <a:avLst>
              <a:gd name="adj" fmla="val 17090"/>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48" name="Subhead 1">
            <a:extLst>
              <a:ext uri="{FF2B5EF4-FFF2-40B4-BE49-F238E27FC236}">
                <a16:creationId xmlns:a16="http://schemas.microsoft.com/office/drawing/2014/main" id="{8782D13E-BBE8-7D50-5CAB-42A4CC72ED7A}"/>
              </a:ext>
            </a:extLst>
          </p:cNvPr>
          <p:cNvSpPr>
            <a:spLocks noGrp="1"/>
          </p:cNvSpPr>
          <p:nvPr>
            <p:ph type="body" idx="1" hasCustomPrompt="1"/>
          </p:nvPr>
        </p:nvSpPr>
        <p:spPr>
          <a:xfrm>
            <a:off x="2798064" y="252139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err="1"/>
              <a:t>Firstname</a:t>
            </a:r>
            <a:r>
              <a:rPr lang="en-US" noProof="0" dirty="0"/>
              <a:t> </a:t>
            </a:r>
            <a:br>
              <a:rPr lang="en-US" noProof="0" dirty="0"/>
            </a:br>
            <a:r>
              <a:rPr lang="en-US" noProof="0" dirty="0"/>
              <a:t>Lastname</a:t>
            </a:r>
          </a:p>
        </p:txBody>
      </p:sp>
      <p:sp>
        <p:nvSpPr>
          <p:cNvPr id="49" name="Text 1">
            <a:extLst>
              <a:ext uri="{FF2B5EF4-FFF2-40B4-BE49-F238E27FC236}">
                <a16:creationId xmlns:a16="http://schemas.microsoft.com/office/drawing/2014/main" id="{1DB3E539-A488-DFA0-3234-6B510937093E}"/>
              </a:ext>
            </a:extLst>
          </p:cNvPr>
          <p:cNvSpPr>
            <a:spLocks noGrp="1"/>
          </p:cNvSpPr>
          <p:nvPr>
            <p:ph type="body" sz="quarter" idx="38" hasCustomPrompt="1"/>
          </p:nvPr>
        </p:nvSpPr>
        <p:spPr>
          <a:xfrm>
            <a:off x="2798064" y="307702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Place role, location, or </a:t>
            </a:r>
            <a:br>
              <a:rPr lang="en-US" noProof="0" dirty="0"/>
            </a:br>
            <a:r>
              <a:rPr lang="en-US" noProof="0" dirty="0"/>
              <a:t>short bio here</a:t>
            </a:r>
          </a:p>
        </p:txBody>
      </p:sp>
      <p:sp>
        <p:nvSpPr>
          <p:cNvPr id="39" name="Picture 2">
            <a:extLst>
              <a:ext uri="{FF2B5EF4-FFF2-40B4-BE49-F238E27FC236}">
                <a16:creationId xmlns:a16="http://schemas.microsoft.com/office/drawing/2014/main" id="{796EF7E4-4E29-6544-7C51-8C7C7C47D2DC}"/>
              </a:ext>
              <a:ext uri="{C183D7F6-B498-43B3-948B-1728B52AA6E4}">
                <adec:decorative xmlns:adec="http://schemas.microsoft.com/office/drawing/2017/decorative" val="1"/>
              </a:ext>
            </a:extLst>
          </p:cNvPr>
          <p:cNvSpPr>
            <a:spLocks noGrp="1"/>
          </p:cNvSpPr>
          <p:nvPr>
            <p:ph type="pic" sz="quarter" idx="29" hasCustomPrompt="1"/>
          </p:nvPr>
        </p:nvSpPr>
        <p:spPr bwMode="gray">
          <a:xfrm>
            <a:off x="5047164" y="109965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50" name="Subhead 2">
            <a:extLst>
              <a:ext uri="{FF2B5EF4-FFF2-40B4-BE49-F238E27FC236}">
                <a16:creationId xmlns:a16="http://schemas.microsoft.com/office/drawing/2014/main" id="{2374176A-4506-A083-9E73-6413559969C8}"/>
              </a:ext>
            </a:extLst>
          </p:cNvPr>
          <p:cNvSpPr>
            <a:spLocks noGrp="1"/>
          </p:cNvSpPr>
          <p:nvPr>
            <p:ph type="body" idx="39" hasCustomPrompt="1"/>
          </p:nvPr>
        </p:nvSpPr>
        <p:spPr>
          <a:xfrm>
            <a:off x="5047164" y="252139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err="1"/>
              <a:t>Firstname</a:t>
            </a:r>
            <a:r>
              <a:rPr lang="en-US" noProof="0"/>
              <a:t> </a:t>
            </a:r>
            <a:br>
              <a:rPr lang="en-US" noProof="0"/>
            </a:br>
            <a:r>
              <a:rPr lang="en-US" noProof="0" err="1"/>
              <a:t>Lastname</a:t>
            </a:r>
            <a:endParaRPr lang="en-US" noProof="0"/>
          </a:p>
        </p:txBody>
      </p:sp>
      <p:sp>
        <p:nvSpPr>
          <p:cNvPr id="51" name="Text 2">
            <a:extLst>
              <a:ext uri="{FF2B5EF4-FFF2-40B4-BE49-F238E27FC236}">
                <a16:creationId xmlns:a16="http://schemas.microsoft.com/office/drawing/2014/main" id="{44101478-50BE-FE23-7259-B937FEF837DE}"/>
              </a:ext>
            </a:extLst>
          </p:cNvPr>
          <p:cNvSpPr>
            <a:spLocks noGrp="1"/>
          </p:cNvSpPr>
          <p:nvPr>
            <p:ph type="body" sz="quarter" idx="40" hasCustomPrompt="1"/>
          </p:nvPr>
        </p:nvSpPr>
        <p:spPr>
          <a:xfrm>
            <a:off x="5047164" y="307702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Place role, location, or </a:t>
            </a:r>
            <a:br>
              <a:rPr lang="en-US" noProof="0"/>
            </a:br>
            <a:r>
              <a:rPr lang="en-US" noProof="0"/>
              <a:t>short bio here</a:t>
            </a:r>
          </a:p>
        </p:txBody>
      </p:sp>
      <p:sp>
        <p:nvSpPr>
          <p:cNvPr id="40" name="Picture 3">
            <a:extLst>
              <a:ext uri="{FF2B5EF4-FFF2-40B4-BE49-F238E27FC236}">
                <a16:creationId xmlns:a16="http://schemas.microsoft.com/office/drawing/2014/main" id="{EEBE60E6-201D-1814-0335-D04BBCE8DB0F}"/>
              </a:ext>
              <a:ext uri="{C183D7F6-B498-43B3-948B-1728B52AA6E4}">
                <adec:decorative xmlns:adec="http://schemas.microsoft.com/office/drawing/2017/decorative" val="1"/>
              </a:ext>
            </a:extLst>
          </p:cNvPr>
          <p:cNvSpPr>
            <a:spLocks noGrp="1"/>
          </p:cNvSpPr>
          <p:nvPr>
            <p:ph type="pic" sz="quarter" idx="30" hasCustomPrompt="1"/>
          </p:nvPr>
        </p:nvSpPr>
        <p:spPr bwMode="gray">
          <a:xfrm>
            <a:off x="7296264" y="109965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52" name="Subhead 3">
            <a:extLst>
              <a:ext uri="{FF2B5EF4-FFF2-40B4-BE49-F238E27FC236}">
                <a16:creationId xmlns:a16="http://schemas.microsoft.com/office/drawing/2014/main" id="{E33E2AA9-7545-EB38-FDBF-C788B588FF1C}"/>
              </a:ext>
            </a:extLst>
          </p:cNvPr>
          <p:cNvSpPr>
            <a:spLocks noGrp="1"/>
          </p:cNvSpPr>
          <p:nvPr>
            <p:ph type="body" idx="41" hasCustomPrompt="1"/>
          </p:nvPr>
        </p:nvSpPr>
        <p:spPr>
          <a:xfrm>
            <a:off x="7296264" y="252139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err="1"/>
              <a:t>Firstname</a:t>
            </a:r>
            <a:r>
              <a:rPr lang="en-US" noProof="0"/>
              <a:t> </a:t>
            </a:r>
            <a:br>
              <a:rPr lang="en-US" noProof="0"/>
            </a:br>
            <a:r>
              <a:rPr lang="en-US" noProof="0" err="1"/>
              <a:t>Lastname</a:t>
            </a:r>
            <a:endParaRPr lang="en-US" noProof="0"/>
          </a:p>
        </p:txBody>
      </p:sp>
      <p:sp>
        <p:nvSpPr>
          <p:cNvPr id="53" name="Text 3">
            <a:extLst>
              <a:ext uri="{FF2B5EF4-FFF2-40B4-BE49-F238E27FC236}">
                <a16:creationId xmlns:a16="http://schemas.microsoft.com/office/drawing/2014/main" id="{0B365463-B278-57EE-FF03-197D34036D2C}"/>
              </a:ext>
            </a:extLst>
          </p:cNvPr>
          <p:cNvSpPr>
            <a:spLocks noGrp="1"/>
          </p:cNvSpPr>
          <p:nvPr>
            <p:ph type="body" sz="quarter" idx="42" hasCustomPrompt="1"/>
          </p:nvPr>
        </p:nvSpPr>
        <p:spPr>
          <a:xfrm>
            <a:off x="7296264" y="307702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Place role, location, or </a:t>
            </a:r>
            <a:br>
              <a:rPr lang="en-US" noProof="0"/>
            </a:br>
            <a:r>
              <a:rPr lang="en-US" noProof="0"/>
              <a:t>short bio here</a:t>
            </a:r>
          </a:p>
        </p:txBody>
      </p:sp>
      <p:sp>
        <p:nvSpPr>
          <p:cNvPr id="41" name="Picture 4">
            <a:extLst>
              <a:ext uri="{FF2B5EF4-FFF2-40B4-BE49-F238E27FC236}">
                <a16:creationId xmlns:a16="http://schemas.microsoft.com/office/drawing/2014/main" id="{7FDBC0CE-62C2-F3A5-CDE0-2E459C85FFEB}"/>
              </a:ext>
              <a:ext uri="{C183D7F6-B498-43B3-948B-1728B52AA6E4}">
                <adec:decorative xmlns:adec="http://schemas.microsoft.com/office/drawing/2017/decorative" val="1"/>
              </a:ext>
            </a:extLst>
          </p:cNvPr>
          <p:cNvSpPr>
            <a:spLocks noGrp="1"/>
          </p:cNvSpPr>
          <p:nvPr>
            <p:ph type="pic" sz="quarter" idx="31" hasCustomPrompt="1"/>
          </p:nvPr>
        </p:nvSpPr>
        <p:spPr bwMode="gray">
          <a:xfrm>
            <a:off x="9545364" y="109965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a:t>Profile picture</a:t>
            </a:r>
          </a:p>
        </p:txBody>
      </p:sp>
      <p:sp>
        <p:nvSpPr>
          <p:cNvPr id="54" name="Subhead 4">
            <a:extLst>
              <a:ext uri="{FF2B5EF4-FFF2-40B4-BE49-F238E27FC236}">
                <a16:creationId xmlns:a16="http://schemas.microsoft.com/office/drawing/2014/main" id="{28840558-A4A2-38C6-A290-FA8533AAA7B1}"/>
              </a:ext>
            </a:extLst>
          </p:cNvPr>
          <p:cNvSpPr>
            <a:spLocks noGrp="1"/>
          </p:cNvSpPr>
          <p:nvPr>
            <p:ph type="body" idx="43" hasCustomPrompt="1"/>
          </p:nvPr>
        </p:nvSpPr>
        <p:spPr>
          <a:xfrm>
            <a:off x="9545364" y="252139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err="1"/>
              <a:t>Firstname</a:t>
            </a:r>
            <a:r>
              <a:rPr lang="en-US" noProof="0"/>
              <a:t> </a:t>
            </a:r>
            <a:br>
              <a:rPr lang="en-US" noProof="0"/>
            </a:br>
            <a:r>
              <a:rPr lang="en-US" noProof="0" err="1"/>
              <a:t>Lastname</a:t>
            </a:r>
            <a:endParaRPr lang="en-US" noProof="0"/>
          </a:p>
        </p:txBody>
      </p:sp>
      <p:sp>
        <p:nvSpPr>
          <p:cNvPr id="55" name="Text 4">
            <a:extLst>
              <a:ext uri="{FF2B5EF4-FFF2-40B4-BE49-F238E27FC236}">
                <a16:creationId xmlns:a16="http://schemas.microsoft.com/office/drawing/2014/main" id="{ED0EACE9-8691-278F-25D8-2C1CB9196B9D}"/>
              </a:ext>
            </a:extLst>
          </p:cNvPr>
          <p:cNvSpPr>
            <a:spLocks noGrp="1"/>
          </p:cNvSpPr>
          <p:nvPr>
            <p:ph type="body" sz="quarter" idx="44" hasCustomPrompt="1"/>
          </p:nvPr>
        </p:nvSpPr>
        <p:spPr>
          <a:xfrm>
            <a:off x="9545364" y="307702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Place role, location, or </a:t>
            </a:r>
            <a:br>
              <a:rPr lang="en-US" noProof="0" dirty="0"/>
            </a:br>
            <a:r>
              <a:rPr lang="en-US" noProof="0" dirty="0"/>
              <a:t>short bio here</a:t>
            </a:r>
          </a:p>
        </p:txBody>
      </p:sp>
      <p:sp>
        <p:nvSpPr>
          <p:cNvPr id="8" name="Picture 5">
            <a:extLst>
              <a:ext uri="{FF2B5EF4-FFF2-40B4-BE49-F238E27FC236}">
                <a16:creationId xmlns:a16="http://schemas.microsoft.com/office/drawing/2014/main" id="{E7272750-4C62-CD7F-A178-1D99840D9D71}"/>
              </a:ext>
              <a:ext uri="{C183D7F6-B498-43B3-948B-1728B52AA6E4}">
                <adec:decorative xmlns:adec="http://schemas.microsoft.com/office/drawing/2017/decorative" val="1"/>
              </a:ext>
            </a:extLst>
          </p:cNvPr>
          <p:cNvSpPr>
            <a:spLocks noGrp="1"/>
          </p:cNvSpPr>
          <p:nvPr>
            <p:ph type="pic" sz="quarter" idx="45" hasCustomPrompt="1"/>
          </p:nvPr>
        </p:nvSpPr>
        <p:spPr bwMode="gray">
          <a:xfrm>
            <a:off x="2798064" y="384882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12" name="Subhead 5">
            <a:extLst>
              <a:ext uri="{FF2B5EF4-FFF2-40B4-BE49-F238E27FC236}">
                <a16:creationId xmlns:a16="http://schemas.microsoft.com/office/drawing/2014/main" id="{29EC33A1-05CF-B665-6FBE-68B95609B91E}"/>
              </a:ext>
            </a:extLst>
          </p:cNvPr>
          <p:cNvSpPr>
            <a:spLocks noGrp="1"/>
          </p:cNvSpPr>
          <p:nvPr>
            <p:ph type="body" idx="49" hasCustomPrompt="1"/>
          </p:nvPr>
        </p:nvSpPr>
        <p:spPr>
          <a:xfrm>
            <a:off x="2798064" y="527056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err="1"/>
              <a:t>Firstname</a:t>
            </a:r>
            <a:r>
              <a:rPr lang="en-US" noProof="0" dirty="0"/>
              <a:t> </a:t>
            </a:r>
            <a:br>
              <a:rPr lang="en-US" noProof="0" dirty="0"/>
            </a:br>
            <a:r>
              <a:rPr lang="en-US" noProof="0" dirty="0"/>
              <a:t>Lastname</a:t>
            </a:r>
          </a:p>
        </p:txBody>
      </p:sp>
      <p:sp>
        <p:nvSpPr>
          <p:cNvPr id="13" name="Text 5">
            <a:extLst>
              <a:ext uri="{FF2B5EF4-FFF2-40B4-BE49-F238E27FC236}">
                <a16:creationId xmlns:a16="http://schemas.microsoft.com/office/drawing/2014/main" id="{480EA46A-54BB-1347-AD5A-3B170302743F}"/>
              </a:ext>
            </a:extLst>
          </p:cNvPr>
          <p:cNvSpPr>
            <a:spLocks noGrp="1"/>
          </p:cNvSpPr>
          <p:nvPr>
            <p:ph type="body" sz="quarter" idx="50" hasCustomPrompt="1"/>
          </p:nvPr>
        </p:nvSpPr>
        <p:spPr>
          <a:xfrm>
            <a:off x="2798064" y="582619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Place role, location, or </a:t>
            </a:r>
            <a:br>
              <a:rPr lang="en-US" noProof="0"/>
            </a:br>
            <a:r>
              <a:rPr lang="en-US" noProof="0"/>
              <a:t>short bio here</a:t>
            </a:r>
          </a:p>
        </p:txBody>
      </p:sp>
      <p:sp>
        <p:nvSpPr>
          <p:cNvPr id="9" name="Picture 6">
            <a:extLst>
              <a:ext uri="{FF2B5EF4-FFF2-40B4-BE49-F238E27FC236}">
                <a16:creationId xmlns:a16="http://schemas.microsoft.com/office/drawing/2014/main" id="{6D5D84B0-90A5-2BFD-DA38-584737E597B6}"/>
              </a:ext>
              <a:ext uri="{C183D7F6-B498-43B3-948B-1728B52AA6E4}">
                <adec:decorative xmlns:adec="http://schemas.microsoft.com/office/drawing/2017/decorative" val="1"/>
              </a:ext>
            </a:extLst>
          </p:cNvPr>
          <p:cNvSpPr>
            <a:spLocks noGrp="1"/>
          </p:cNvSpPr>
          <p:nvPr>
            <p:ph type="pic" sz="quarter" idx="46" hasCustomPrompt="1"/>
          </p:nvPr>
        </p:nvSpPr>
        <p:spPr bwMode="gray">
          <a:xfrm>
            <a:off x="5047164" y="384882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14" name="Subhead 6">
            <a:extLst>
              <a:ext uri="{FF2B5EF4-FFF2-40B4-BE49-F238E27FC236}">
                <a16:creationId xmlns:a16="http://schemas.microsoft.com/office/drawing/2014/main" id="{A63AEA07-115C-CE79-CD19-48208249B682}"/>
              </a:ext>
            </a:extLst>
          </p:cNvPr>
          <p:cNvSpPr>
            <a:spLocks noGrp="1"/>
          </p:cNvSpPr>
          <p:nvPr>
            <p:ph type="body" idx="51" hasCustomPrompt="1"/>
          </p:nvPr>
        </p:nvSpPr>
        <p:spPr>
          <a:xfrm>
            <a:off x="5047164" y="527056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err="1"/>
              <a:t>Firstname</a:t>
            </a:r>
            <a:r>
              <a:rPr lang="en-US" noProof="0"/>
              <a:t> </a:t>
            </a:r>
            <a:br>
              <a:rPr lang="en-US" noProof="0"/>
            </a:br>
            <a:r>
              <a:rPr lang="en-US" noProof="0" err="1"/>
              <a:t>Lastname</a:t>
            </a:r>
            <a:endParaRPr lang="en-US" noProof="0"/>
          </a:p>
        </p:txBody>
      </p:sp>
      <p:sp>
        <p:nvSpPr>
          <p:cNvPr id="15" name="Text 6">
            <a:extLst>
              <a:ext uri="{FF2B5EF4-FFF2-40B4-BE49-F238E27FC236}">
                <a16:creationId xmlns:a16="http://schemas.microsoft.com/office/drawing/2014/main" id="{AF9FC4EE-65D2-3EA7-D40F-0513BAF3925D}"/>
              </a:ext>
            </a:extLst>
          </p:cNvPr>
          <p:cNvSpPr>
            <a:spLocks noGrp="1"/>
          </p:cNvSpPr>
          <p:nvPr>
            <p:ph type="body" sz="quarter" idx="52" hasCustomPrompt="1"/>
          </p:nvPr>
        </p:nvSpPr>
        <p:spPr>
          <a:xfrm>
            <a:off x="5047164" y="582619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Place role, location, or </a:t>
            </a:r>
            <a:br>
              <a:rPr lang="en-US" noProof="0"/>
            </a:br>
            <a:r>
              <a:rPr lang="en-US" noProof="0"/>
              <a:t>short bio here</a:t>
            </a:r>
          </a:p>
        </p:txBody>
      </p:sp>
      <p:sp>
        <p:nvSpPr>
          <p:cNvPr id="10" name="Picture 7">
            <a:extLst>
              <a:ext uri="{FF2B5EF4-FFF2-40B4-BE49-F238E27FC236}">
                <a16:creationId xmlns:a16="http://schemas.microsoft.com/office/drawing/2014/main" id="{72D392DF-75DE-4A7B-7C0B-0E3E8FCB9070}"/>
              </a:ext>
              <a:ext uri="{C183D7F6-B498-43B3-948B-1728B52AA6E4}">
                <adec:decorative xmlns:adec="http://schemas.microsoft.com/office/drawing/2017/decorative" val="1"/>
              </a:ext>
            </a:extLst>
          </p:cNvPr>
          <p:cNvSpPr>
            <a:spLocks noGrp="1"/>
          </p:cNvSpPr>
          <p:nvPr>
            <p:ph type="pic" sz="quarter" idx="47" hasCustomPrompt="1"/>
          </p:nvPr>
        </p:nvSpPr>
        <p:spPr bwMode="gray">
          <a:xfrm>
            <a:off x="7296264" y="384882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16" name="Subhead 7">
            <a:extLst>
              <a:ext uri="{FF2B5EF4-FFF2-40B4-BE49-F238E27FC236}">
                <a16:creationId xmlns:a16="http://schemas.microsoft.com/office/drawing/2014/main" id="{D77DD3F2-A8EB-3314-6C6D-8F0C1C527063}"/>
              </a:ext>
            </a:extLst>
          </p:cNvPr>
          <p:cNvSpPr>
            <a:spLocks noGrp="1"/>
          </p:cNvSpPr>
          <p:nvPr>
            <p:ph type="body" idx="53" hasCustomPrompt="1"/>
          </p:nvPr>
        </p:nvSpPr>
        <p:spPr>
          <a:xfrm>
            <a:off x="7296264" y="527056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err="1"/>
              <a:t>Firstname</a:t>
            </a:r>
            <a:r>
              <a:rPr lang="en-US" noProof="0"/>
              <a:t> </a:t>
            </a:r>
            <a:br>
              <a:rPr lang="en-US" noProof="0"/>
            </a:br>
            <a:r>
              <a:rPr lang="en-US" noProof="0" err="1"/>
              <a:t>Lastname</a:t>
            </a:r>
            <a:endParaRPr lang="en-US" noProof="0"/>
          </a:p>
        </p:txBody>
      </p:sp>
      <p:sp>
        <p:nvSpPr>
          <p:cNvPr id="17" name="Text 7">
            <a:extLst>
              <a:ext uri="{FF2B5EF4-FFF2-40B4-BE49-F238E27FC236}">
                <a16:creationId xmlns:a16="http://schemas.microsoft.com/office/drawing/2014/main" id="{3A2879BE-C987-AABA-79A6-2A96C2F43A25}"/>
              </a:ext>
            </a:extLst>
          </p:cNvPr>
          <p:cNvSpPr>
            <a:spLocks noGrp="1"/>
          </p:cNvSpPr>
          <p:nvPr>
            <p:ph type="body" sz="quarter" idx="54" hasCustomPrompt="1"/>
          </p:nvPr>
        </p:nvSpPr>
        <p:spPr>
          <a:xfrm>
            <a:off x="7296264" y="582619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Place role, location, or </a:t>
            </a:r>
            <a:br>
              <a:rPr lang="en-US" noProof="0"/>
            </a:br>
            <a:r>
              <a:rPr lang="en-US" noProof="0"/>
              <a:t>short bio here</a:t>
            </a:r>
          </a:p>
        </p:txBody>
      </p:sp>
      <p:sp>
        <p:nvSpPr>
          <p:cNvPr id="11" name="Picture 8">
            <a:extLst>
              <a:ext uri="{FF2B5EF4-FFF2-40B4-BE49-F238E27FC236}">
                <a16:creationId xmlns:a16="http://schemas.microsoft.com/office/drawing/2014/main" id="{8CCF67AF-DE7D-56DD-0861-DD37407262BF}"/>
              </a:ext>
              <a:ext uri="{C183D7F6-B498-43B3-948B-1728B52AA6E4}">
                <adec:decorative xmlns:adec="http://schemas.microsoft.com/office/drawing/2017/decorative" val="1"/>
              </a:ext>
            </a:extLst>
          </p:cNvPr>
          <p:cNvSpPr>
            <a:spLocks noGrp="1"/>
          </p:cNvSpPr>
          <p:nvPr>
            <p:ph type="pic" sz="quarter" idx="48" hasCustomPrompt="1"/>
          </p:nvPr>
        </p:nvSpPr>
        <p:spPr bwMode="gray">
          <a:xfrm>
            <a:off x="9545364" y="384882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18" name="Subhead 8">
            <a:extLst>
              <a:ext uri="{FF2B5EF4-FFF2-40B4-BE49-F238E27FC236}">
                <a16:creationId xmlns:a16="http://schemas.microsoft.com/office/drawing/2014/main" id="{9A66DEC6-788C-28B7-2C7A-B76C173BCF1F}"/>
              </a:ext>
            </a:extLst>
          </p:cNvPr>
          <p:cNvSpPr>
            <a:spLocks noGrp="1"/>
          </p:cNvSpPr>
          <p:nvPr>
            <p:ph type="body" idx="55" hasCustomPrompt="1"/>
          </p:nvPr>
        </p:nvSpPr>
        <p:spPr>
          <a:xfrm>
            <a:off x="9545364" y="527056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err="1"/>
              <a:t>Firstname</a:t>
            </a:r>
            <a:r>
              <a:rPr lang="en-US" noProof="0"/>
              <a:t> </a:t>
            </a:r>
            <a:br>
              <a:rPr lang="en-US" noProof="0"/>
            </a:br>
            <a:r>
              <a:rPr lang="en-US" noProof="0" err="1"/>
              <a:t>Lastname</a:t>
            </a:r>
            <a:endParaRPr lang="en-US" noProof="0"/>
          </a:p>
        </p:txBody>
      </p:sp>
      <p:sp>
        <p:nvSpPr>
          <p:cNvPr id="19" name="Text 8">
            <a:extLst>
              <a:ext uri="{FF2B5EF4-FFF2-40B4-BE49-F238E27FC236}">
                <a16:creationId xmlns:a16="http://schemas.microsoft.com/office/drawing/2014/main" id="{0D38B02E-DC1C-4ACD-EC17-B1CF5BF689F4}"/>
              </a:ext>
            </a:extLst>
          </p:cNvPr>
          <p:cNvSpPr>
            <a:spLocks noGrp="1"/>
          </p:cNvSpPr>
          <p:nvPr>
            <p:ph type="body" sz="quarter" idx="56" hasCustomPrompt="1"/>
          </p:nvPr>
        </p:nvSpPr>
        <p:spPr>
          <a:xfrm>
            <a:off x="9545364" y="582619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Place role, location, or </a:t>
            </a:r>
            <a:br>
              <a:rPr lang="en-US" noProof="0"/>
            </a:br>
            <a:r>
              <a:rPr lang="en-US" noProof="0"/>
              <a:t>short bio here</a:t>
            </a:r>
          </a:p>
        </p:txBody>
      </p:sp>
      <p:pic>
        <p:nvPicPr>
          <p:cNvPr id="3" name="Pearson Logo" descr="Pearson Logo">
            <a:extLst>
              <a:ext uri="{FF2B5EF4-FFF2-40B4-BE49-F238E27FC236}">
                <a16:creationId xmlns:a16="http://schemas.microsoft.com/office/drawing/2014/main" id="{68D4D646-23EA-5801-0B6D-1324B504B6FF}"/>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5636797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User Guide: Pictograms and Icons">
    <p:bg>
      <p:bgPr>
        <a:solidFill>
          <a:srgbClr val="0D004D"/>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j-lt"/>
              <a:ea typeface="+mn-ea"/>
              <a:cs typeface="+mn-cs"/>
            </a:endParaRPr>
          </a:p>
        </p:txBody>
      </p:sp>
      <p:sp>
        <p:nvSpPr>
          <p:cNvPr id="188" name="Section">
            <a:extLst>
              <a:ext uri="{FF2B5EF4-FFF2-40B4-BE49-F238E27FC236}">
                <a16:creationId xmlns:a16="http://schemas.microsoft.com/office/drawing/2014/main" id="{EBA5F521-577F-6087-09CE-FB6C3058BD6D}"/>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0" i="0" u="none" strike="noStrike" kern="1200" cap="none" spc="0" normalizeH="0" baseline="0" noProof="0" dirty="0">
                <a:ln>
                  <a:noFill/>
                </a:ln>
                <a:solidFill>
                  <a:srgbClr val="0D004D"/>
                </a:solidFill>
                <a:effectLst/>
                <a:uLnTx/>
                <a:uFillTx/>
                <a:latin typeface="+mj-lt"/>
                <a:ea typeface="+mj-ea"/>
                <a:cs typeface="Segoe UI" panose="020B0502040204020203" pitchFamily="34" charset="0"/>
              </a:rPr>
              <a:t>Pictograms –</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0" i="0" u="none" strike="noStrike" kern="1200" cap="none" spc="0" normalizeH="0" baseline="0" noProof="0" dirty="0" err="1">
                <a:ln>
                  <a:noFill/>
                </a:ln>
                <a:solidFill>
                  <a:srgbClr val="0D004D"/>
                </a:solidFill>
                <a:effectLst/>
                <a:uLnTx/>
                <a:uFillTx/>
                <a:latin typeface="+mj-lt"/>
                <a:ea typeface="+mj-ea"/>
                <a:cs typeface="Segoe UI" panose="020B0502040204020203" pitchFamily="34" charset="0"/>
              </a:rPr>
              <a:t>Darkmode</a:t>
            </a:r>
            <a:endParaRPr kumimoji="0" lang="en-US" sz="2200" b="0" i="0" u="none" strike="noStrike" kern="1200" cap="none" spc="0" normalizeH="0" baseline="0" noProof="0" dirty="0">
              <a:ln>
                <a:noFill/>
              </a:ln>
              <a:solidFill>
                <a:srgbClr val="0D004D"/>
              </a:solidFill>
              <a:effectLst/>
              <a:uLnTx/>
              <a:uFillTx/>
              <a:latin typeface="+mj-lt"/>
              <a:ea typeface="+mj-ea"/>
              <a:cs typeface="Segoe UI" panose="020B0502040204020203" pitchFamily="34" charset="0"/>
            </a:endParaRP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625600"/>
            <a:ext cx="2335911" cy="4679950"/>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b="0" noProof="0" dirty="0">
                <a:latin typeface="+mj-lt"/>
                <a:cs typeface="Segoe UI" panose="020B0502040204020203" pitchFamily="34" charset="0"/>
              </a:rPr>
              <a:t>While pictograms should be used in their original Purple colorway, they can also incorporate one of three accent colors, Amber, Turquoise and Fuchsia.</a:t>
            </a:r>
          </a:p>
          <a:p>
            <a:r>
              <a:rPr lang="en-GB" dirty="0">
                <a:solidFill>
                  <a:srgbClr val="0C004C"/>
                </a:solidFill>
                <a:effectLst/>
                <a:latin typeface="+mj-lt"/>
                <a:cs typeface="Segoe UI" panose="020B0502040204020203" pitchFamily="34" charset="0"/>
              </a:rPr>
              <a:t>Consider using pictograms with accent </a:t>
            </a:r>
            <a:r>
              <a:rPr lang="en-GB" dirty="0" err="1">
                <a:solidFill>
                  <a:srgbClr val="0C004C"/>
                </a:solidFill>
                <a:effectLst/>
                <a:latin typeface="+mj-lt"/>
                <a:cs typeface="Segoe UI" panose="020B0502040204020203" pitchFamily="34" charset="0"/>
              </a:rPr>
              <a:t>colors</a:t>
            </a:r>
            <a:r>
              <a:rPr lang="en-GB" dirty="0">
                <a:solidFill>
                  <a:srgbClr val="0C004C"/>
                </a:solidFill>
                <a:effectLst/>
                <a:latin typeface="+mj-lt"/>
                <a:cs typeface="Segoe UI" panose="020B0502040204020203" pitchFamily="34" charset="0"/>
              </a:rPr>
              <a:t> when: </a:t>
            </a:r>
          </a:p>
          <a:p>
            <a:pPr marL="171450" indent="-171450">
              <a:buFont typeface="Arial" panose="020B0604020202020204" pitchFamily="34" charset="0"/>
              <a:buChar char="•"/>
            </a:pPr>
            <a:r>
              <a:rPr lang="en-GB" dirty="0">
                <a:solidFill>
                  <a:srgbClr val="0C004C"/>
                </a:solidFill>
                <a:effectLst/>
                <a:latin typeface="+mj-lt"/>
                <a:cs typeface="Segoe UI" panose="020B0502040204020203" pitchFamily="34" charset="0"/>
              </a:rPr>
              <a:t>calling additional attention to one in a series </a:t>
            </a:r>
          </a:p>
          <a:p>
            <a:pPr marL="171450" indent="-171450">
              <a:buFont typeface="Arial" panose="020B0604020202020204" pitchFamily="34" charset="0"/>
              <a:buChar char="•"/>
            </a:pPr>
            <a:r>
              <a:rPr lang="en-GB" dirty="0">
                <a:solidFill>
                  <a:srgbClr val="0C004C"/>
                </a:solidFill>
                <a:effectLst/>
                <a:latin typeface="+mj-lt"/>
                <a:cs typeface="Segoe UI" panose="020B0502040204020203" pitchFamily="34" charset="0"/>
              </a:rPr>
              <a:t>complementing the </a:t>
            </a:r>
            <a:r>
              <a:rPr lang="en-GB" dirty="0" err="1">
                <a:solidFill>
                  <a:srgbClr val="0C004C"/>
                </a:solidFill>
                <a:effectLst/>
                <a:latin typeface="+mj-lt"/>
                <a:cs typeface="Segoe UI" panose="020B0502040204020203" pitchFamily="34" charset="0"/>
              </a:rPr>
              <a:t>color</a:t>
            </a:r>
            <a:r>
              <a:rPr lang="en-GB" dirty="0">
                <a:solidFill>
                  <a:srgbClr val="0C004C"/>
                </a:solidFill>
                <a:effectLst/>
                <a:latin typeface="+mj-lt"/>
                <a:cs typeface="Segoe UI" panose="020B0502040204020203" pitchFamily="34" charset="0"/>
              </a:rPr>
              <a:t> of a layout </a:t>
            </a:r>
          </a:p>
          <a:p>
            <a:pPr marL="171450" indent="-171450">
              <a:buFont typeface="Arial" panose="020B0604020202020204" pitchFamily="34" charset="0"/>
              <a:buChar char="•"/>
            </a:pPr>
            <a:r>
              <a:rPr lang="en-GB" dirty="0">
                <a:solidFill>
                  <a:srgbClr val="0C004C"/>
                </a:solidFill>
                <a:effectLst/>
                <a:latin typeface="+mj-lt"/>
                <a:cs typeface="Segoe UI" panose="020B0502040204020203" pitchFamily="34" charset="0"/>
              </a:rPr>
              <a:t>used as a large expressive illustration </a:t>
            </a:r>
          </a:p>
        </p:txBody>
      </p:sp>
      <p:grpSp>
        <p:nvGrpSpPr>
          <p:cNvPr id="3" name="Group 2" descr="pictograms with accent colors">
            <a:extLst>
              <a:ext uri="{FF2B5EF4-FFF2-40B4-BE49-F238E27FC236}">
                <a16:creationId xmlns:a16="http://schemas.microsoft.com/office/drawing/2014/main" id="{7C3C6516-0D1F-DE93-B519-0D14733AECE8}"/>
              </a:ext>
            </a:extLst>
          </p:cNvPr>
          <p:cNvGrpSpPr/>
          <p:nvPr userDrawn="1"/>
        </p:nvGrpSpPr>
        <p:grpSpPr>
          <a:xfrm>
            <a:off x="550164" y="4551619"/>
            <a:ext cx="2159747" cy="680781"/>
            <a:chOff x="550164" y="5125013"/>
            <a:chExt cx="2159747" cy="680781"/>
          </a:xfrm>
        </p:grpSpPr>
        <p:pic>
          <p:nvPicPr>
            <p:cNvPr id="7" name="Picture 6" descr="A colorful cube with purple and yellow squares&#10;&#10;AI-generated content may be incorrect.">
              <a:extLst>
                <a:ext uri="{FF2B5EF4-FFF2-40B4-BE49-F238E27FC236}">
                  <a16:creationId xmlns:a16="http://schemas.microsoft.com/office/drawing/2014/main" id="{310D9A04-0514-F3DF-3835-79964BDE787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50164" y="5125013"/>
              <a:ext cx="680781" cy="680781"/>
            </a:xfrm>
            <a:prstGeom prst="rect">
              <a:avLst/>
            </a:prstGeom>
          </p:spPr>
        </p:pic>
        <p:pic>
          <p:nvPicPr>
            <p:cNvPr id="8" name="Picture 7">
              <a:extLst>
                <a:ext uri="{FF2B5EF4-FFF2-40B4-BE49-F238E27FC236}">
                  <a16:creationId xmlns:a16="http://schemas.microsoft.com/office/drawing/2014/main" id="{E6A36EFE-3215-5496-0828-DDC5F070DC32}"/>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1289647" y="5125013"/>
              <a:ext cx="680781" cy="680781"/>
            </a:xfrm>
            <a:prstGeom prst="rect">
              <a:avLst/>
            </a:prstGeom>
          </p:spPr>
        </p:pic>
        <p:pic>
          <p:nvPicPr>
            <p:cNvPr id="9" name="Picture 8">
              <a:extLst>
                <a:ext uri="{FF2B5EF4-FFF2-40B4-BE49-F238E27FC236}">
                  <a16:creationId xmlns:a16="http://schemas.microsoft.com/office/drawing/2014/main" id="{B1FB22F5-ED55-1BB7-72C0-203864AEF9FE}"/>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2029130" y="5125013"/>
              <a:ext cx="680781" cy="680781"/>
            </a:xfrm>
            <a:prstGeom prst="rect">
              <a:avLst/>
            </a:prstGeom>
          </p:spPr>
        </p:pic>
      </p:grpSp>
      <p:pic>
        <p:nvPicPr>
          <p:cNvPr id="10" name="Picture 9" descr="A purple paper plane">
            <a:extLst>
              <a:ext uri="{FF2B5EF4-FFF2-40B4-BE49-F238E27FC236}">
                <a16:creationId xmlns:a16="http://schemas.microsoft.com/office/drawing/2014/main" id="{169DB5D7-A537-59D3-CAB1-52B43BB61C4C}"/>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3653155" y="722826"/>
            <a:ext cx="840821" cy="840821"/>
          </a:xfrm>
          <a:prstGeom prst="rect">
            <a:avLst/>
          </a:prstGeom>
        </p:spPr>
      </p:pic>
      <p:pic>
        <p:nvPicPr>
          <p:cNvPr id="12" name="Picture 11" descr="A purple cube with white lines&#10;">
            <a:extLst>
              <a:ext uri="{FF2B5EF4-FFF2-40B4-BE49-F238E27FC236}">
                <a16:creationId xmlns:a16="http://schemas.microsoft.com/office/drawing/2014/main" id="{10D96894-A8CF-E764-4CF1-EBE546C8E9B0}"/>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4702209" y="722826"/>
            <a:ext cx="840821" cy="840821"/>
          </a:xfrm>
          <a:prstGeom prst="rect">
            <a:avLst/>
          </a:prstGeom>
        </p:spPr>
      </p:pic>
      <p:pic>
        <p:nvPicPr>
          <p:cNvPr id="13" name="Picture 12" descr="A purple square with a white arrow pointing up">
            <a:extLst>
              <a:ext uri="{FF2B5EF4-FFF2-40B4-BE49-F238E27FC236}">
                <a16:creationId xmlns:a16="http://schemas.microsoft.com/office/drawing/2014/main" id="{16252A5B-B67A-E5EC-F842-5D58DB580AAF}"/>
              </a:ext>
            </a:extLst>
          </p:cNvPr>
          <p:cNvPicPr>
            <a:picLocks noChangeAspect="1"/>
          </p:cNvPicPr>
          <p:nvPr userDrawn="1"/>
        </p:nvPicPr>
        <p:blipFill>
          <a:blip r:embed="rId7" cstate="screen">
            <a:extLst>
              <a:ext uri="{28A0092B-C50C-407E-A947-70E740481C1C}">
                <a14:useLocalDpi xmlns:a14="http://schemas.microsoft.com/office/drawing/2010/main"/>
              </a:ext>
            </a:extLst>
          </a:blip>
          <a:srcRect/>
          <a:stretch/>
        </p:blipFill>
        <p:spPr>
          <a:xfrm>
            <a:off x="5751263" y="722826"/>
            <a:ext cx="840821" cy="840821"/>
          </a:xfrm>
          <a:prstGeom prst="rect">
            <a:avLst/>
          </a:prstGeom>
        </p:spPr>
      </p:pic>
      <p:pic>
        <p:nvPicPr>
          <p:cNvPr id="15" name="Picture 14" descr="A blue circles with white arrows">
            <a:extLst>
              <a:ext uri="{FF2B5EF4-FFF2-40B4-BE49-F238E27FC236}">
                <a16:creationId xmlns:a16="http://schemas.microsoft.com/office/drawing/2014/main" id="{DCD02F9A-81C9-66FA-33D6-1EC1154483F7}"/>
              </a:ext>
            </a:extLst>
          </p:cNvPr>
          <p:cNvPicPr>
            <a:picLocks noChangeAspect="1"/>
          </p:cNvPicPr>
          <p:nvPr userDrawn="1"/>
        </p:nvPicPr>
        <p:blipFill>
          <a:blip r:embed="rId8" cstate="screen">
            <a:extLst>
              <a:ext uri="{28A0092B-C50C-407E-A947-70E740481C1C}">
                <a14:useLocalDpi xmlns:a14="http://schemas.microsoft.com/office/drawing/2010/main"/>
              </a:ext>
            </a:extLst>
          </a:blip>
          <a:srcRect/>
          <a:stretch/>
        </p:blipFill>
        <p:spPr>
          <a:xfrm>
            <a:off x="6800317" y="722826"/>
            <a:ext cx="840821" cy="840821"/>
          </a:xfrm>
          <a:prstGeom prst="rect">
            <a:avLst/>
          </a:prstGeom>
        </p:spPr>
      </p:pic>
      <p:pic>
        <p:nvPicPr>
          <p:cNvPr id="16" name="Picture 15" descr="A globe ">
            <a:extLst>
              <a:ext uri="{FF2B5EF4-FFF2-40B4-BE49-F238E27FC236}">
                <a16:creationId xmlns:a16="http://schemas.microsoft.com/office/drawing/2014/main" id="{F91D6D8C-3C38-6007-7E2C-757FBCC85483}"/>
              </a:ext>
            </a:extLst>
          </p:cNvPr>
          <p:cNvPicPr>
            <a:picLocks noChangeAspect="1"/>
          </p:cNvPicPr>
          <p:nvPr userDrawn="1"/>
        </p:nvPicPr>
        <p:blipFill>
          <a:blip r:embed="rId9" cstate="screen">
            <a:extLst>
              <a:ext uri="{28A0092B-C50C-407E-A947-70E740481C1C}">
                <a14:useLocalDpi xmlns:a14="http://schemas.microsoft.com/office/drawing/2010/main"/>
              </a:ext>
            </a:extLst>
          </a:blip>
          <a:srcRect/>
          <a:stretch/>
        </p:blipFill>
        <p:spPr>
          <a:xfrm>
            <a:off x="7849371" y="722826"/>
            <a:ext cx="840821" cy="840821"/>
          </a:xfrm>
          <a:prstGeom prst="rect">
            <a:avLst/>
          </a:prstGeom>
        </p:spPr>
      </p:pic>
      <p:pic>
        <p:nvPicPr>
          <p:cNvPr id="17" name="Picture 16" descr="Stacked circles">
            <a:extLst>
              <a:ext uri="{FF2B5EF4-FFF2-40B4-BE49-F238E27FC236}">
                <a16:creationId xmlns:a16="http://schemas.microsoft.com/office/drawing/2014/main" id="{6A1222E4-DAF6-CD10-7522-6201ECEBE648}"/>
              </a:ext>
            </a:extLst>
          </p:cNvPr>
          <p:cNvPicPr>
            <a:picLocks noChangeAspect="1"/>
          </p:cNvPicPr>
          <p:nvPr userDrawn="1"/>
        </p:nvPicPr>
        <p:blipFill>
          <a:blip r:embed="rId10" cstate="screen">
            <a:extLst>
              <a:ext uri="{28A0092B-C50C-407E-A947-70E740481C1C}">
                <a14:useLocalDpi xmlns:a14="http://schemas.microsoft.com/office/drawing/2010/main"/>
              </a:ext>
            </a:extLst>
          </a:blip>
          <a:srcRect/>
          <a:stretch/>
        </p:blipFill>
        <p:spPr>
          <a:xfrm>
            <a:off x="8898425" y="722826"/>
            <a:ext cx="840821" cy="840821"/>
          </a:xfrm>
          <a:prstGeom prst="rect">
            <a:avLst/>
          </a:prstGeom>
        </p:spPr>
      </p:pic>
      <p:pic>
        <p:nvPicPr>
          <p:cNvPr id="18" name="Picture 17" descr="A purple square with a white square&#10;">
            <a:extLst>
              <a:ext uri="{FF2B5EF4-FFF2-40B4-BE49-F238E27FC236}">
                <a16:creationId xmlns:a16="http://schemas.microsoft.com/office/drawing/2014/main" id="{44C14866-7BF0-007D-2608-DCB8954430FA}"/>
              </a:ext>
            </a:extLst>
          </p:cNvPr>
          <p:cNvPicPr>
            <a:picLocks noChangeAspect="1"/>
          </p:cNvPicPr>
          <p:nvPr userDrawn="1"/>
        </p:nvPicPr>
        <p:blipFill>
          <a:blip r:embed="rId11" cstate="screen">
            <a:extLst>
              <a:ext uri="{28A0092B-C50C-407E-A947-70E740481C1C}">
                <a14:useLocalDpi xmlns:a14="http://schemas.microsoft.com/office/drawing/2010/main"/>
              </a:ext>
            </a:extLst>
          </a:blip>
          <a:srcRect/>
          <a:stretch/>
        </p:blipFill>
        <p:spPr>
          <a:xfrm>
            <a:off x="9947479" y="722826"/>
            <a:ext cx="840821" cy="840821"/>
          </a:xfrm>
          <a:prstGeom prst="rect">
            <a:avLst/>
          </a:prstGeom>
        </p:spPr>
      </p:pic>
      <p:pic>
        <p:nvPicPr>
          <p:cNvPr id="19" name="Picture 18" descr="A purple circles with a white arrow&#10;">
            <a:extLst>
              <a:ext uri="{FF2B5EF4-FFF2-40B4-BE49-F238E27FC236}">
                <a16:creationId xmlns:a16="http://schemas.microsoft.com/office/drawing/2014/main" id="{1F1F4AF8-84CB-62AA-07E4-B788AAA0E34D}"/>
              </a:ext>
            </a:extLst>
          </p:cNvPr>
          <p:cNvPicPr>
            <a:picLocks noChangeAspect="1"/>
          </p:cNvPicPr>
          <p:nvPr userDrawn="1"/>
        </p:nvPicPr>
        <p:blipFill>
          <a:blip r:embed="rId12" cstate="screen">
            <a:extLst>
              <a:ext uri="{28A0092B-C50C-407E-A947-70E740481C1C}">
                <a14:useLocalDpi xmlns:a14="http://schemas.microsoft.com/office/drawing/2010/main"/>
              </a:ext>
            </a:extLst>
          </a:blip>
          <a:srcRect/>
          <a:stretch/>
        </p:blipFill>
        <p:spPr>
          <a:xfrm>
            <a:off x="10996536" y="722826"/>
            <a:ext cx="840821" cy="840821"/>
          </a:xfrm>
          <a:prstGeom prst="rect">
            <a:avLst/>
          </a:prstGeom>
        </p:spPr>
      </p:pic>
      <p:pic>
        <p:nvPicPr>
          <p:cNvPr id="20" name="Picture 19" descr="A purple circle with a white circle in the middle">
            <a:extLst>
              <a:ext uri="{FF2B5EF4-FFF2-40B4-BE49-F238E27FC236}">
                <a16:creationId xmlns:a16="http://schemas.microsoft.com/office/drawing/2014/main" id="{917AF604-E6BB-6149-0D93-6E19B5DD428D}"/>
              </a:ext>
            </a:extLst>
          </p:cNvPr>
          <p:cNvPicPr>
            <a:picLocks noChangeAspect="1"/>
          </p:cNvPicPr>
          <p:nvPr userDrawn="1"/>
        </p:nvPicPr>
        <p:blipFill>
          <a:blip r:embed="rId13" cstate="screen">
            <a:extLst>
              <a:ext uri="{28A0092B-C50C-407E-A947-70E740481C1C}">
                <a14:useLocalDpi xmlns:a14="http://schemas.microsoft.com/office/drawing/2010/main"/>
              </a:ext>
            </a:extLst>
          </a:blip>
          <a:srcRect/>
          <a:stretch/>
        </p:blipFill>
        <p:spPr>
          <a:xfrm>
            <a:off x="3653155" y="1624884"/>
            <a:ext cx="840821" cy="840821"/>
          </a:xfrm>
          <a:prstGeom prst="rect">
            <a:avLst/>
          </a:prstGeom>
        </p:spPr>
      </p:pic>
      <p:pic>
        <p:nvPicPr>
          <p:cNvPr id="21" name="Picture 20" descr="A purple diamond with a white star&#10;">
            <a:extLst>
              <a:ext uri="{FF2B5EF4-FFF2-40B4-BE49-F238E27FC236}">
                <a16:creationId xmlns:a16="http://schemas.microsoft.com/office/drawing/2014/main" id="{B5BE04BC-6D8A-2B2E-57E2-74BD4BA7870A}"/>
              </a:ext>
            </a:extLst>
          </p:cNvPr>
          <p:cNvPicPr>
            <a:picLocks noChangeAspect="1"/>
          </p:cNvPicPr>
          <p:nvPr userDrawn="1"/>
        </p:nvPicPr>
        <p:blipFill>
          <a:blip r:embed="rId14" cstate="screen">
            <a:extLst>
              <a:ext uri="{28A0092B-C50C-407E-A947-70E740481C1C}">
                <a14:useLocalDpi xmlns:a14="http://schemas.microsoft.com/office/drawing/2010/main"/>
              </a:ext>
            </a:extLst>
          </a:blip>
          <a:srcRect/>
          <a:stretch/>
        </p:blipFill>
        <p:spPr>
          <a:xfrm>
            <a:off x="4702209" y="1624884"/>
            <a:ext cx="840821" cy="840821"/>
          </a:xfrm>
          <a:prstGeom prst="rect">
            <a:avLst/>
          </a:prstGeom>
        </p:spPr>
      </p:pic>
      <p:pic>
        <p:nvPicPr>
          <p:cNvPr id="22" name="Picture 21" descr="A blue squares with a white arrow pointing up&#10;">
            <a:extLst>
              <a:ext uri="{FF2B5EF4-FFF2-40B4-BE49-F238E27FC236}">
                <a16:creationId xmlns:a16="http://schemas.microsoft.com/office/drawing/2014/main" id="{F370C221-EE21-1DE8-4A58-968A6934B05B}"/>
              </a:ext>
            </a:extLst>
          </p:cNvPr>
          <p:cNvPicPr>
            <a:picLocks noChangeAspect="1"/>
          </p:cNvPicPr>
          <p:nvPr userDrawn="1"/>
        </p:nvPicPr>
        <p:blipFill>
          <a:blip r:embed="rId15" cstate="screen">
            <a:extLst>
              <a:ext uri="{28A0092B-C50C-407E-A947-70E740481C1C}">
                <a14:useLocalDpi xmlns:a14="http://schemas.microsoft.com/office/drawing/2010/main"/>
              </a:ext>
            </a:extLst>
          </a:blip>
          <a:srcRect/>
          <a:stretch/>
        </p:blipFill>
        <p:spPr>
          <a:xfrm>
            <a:off x="5751263" y="1624884"/>
            <a:ext cx="840821" cy="840821"/>
          </a:xfrm>
          <a:prstGeom prst="rect">
            <a:avLst/>
          </a:prstGeom>
        </p:spPr>
      </p:pic>
      <p:pic>
        <p:nvPicPr>
          <p:cNvPr id="23" name="Picture 22" descr="A purple and white logo&#10;">
            <a:extLst>
              <a:ext uri="{FF2B5EF4-FFF2-40B4-BE49-F238E27FC236}">
                <a16:creationId xmlns:a16="http://schemas.microsoft.com/office/drawing/2014/main" id="{705C76E5-1942-2587-A4AB-60F50D4E066C}"/>
              </a:ext>
            </a:extLst>
          </p:cNvPr>
          <p:cNvPicPr>
            <a:picLocks noChangeAspect="1"/>
          </p:cNvPicPr>
          <p:nvPr userDrawn="1"/>
        </p:nvPicPr>
        <p:blipFill>
          <a:blip r:embed="rId16" cstate="screen">
            <a:extLst>
              <a:ext uri="{28A0092B-C50C-407E-A947-70E740481C1C}">
                <a14:useLocalDpi xmlns:a14="http://schemas.microsoft.com/office/drawing/2010/main"/>
              </a:ext>
            </a:extLst>
          </a:blip>
          <a:srcRect/>
          <a:stretch/>
        </p:blipFill>
        <p:spPr>
          <a:xfrm>
            <a:off x="6800317" y="1624884"/>
            <a:ext cx="840821" cy="840821"/>
          </a:xfrm>
          <a:prstGeom prst="rect">
            <a:avLst/>
          </a:prstGeom>
        </p:spPr>
      </p:pic>
      <p:pic>
        <p:nvPicPr>
          <p:cNvPr id="24" name="Picture 23" descr="A bright light in a circle">
            <a:extLst>
              <a:ext uri="{FF2B5EF4-FFF2-40B4-BE49-F238E27FC236}">
                <a16:creationId xmlns:a16="http://schemas.microsoft.com/office/drawing/2014/main" id="{DD56DC83-8ECA-B166-1F1B-13263BF3227B}"/>
              </a:ext>
            </a:extLst>
          </p:cNvPr>
          <p:cNvPicPr>
            <a:picLocks noChangeAspect="1"/>
          </p:cNvPicPr>
          <p:nvPr userDrawn="1"/>
        </p:nvPicPr>
        <p:blipFill>
          <a:blip r:embed="rId17" cstate="screen">
            <a:extLst>
              <a:ext uri="{28A0092B-C50C-407E-A947-70E740481C1C}">
                <a14:useLocalDpi xmlns:a14="http://schemas.microsoft.com/office/drawing/2010/main"/>
              </a:ext>
            </a:extLst>
          </a:blip>
          <a:srcRect/>
          <a:stretch/>
        </p:blipFill>
        <p:spPr>
          <a:xfrm>
            <a:off x="7849371" y="1624884"/>
            <a:ext cx="840821" cy="840821"/>
          </a:xfrm>
          <a:prstGeom prst="rect">
            <a:avLst/>
          </a:prstGeom>
        </p:spPr>
      </p:pic>
      <p:pic>
        <p:nvPicPr>
          <p:cNvPr id="25" name="Picture 24" descr="A purple head">
            <a:extLst>
              <a:ext uri="{FF2B5EF4-FFF2-40B4-BE49-F238E27FC236}">
                <a16:creationId xmlns:a16="http://schemas.microsoft.com/office/drawing/2014/main" id="{6EC712BE-E444-F580-E566-0B44F735D403}"/>
              </a:ext>
            </a:extLst>
          </p:cNvPr>
          <p:cNvPicPr>
            <a:picLocks noChangeAspect="1"/>
          </p:cNvPicPr>
          <p:nvPr userDrawn="1"/>
        </p:nvPicPr>
        <p:blipFill>
          <a:blip r:embed="rId18" cstate="screen">
            <a:extLst>
              <a:ext uri="{28A0092B-C50C-407E-A947-70E740481C1C}">
                <a14:useLocalDpi xmlns:a14="http://schemas.microsoft.com/office/drawing/2010/main"/>
              </a:ext>
            </a:extLst>
          </a:blip>
          <a:srcRect/>
          <a:stretch/>
        </p:blipFill>
        <p:spPr>
          <a:xfrm>
            <a:off x="8898425" y="1624884"/>
            <a:ext cx="840821" cy="840821"/>
          </a:xfrm>
          <a:prstGeom prst="rect">
            <a:avLst/>
          </a:prstGeom>
        </p:spPr>
      </p:pic>
      <p:pic>
        <p:nvPicPr>
          <p:cNvPr id="26" name="Picture 25" descr="A group of people in a row&#10;">
            <a:extLst>
              <a:ext uri="{FF2B5EF4-FFF2-40B4-BE49-F238E27FC236}">
                <a16:creationId xmlns:a16="http://schemas.microsoft.com/office/drawing/2014/main" id="{89C6D770-F731-BDCF-7333-74279EC1F8BE}"/>
              </a:ext>
            </a:extLst>
          </p:cNvPr>
          <p:cNvPicPr>
            <a:picLocks noChangeAspect="1"/>
          </p:cNvPicPr>
          <p:nvPr userDrawn="1"/>
        </p:nvPicPr>
        <p:blipFill>
          <a:blip r:embed="rId19" cstate="screen">
            <a:extLst>
              <a:ext uri="{28A0092B-C50C-407E-A947-70E740481C1C}">
                <a14:useLocalDpi xmlns:a14="http://schemas.microsoft.com/office/drawing/2010/main"/>
              </a:ext>
            </a:extLst>
          </a:blip>
          <a:srcRect/>
          <a:stretch/>
        </p:blipFill>
        <p:spPr>
          <a:xfrm>
            <a:off x="9947479" y="1624884"/>
            <a:ext cx="840821" cy="840821"/>
          </a:xfrm>
          <a:prstGeom prst="rect">
            <a:avLst/>
          </a:prstGeom>
        </p:spPr>
      </p:pic>
      <p:pic>
        <p:nvPicPr>
          <p:cNvPr id="27" name="Picture 26" descr="A purple circle with white arrow pointing up&#10;">
            <a:extLst>
              <a:ext uri="{FF2B5EF4-FFF2-40B4-BE49-F238E27FC236}">
                <a16:creationId xmlns:a16="http://schemas.microsoft.com/office/drawing/2014/main" id="{456C2B74-4E43-9DA4-9807-8F6129732934}"/>
              </a:ext>
            </a:extLst>
          </p:cNvPr>
          <p:cNvPicPr>
            <a:picLocks noChangeAspect="1"/>
          </p:cNvPicPr>
          <p:nvPr userDrawn="1"/>
        </p:nvPicPr>
        <p:blipFill>
          <a:blip r:embed="rId20" cstate="screen">
            <a:extLst>
              <a:ext uri="{28A0092B-C50C-407E-A947-70E740481C1C}">
                <a14:useLocalDpi xmlns:a14="http://schemas.microsoft.com/office/drawing/2010/main"/>
              </a:ext>
            </a:extLst>
          </a:blip>
          <a:srcRect/>
          <a:stretch/>
        </p:blipFill>
        <p:spPr>
          <a:xfrm>
            <a:off x="10996536" y="1624884"/>
            <a:ext cx="840821" cy="840821"/>
          </a:xfrm>
          <a:prstGeom prst="rect">
            <a:avLst/>
          </a:prstGeom>
        </p:spPr>
      </p:pic>
      <p:pic>
        <p:nvPicPr>
          <p:cNvPr id="28" name="Picture 27" descr="Speech bubbles">
            <a:extLst>
              <a:ext uri="{FF2B5EF4-FFF2-40B4-BE49-F238E27FC236}">
                <a16:creationId xmlns:a16="http://schemas.microsoft.com/office/drawing/2014/main" id="{CCE81475-FEBB-9EE8-1855-024107B0F8FC}"/>
              </a:ext>
            </a:extLst>
          </p:cNvPr>
          <p:cNvPicPr>
            <a:picLocks noChangeAspect="1"/>
          </p:cNvPicPr>
          <p:nvPr userDrawn="1"/>
        </p:nvPicPr>
        <p:blipFill>
          <a:blip r:embed="rId21" cstate="screen">
            <a:extLst>
              <a:ext uri="{28A0092B-C50C-407E-A947-70E740481C1C}">
                <a14:useLocalDpi xmlns:a14="http://schemas.microsoft.com/office/drawing/2010/main"/>
              </a:ext>
            </a:extLst>
          </a:blip>
          <a:srcRect/>
          <a:stretch/>
        </p:blipFill>
        <p:spPr>
          <a:xfrm>
            <a:off x="3653155" y="2526942"/>
            <a:ext cx="840821" cy="840821"/>
          </a:xfrm>
          <a:prstGeom prst="rect">
            <a:avLst/>
          </a:prstGeom>
        </p:spPr>
      </p:pic>
      <p:pic>
        <p:nvPicPr>
          <p:cNvPr id="29" name="Picture 28" descr="A light bulb with lines coming out of it&#10;">
            <a:extLst>
              <a:ext uri="{FF2B5EF4-FFF2-40B4-BE49-F238E27FC236}">
                <a16:creationId xmlns:a16="http://schemas.microsoft.com/office/drawing/2014/main" id="{53F7685E-A60F-7F07-C240-992BD9F089F0}"/>
              </a:ext>
            </a:extLst>
          </p:cNvPr>
          <p:cNvPicPr>
            <a:picLocks noChangeAspect="1"/>
          </p:cNvPicPr>
          <p:nvPr userDrawn="1"/>
        </p:nvPicPr>
        <p:blipFill>
          <a:blip r:embed="rId22" cstate="screen">
            <a:extLst>
              <a:ext uri="{28A0092B-C50C-407E-A947-70E740481C1C}">
                <a14:useLocalDpi xmlns:a14="http://schemas.microsoft.com/office/drawing/2010/main"/>
              </a:ext>
            </a:extLst>
          </a:blip>
          <a:srcRect/>
          <a:stretch/>
        </p:blipFill>
        <p:spPr>
          <a:xfrm>
            <a:off x="4702209" y="2526942"/>
            <a:ext cx="840821" cy="840821"/>
          </a:xfrm>
          <a:prstGeom prst="rect">
            <a:avLst/>
          </a:prstGeom>
        </p:spPr>
      </p:pic>
      <p:pic>
        <p:nvPicPr>
          <p:cNvPr id="30" name="Picture 29" descr="A purple diamond">
            <a:extLst>
              <a:ext uri="{FF2B5EF4-FFF2-40B4-BE49-F238E27FC236}">
                <a16:creationId xmlns:a16="http://schemas.microsoft.com/office/drawing/2014/main" id="{D2F65CA9-4484-1FF6-2B22-F8FC4C8D7100}"/>
              </a:ext>
            </a:extLst>
          </p:cNvPr>
          <p:cNvPicPr>
            <a:picLocks noChangeAspect="1"/>
          </p:cNvPicPr>
          <p:nvPr userDrawn="1"/>
        </p:nvPicPr>
        <p:blipFill>
          <a:blip r:embed="rId23" cstate="screen">
            <a:extLst>
              <a:ext uri="{28A0092B-C50C-407E-A947-70E740481C1C}">
                <a14:useLocalDpi xmlns:a14="http://schemas.microsoft.com/office/drawing/2010/main"/>
              </a:ext>
            </a:extLst>
          </a:blip>
          <a:srcRect/>
          <a:stretch/>
        </p:blipFill>
        <p:spPr>
          <a:xfrm>
            <a:off x="5751263" y="2526942"/>
            <a:ext cx="840821" cy="840821"/>
          </a:xfrm>
          <a:prstGeom prst="rect">
            <a:avLst/>
          </a:prstGeom>
        </p:spPr>
      </p:pic>
      <p:pic>
        <p:nvPicPr>
          <p:cNvPr id="31" name="Picture 30" descr="A purple triangle with a flag on top&#10;">
            <a:extLst>
              <a:ext uri="{FF2B5EF4-FFF2-40B4-BE49-F238E27FC236}">
                <a16:creationId xmlns:a16="http://schemas.microsoft.com/office/drawing/2014/main" id="{588EC5A9-43F1-4D16-2820-AAAB0F83A6BF}"/>
              </a:ext>
            </a:extLst>
          </p:cNvPr>
          <p:cNvPicPr>
            <a:picLocks noChangeAspect="1"/>
          </p:cNvPicPr>
          <p:nvPr userDrawn="1"/>
        </p:nvPicPr>
        <p:blipFill>
          <a:blip r:embed="rId24" cstate="screen">
            <a:extLst>
              <a:ext uri="{28A0092B-C50C-407E-A947-70E740481C1C}">
                <a14:useLocalDpi xmlns:a14="http://schemas.microsoft.com/office/drawing/2010/main"/>
              </a:ext>
            </a:extLst>
          </a:blip>
          <a:srcRect/>
          <a:stretch/>
        </p:blipFill>
        <p:spPr>
          <a:xfrm>
            <a:off x="6800317" y="2526942"/>
            <a:ext cx="840821" cy="840821"/>
          </a:xfrm>
          <a:prstGeom prst="rect">
            <a:avLst/>
          </a:prstGeom>
        </p:spPr>
      </p:pic>
      <p:pic>
        <p:nvPicPr>
          <p:cNvPr id="32" name="Picture 31" descr="A purple eye with white dots&#10;">
            <a:extLst>
              <a:ext uri="{FF2B5EF4-FFF2-40B4-BE49-F238E27FC236}">
                <a16:creationId xmlns:a16="http://schemas.microsoft.com/office/drawing/2014/main" id="{22B13AED-A07E-42DC-F7CF-5B4F50B01EA1}"/>
              </a:ext>
            </a:extLst>
          </p:cNvPr>
          <p:cNvPicPr>
            <a:picLocks noChangeAspect="1"/>
          </p:cNvPicPr>
          <p:nvPr userDrawn="1"/>
        </p:nvPicPr>
        <p:blipFill>
          <a:blip r:embed="rId25" cstate="screen">
            <a:extLst>
              <a:ext uri="{28A0092B-C50C-407E-A947-70E740481C1C}">
                <a14:useLocalDpi xmlns:a14="http://schemas.microsoft.com/office/drawing/2010/main"/>
              </a:ext>
            </a:extLst>
          </a:blip>
          <a:srcRect/>
          <a:stretch/>
        </p:blipFill>
        <p:spPr>
          <a:xfrm>
            <a:off x="7849371" y="2526942"/>
            <a:ext cx="840821" cy="840821"/>
          </a:xfrm>
          <a:prstGeom prst="rect">
            <a:avLst/>
          </a:prstGeom>
        </p:spPr>
      </p:pic>
      <p:pic>
        <p:nvPicPr>
          <p:cNvPr id="33" name="Picture 32" descr="A purple briefcase with white arrow&#10;">
            <a:extLst>
              <a:ext uri="{FF2B5EF4-FFF2-40B4-BE49-F238E27FC236}">
                <a16:creationId xmlns:a16="http://schemas.microsoft.com/office/drawing/2014/main" id="{38514883-D515-0EE3-0DFA-A8771B6B0E6B}"/>
              </a:ext>
            </a:extLst>
          </p:cNvPr>
          <p:cNvPicPr>
            <a:picLocks noChangeAspect="1"/>
          </p:cNvPicPr>
          <p:nvPr userDrawn="1"/>
        </p:nvPicPr>
        <p:blipFill>
          <a:blip r:embed="rId26" cstate="screen">
            <a:extLst>
              <a:ext uri="{28A0092B-C50C-407E-A947-70E740481C1C}">
                <a14:useLocalDpi xmlns:a14="http://schemas.microsoft.com/office/drawing/2010/main"/>
              </a:ext>
            </a:extLst>
          </a:blip>
          <a:srcRect/>
          <a:stretch/>
        </p:blipFill>
        <p:spPr>
          <a:xfrm>
            <a:off x="9947479" y="2526942"/>
            <a:ext cx="840821" cy="840821"/>
          </a:xfrm>
          <a:prstGeom prst="rect">
            <a:avLst/>
          </a:prstGeom>
        </p:spPr>
      </p:pic>
      <p:pic>
        <p:nvPicPr>
          <p:cNvPr id="34" name="Picture 33" descr="A purple head with a chip in the middle&#10;">
            <a:extLst>
              <a:ext uri="{FF2B5EF4-FFF2-40B4-BE49-F238E27FC236}">
                <a16:creationId xmlns:a16="http://schemas.microsoft.com/office/drawing/2014/main" id="{B93BD8E7-F2AA-8F7A-29E3-1E606CDFCB8C}"/>
              </a:ext>
            </a:extLst>
          </p:cNvPr>
          <p:cNvPicPr>
            <a:picLocks noChangeAspect="1"/>
          </p:cNvPicPr>
          <p:nvPr userDrawn="1"/>
        </p:nvPicPr>
        <p:blipFill>
          <a:blip r:embed="rId27" cstate="screen">
            <a:extLst>
              <a:ext uri="{28A0092B-C50C-407E-A947-70E740481C1C}">
                <a14:useLocalDpi xmlns:a14="http://schemas.microsoft.com/office/drawing/2010/main"/>
              </a:ext>
            </a:extLst>
          </a:blip>
          <a:srcRect/>
          <a:stretch/>
        </p:blipFill>
        <p:spPr>
          <a:xfrm>
            <a:off x="10996536" y="2526942"/>
            <a:ext cx="840821" cy="840821"/>
          </a:xfrm>
          <a:prstGeom prst="rect">
            <a:avLst/>
          </a:prstGeom>
        </p:spPr>
      </p:pic>
      <p:pic>
        <p:nvPicPr>
          <p:cNvPr id="35" name="Picture 34" descr="A magnifying glass with a graph&#10;">
            <a:extLst>
              <a:ext uri="{FF2B5EF4-FFF2-40B4-BE49-F238E27FC236}">
                <a16:creationId xmlns:a16="http://schemas.microsoft.com/office/drawing/2014/main" id="{3ABE3EC7-5C13-EF97-BD3E-64D95B5BECF5}"/>
              </a:ext>
            </a:extLst>
          </p:cNvPr>
          <p:cNvPicPr>
            <a:picLocks noChangeAspect="1"/>
          </p:cNvPicPr>
          <p:nvPr userDrawn="1"/>
        </p:nvPicPr>
        <p:blipFill>
          <a:blip r:embed="rId28" cstate="screen">
            <a:extLst>
              <a:ext uri="{28A0092B-C50C-407E-A947-70E740481C1C}">
                <a14:useLocalDpi xmlns:a14="http://schemas.microsoft.com/office/drawing/2010/main"/>
              </a:ext>
            </a:extLst>
          </a:blip>
          <a:srcRect/>
          <a:stretch/>
        </p:blipFill>
        <p:spPr>
          <a:xfrm>
            <a:off x="8898425" y="2526942"/>
            <a:ext cx="840821" cy="840821"/>
          </a:xfrm>
          <a:prstGeom prst="rect">
            <a:avLst/>
          </a:prstGeom>
        </p:spPr>
      </p:pic>
      <p:pic>
        <p:nvPicPr>
          <p:cNvPr id="36" name="Picture 35" descr="A blue circle with a white tick in it&#10;">
            <a:extLst>
              <a:ext uri="{FF2B5EF4-FFF2-40B4-BE49-F238E27FC236}">
                <a16:creationId xmlns:a16="http://schemas.microsoft.com/office/drawing/2014/main" id="{59E95F6E-8295-81BA-5EBC-56CE8751259A}"/>
              </a:ext>
            </a:extLst>
          </p:cNvPr>
          <p:cNvPicPr>
            <a:picLocks noChangeAspect="1"/>
          </p:cNvPicPr>
          <p:nvPr userDrawn="1"/>
        </p:nvPicPr>
        <p:blipFill>
          <a:blip r:embed="rId29" cstate="screen">
            <a:extLst>
              <a:ext uri="{28A0092B-C50C-407E-A947-70E740481C1C}">
                <a14:useLocalDpi xmlns:a14="http://schemas.microsoft.com/office/drawing/2010/main"/>
              </a:ext>
            </a:extLst>
          </a:blip>
          <a:srcRect/>
          <a:stretch/>
        </p:blipFill>
        <p:spPr>
          <a:xfrm>
            <a:off x="3653155" y="3429000"/>
            <a:ext cx="840821" cy="840821"/>
          </a:xfrm>
          <a:prstGeom prst="rect">
            <a:avLst/>
          </a:prstGeom>
        </p:spPr>
      </p:pic>
      <p:pic>
        <p:nvPicPr>
          <p:cNvPr id="37" name="Picture 36" descr="A purple triangle and a white circle&#10;&#10;AI-generat">
            <a:extLst>
              <a:ext uri="{FF2B5EF4-FFF2-40B4-BE49-F238E27FC236}">
                <a16:creationId xmlns:a16="http://schemas.microsoft.com/office/drawing/2014/main" id="{FFEE593B-A589-3BC4-5EA8-72C3195CFF5C}"/>
              </a:ext>
            </a:extLst>
          </p:cNvPr>
          <p:cNvPicPr>
            <a:picLocks noChangeAspect="1"/>
          </p:cNvPicPr>
          <p:nvPr userDrawn="1"/>
        </p:nvPicPr>
        <p:blipFill>
          <a:blip r:embed="rId30" cstate="screen">
            <a:extLst>
              <a:ext uri="{28A0092B-C50C-407E-A947-70E740481C1C}">
                <a14:useLocalDpi xmlns:a14="http://schemas.microsoft.com/office/drawing/2010/main"/>
              </a:ext>
            </a:extLst>
          </a:blip>
          <a:srcRect/>
          <a:stretch/>
        </p:blipFill>
        <p:spPr>
          <a:xfrm>
            <a:off x="4702209" y="3429000"/>
            <a:ext cx="840821" cy="840821"/>
          </a:xfrm>
          <a:prstGeom prst="rect">
            <a:avLst/>
          </a:prstGeom>
        </p:spPr>
      </p:pic>
      <p:pic>
        <p:nvPicPr>
          <p:cNvPr id="38" name="Picture 37" descr="A purple and white tube&#10;">
            <a:extLst>
              <a:ext uri="{FF2B5EF4-FFF2-40B4-BE49-F238E27FC236}">
                <a16:creationId xmlns:a16="http://schemas.microsoft.com/office/drawing/2014/main" id="{775FCB67-94D5-310E-AD3B-3CBD40568921}"/>
              </a:ext>
            </a:extLst>
          </p:cNvPr>
          <p:cNvPicPr>
            <a:picLocks noChangeAspect="1"/>
          </p:cNvPicPr>
          <p:nvPr userDrawn="1"/>
        </p:nvPicPr>
        <p:blipFill>
          <a:blip r:embed="rId31" cstate="screen">
            <a:extLst>
              <a:ext uri="{28A0092B-C50C-407E-A947-70E740481C1C}">
                <a14:useLocalDpi xmlns:a14="http://schemas.microsoft.com/office/drawing/2010/main"/>
              </a:ext>
            </a:extLst>
          </a:blip>
          <a:srcRect/>
          <a:stretch/>
        </p:blipFill>
        <p:spPr>
          <a:xfrm>
            <a:off x="5751263" y="3429000"/>
            <a:ext cx="840821" cy="840821"/>
          </a:xfrm>
          <a:prstGeom prst="rect">
            <a:avLst/>
          </a:prstGeom>
        </p:spPr>
      </p:pic>
      <p:pic>
        <p:nvPicPr>
          <p:cNvPr id="39" name="Picture 38" descr="A purple circle with a white tick&#10;">
            <a:extLst>
              <a:ext uri="{FF2B5EF4-FFF2-40B4-BE49-F238E27FC236}">
                <a16:creationId xmlns:a16="http://schemas.microsoft.com/office/drawing/2014/main" id="{D6A64219-826E-0028-E3B2-CC7BA5D829AF}"/>
              </a:ext>
            </a:extLst>
          </p:cNvPr>
          <p:cNvPicPr>
            <a:picLocks noChangeAspect="1"/>
          </p:cNvPicPr>
          <p:nvPr userDrawn="1"/>
        </p:nvPicPr>
        <p:blipFill>
          <a:blip r:embed="rId32" cstate="screen">
            <a:extLst>
              <a:ext uri="{28A0092B-C50C-407E-A947-70E740481C1C}">
                <a14:useLocalDpi xmlns:a14="http://schemas.microsoft.com/office/drawing/2010/main"/>
              </a:ext>
            </a:extLst>
          </a:blip>
          <a:srcRect/>
          <a:stretch/>
        </p:blipFill>
        <p:spPr>
          <a:xfrm>
            <a:off x="6800317" y="3429000"/>
            <a:ext cx="840821" cy="840821"/>
          </a:xfrm>
          <a:prstGeom prst="rect">
            <a:avLst/>
          </a:prstGeom>
        </p:spPr>
      </p:pic>
      <p:pic>
        <p:nvPicPr>
          <p:cNvPr id="40" name="Picture 39" descr="A blue star with white lines&#10;">
            <a:extLst>
              <a:ext uri="{FF2B5EF4-FFF2-40B4-BE49-F238E27FC236}">
                <a16:creationId xmlns:a16="http://schemas.microsoft.com/office/drawing/2014/main" id="{524E8F65-7C01-4FB7-E0D5-AA4BEA035C6E}"/>
              </a:ext>
            </a:extLst>
          </p:cNvPr>
          <p:cNvPicPr>
            <a:picLocks noChangeAspect="1"/>
          </p:cNvPicPr>
          <p:nvPr userDrawn="1"/>
        </p:nvPicPr>
        <p:blipFill>
          <a:blip r:embed="rId33" cstate="screen">
            <a:extLst>
              <a:ext uri="{28A0092B-C50C-407E-A947-70E740481C1C}">
                <a14:useLocalDpi xmlns:a14="http://schemas.microsoft.com/office/drawing/2010/main"/>
              </a:ext>
            </a:extLst>
          </a:blip>
          <a:srcRect/>
          <a:stretch/>
        </p:blipFill>
        <p:spPr>
          <a:xfrm>
            <a:off x="7849371" y="3429000"/>
            <a:ext cx="840821" cy="840821"/>
          </a:xfrm>
          <a:prstGeom prst="rect">
            <a:avLst/>
          </a:prstGeom>
        </p:spPr>
      </p:pic>
      <p:pic>
        <p:nvPicPr>
          <p:cNvPr id="41" name="Picture 40" descr="A purple circle with a horizontal line">
            <a:extLst>
              <a:ext uri="{FF2B5EF4-FFF2-40B4-BE49-F238E27FC236}">
                <a16:creationId xmlns:a16="http://schemas.microsoft.com/office/drawing/2014/main" id="{9D724AD4-F851-25F4-E8F0-0A997FCA2C5F}"/>
              </a:ext>
            </a:extLst>
          </p:cNvPr>
          <p:cNvPicPr>
            <a:picLocks noChangeAspect="1"/>
          </p:cNvPicPr>
          <p:nvPr userDrawn="1"/>
        </p:nvPicPr>
        <p:blipFill>
          <a:blip r:embed="rId34" cstate="screen">
            <a:extLst>
              <a:ext uri="{28A0092B-C50C-407E-A947-70E740481C1C}">
                <a14:useLocalDpi xmlns:a14="http://schemas.microsoft.com/office/drawing/2010/main"/>
              </a:ext>
            </a:extLst>
          </a:blip>
          <a:srcRect/>
          <a:stretch/>
        </p:blipFill>
        <p:spPr>
          <a:xfrm>
            <a:off x="8898425" y="3429000"/>
            <a:ext cx="840821" cy="840821"/>
          </a:xfrm>
          <a:prstGeom prst="rect">
            <a:avLst/>
          </a:prstGeom>
        </p:spPr>
      </p:pic>
      <p:pic>
        <p:nvPicPr>
          <p:cNvPr id="42" name="Picture 41" descr="A cirle on inclined line in elevation">
            <a:extLst>
              <a:ext uri="{FF2B5EF4-FFF2-40B4-BE49-F238E27FC236}">
                <a16:creationId xmlns:a16="http://schemas.microsoft.com/office/drawing/2014/main" id="{AAB07C3E-AD6B-7CE0-42E4-AA6A0EE2AA6C}"/>
              </a:ext>
            </a:extLst>
          </p:cNvPr>
          <p:cNvPicPr>
            <a:picLocks noChangeAspect="1"/>
          </p:cNvPicPr>
          <p:nvPr userDrawn="1"/>
        </p:nvPicPr>
        <p:blipFill>
          <a:blip r:embed="rId35" cstate="screen">
            <a:extLst>
              <a:ext uri="{28A0092B-C50C-407E-A947-70E740481C1C}">
                <a14:useLocalDpi xmlns:a14="http://schemas.microsoft.com/office/drawing/2010/main"/>
              </a:ext>
            </a:extLst>
          </a:blip>
          <a:srcRect/>
          <a:stretch/>
        </p:blipFill>
        <p:spPr>
          <a:xfrm>
            <a:off x="9947479" y="3429000"/>
            <a:ext cx="840821" cy="840821"/>
          </a:xfrm>
          <a:prstGeom prst="rect">
            <a:avLst/>
          </a:prstGeom>
        </p:spPr>
      </p:pic>
      <p:pic>
        <p:nvPicPr>
          <p:cNvPr id="43" name="Picture 42" descr="A blue and white leaf&#10;">
            <a:extLst>
              <a:ext uri="{FF2B5EF4-FFF2-40B4-BE49-F238E27FC236}">
                <a16:creationId xmlns:a16="http://schemas.microsoft.com/office/drawing/2014/main" id="{5D3EC9C7-A5FF-CDD7-CA98-BD1FEAE82790}"/>
              </a:ext>
            </a:extLst>
          </p:cNvPr>
          <p:cNvPicPr>
            <a:picLocks noChangeAspect="1"/>
          </p:cNvPicPr>
          <p:nvPr userDrawn="1"/>
        </p:nvPicPr>
        <p:blipFill>
          <a:blip r:embed="rId36" cstate="screen">
            <a:extLst>
              <a:ext uri="{28A0092B-C50C-407E-A947-70E740481C1C}">
                <a14:useLocalDpi xmlns:a14="http://schemas.microsoft.com/office/drawing/2010/main"/>
              </a:ext>
            </a:extLst>
          </a:blip>
          <a:srcRect/>
          <a:stretch/>
        </p:blipFill>
        <p:spPr>
          <a:xfrm>
            <a:off x="10996536" y="3429000"/>
            <a:ext cx="840821" cy="840821"/>
          </a:xfrm>
          <a:prstGeom prst="rect">
            <a:avLst/>
          </a:prstGeom>
        </p:spPr>
      </p:pic>
      <p:pic>
        <p:nvPicPr>
          <p:cNvPr id="44" name="Picture 43" descr="4 circles with a square">
            <a:extLst>
              <a:ext uri="{FF2B5EF4-FFF2-40B4-BE49-F238E27FC236}">
                <a16:creationId xmlns:a16="http://schemas.microsoft.com/office/drawing/2014/main" id="{724C3709-E2FE-CF82-C6F9-72B333F814E0}"/>
              </a:ext>
            </a:extLst>
          </p:cNvPr>
          <p:cNvPicPr>
            <a:picLocks noChangeAspect="1"/>
          </p:cNvPicPr>
          <p:nvPr userDrawn="1"/>
        </p:nvPicPr>
        <p:blipFill>
          <a:blip r:embed="rId37" cstate="screen">
            <a:extLst>
              <a:ext uri="{28A0092B-C50C-407E-A947-70E740481C1C}">
                <a14:useLocalDpi xmlns:a14="http://schemas.microsoft.com/office/drawing/2010/main"/>
              </a:ext>
            </a:extLst>
          </a:blip>
          <a:srcRect/>
          <a:stretch/>
        </p:blipFill>
        <p:spPr>
          <a:xfrm>
            <a:off x="3653155" y="4331058"/>
            <a:ext cx="840821" cy="840821"/>
          </a:xfrm>
          <a:prstGeom prst="rect">
            <a:avLst/>
          </a:prstGeom>
        </p:spPr>
      </p:pic>
      <p:pic>
        <p:nvPicPr>
          <p:cNvPr id="45" name="Picture 44" descr="A building of institution&#10;">
            <a:extLst>
              <a:ext uri="{FF2B5EF4-FFF2-40B4-BE49-F238E27FC236}">
                <a16:creationId xmlns:a16="http://schemas.microsoft.com/office/drawing/2014/main" id="{3BDEC2C0-0B91-9DA3-360B-818B5E824BC6}"/>
              </a:ext>
            </a:extLst>
          </p:cNvPr>
          <p:cNvPicPr>
            <a:picLocks noChangeAspect="1"/>
          </p:cNvPicPr>
          <p:nvPr userDrawn="1"/>
        </p:nvPicPr>
        <p:blipFill>
          <a:blip r:embed="rId38" cstate="screen">
            <a:extLst>
              <a:ext uri="{28A0092B-C50C-407E-A947-70E740481C1C}">
                <a14:useLocalDpi xmlns:a14="http://schemas.microsoft.com/office/drawing/2010/main"/>
              </a:ext>
            </a:extLst>
          </a:blip>
          <a:srcRect/>
          <a:stretch/>
        </p:blipFill>
        <p:spPr>
          <a:xfrm>
            <a:off x="4702209" y="4331058"/>
            <a:ext cx="840821" cy="840821"/>
          </a:xfrm>
          <a:prstGeom prst="rect">
            <a:avLst/>
          </a:prstGeom>
        </p:spPr>
      </p:pic>
      <p:pic>
        <p:nvPicPr>
          <p:cNvPr id="46" name="Picture 45" descr="A building">
            <a:extLst>
              <a:ext uri="{FF2B5EF4-FFF2-40B4-BE49-F238E27FC236}">
                <a16:creationId xmlns:a16="http://schemas.microsoft.com/office/drawing/2014/main" id="{1C33CFA7-8B7F-3B62-35C7-F009E97CACE8}"/>
              </a:ext>
            </a:extLst>
          </p:cNvPr>
          <p:cNvPicPr>
            <a:picLocks noChangeAspect="1"/>
          </p:cNvPicPr>
          <p:nvPr userDrawn="1"/>
        </p:nvPicPr>
        <p:blipFill>
          <a:blip r:embed="rId39" cstate="screen">
            <a:extLst>
              <a:ext uri="{28A0092B-C50C-407E-A947-70E740481C1C}">
                <a14:useLocalDpi xmlns:a14="http://schemas.microsoft.com/office/drawing/2010/main"/>
              </a:ext>
            </a:extLst>
          </a:blip>
          <a:srcRect/>
          <a:stretch/>
        </p:blipFill>
        <p:spPr>
          <a:xfrm>
            <a:off x="5751263" y="4331058"/>
            <a:ext cx="840821" cy="840821"/>
          </a:xfrm>
          <a:prstGeom prst="rect">
            <a:avLst/>
          </a:prstGeom>
        </p:spPr>
      </p:pic>
      <p:pic>
        <p:nvPicPr>
          <p:cNvPr id="47" name="Picture 46" descr="A blue and white circle and triangle&#10;">
            <a:extLst>
              <a:ext uri="{FF2B5EF4-FFF2-40B4-BE49-F238E27FC236}">
                <a16:creationId xmlns:a16="http://schemas.microsoft.com/office/drawing/2014/main" id="{66B295D0-E0C1-D989-EC01-55A9DEA3D5C7}"/>
              </a:ext>
            </a:extLst>
          </p:cNvPr>
          <p:cNvPicPr>
            <a:picLocks noChangeAspect="1"/>
          </p:cNvPicPr>
          <p:nvPr userDrawn="1"/>
        </p:nvPicPr>
        <p:blipFill>
          <a:blip r:embed="rId40" cstate="screen">
            <a:extLst>
              <a:ext uri="{28A0092B-C50C-407E-A947-70E740481C1C}">
                <a14:useLocalDpi xmlns:a14="http://schemas.microsoft.com/office/drawing/2010/main"/>
              </a:ext>
            </a:extLst>
          </a:blip>
          <a:srcRect/>
          <a:stretch/>
        </p:blipFill>
        <p:spPr>
          <a:xfrm>
            <a:off x="6800317" y="4331058"/>
            <a:ext cx="840821" cy="840821"/>
          </a:xfrm>
          <a:prstGeom prst="rect">
            <a:avLst/>
          </a:prstGeom>
        </p:spPr>
      </p:pic>
      <p:pic>
        <p:nvPicPr>
          <p:cNvPr id="48" name="Picture 47" descr="A magnifying glass and a piece of paper">
            <a:extLst>
              <a:ext uri="{FF2B5EF4-FFF2-40B4-BE49-F238E27FC236}">
                <a16:creationId xmlns:a16="http://schemas.microsoft.com/office/drawing/2014/main" id="{6662CA20-3547-167E-C046-8FA17E2D2C36}"/>
              </a:ext>
            </a:extLst>
          </p:cNvPr>
          <p:cNvPicPr>
            <a:picLocks noChangeAspect="1"/>
          </p:cNvPicPr>
          <p:nvPr userDrawn="1"/>
        </p:nvPicPr>
        <p:blipFill>
          <a:blip r:embed="rId41" cstate="screen">
            <a:extLst>
              <a:ext uri="{28A0092B-C50C-407E-A947-70E740481C1C}">
                <a14:useLocalDpi xmlns:a14="http://schemas.microsoft.com/office/drawing/2010/main"/>
              </a:ext>
            </a:extLst>
          </a:blip>
          <a:srcRect/>
          <a:stretch/>
        </p:blipFill>
        <p:spPr>
          <a:xfrm>
            <a:off x="7849371" y="4331058"/>
            <a:ext cx="840821" cy="840821"/>
          </a:xfrm>
          <a:prstGeom prst="rect">
            <a:avLst/>
          </a:prstGeom>
        </p:spPr>
      </p:pic>
      <p:pic>
        <p:nvPicPr>
          <p:cNvPr id="49" name="Picture 48" descr="A white circle with a purple circle in the middle&#10;">
            <a:extLst>
              <a:ext uri="{FF2B5EF4-FFF2-40B4-BE49-F238E27FC236}">
                <a16:creationId xmlns:a16="http://schemas.microsoft.com/office/drawing/2014/main" id="{0A8C1679-C634-8374-A07C-87E60CA92092}"/>
              </a:ext>
            </a:extLst>
          </p:cNvPr>
          <p:cNvPicPr>
            <a:picLocks noChangeAspect="1"/>
          </p:cNvPicPr>
          <p:nvPr userDrawn="1"/>
        </p:nvPicPr>
        <p:blipFill>
          <a:blip r:embed="rId42" cstate="screen">
            <a:extLst>
              <a:ext uri="{28A0092B-C50C-407E-A947-70E740481C1C}">
                <a14:useLocalDpi xmlns:a14="http://schemas.microsoft.com/office/drawing/2010/main"/>
              </a:ext>
            </a:extLst>
          </a:blip>
          <a:srcRect/>
          <a:stretch/>
        </p:blipFill>
        <p:spPr>
          <a:xfrm>
            <a:off x="8898425" y="4331058"/>
            <a:ext cx="840821" cy="840821"/>
          </a:xfrm>
          <a:prstGeom prst="rect">
            <a:avLst/>
          </a:prstGeom>
        </p:spPr>
      </p:pic>
      <p:pic>
        <p:nvPicPr>
          <p:cNvPr id="50" name="Picture 49" descr="A diamond in a circle&#10;">
            <a:extLst>
              <a:ext uri="{FF2B5EF4-FFF2-40B4-BE49-F238E27FC236}">
                <a16:creationId xmlns:a16="http://schemas.microsoft.com/office/drawing/2014/main" id="{475B77B4-1C9A-C67F-4793-9C471957BA82}"/>
              </a:ext>
            </a:extLst>
          </p:cNvPr>
          <p:cNvPicPr>
            <a:picLocks noChangeAspect="1"/>
          </p:cNvPicPr>
          <p:nvPr userDrawn="1"/>
        </p:nvPicPr>
        <p:blipFill>
          <a:blip r:embed="rId43" cstate="screen">
            <a:extLst>
              <a:ext uri="{28A0092B-C50C-407E-A947-70E740481C1C}">
                <a14:useLocalDpi xmlns:a14="http://schemas.microsoft.com/office/drawing/2010/main"/>
              </a:ext>
            </a:extLst>
          </a:blip>
          <a:srcRect/>
          <a:stretch/>
        </p:blipFill>
        <p:spPr>
          <a:xfrm>
            <a:off x="9947479" y="4331058"/>
            <a:ext cx="840821" cy="840821"/>
          </a:xfrm>
          <a:prstGeom prst="rect">
            <a:avLst/>
          </a:prstGeom>
        </p:spPr>
      </p:pic>
      <p:pic>
        <p:nvPicPr>
          <p:cNvPr id="51" name="Picture 50" descr="Stacked circuit boards">
            <a:extLst>
              <a:ext uri="{FF2B5EF4-FFF2-40B4-BE49-F238E27FC236}">
                <a16:creationId xmlns:a16="http://schemas.microsoft.com/office/drawing/2014/main" id="{49C6E35F-9DF4-085F-89F2-A443A996AEF2}"/>
              </a:ext>
            </a:extLst>
          </p:cNvPr>
          <p:cNvPicPr>
            <a:picLocks noChangeAspect="1"/>
          </p:cNvPicPr>
          <p:nvPr userDrawn="1"/>
        </p:nvPicPr>
        <p:blipFill>
          <a:blip r:embed="rId44" cstate="screen">
            <a:extLst>
              <a:ext uri="{28A0092B-C50C-407E-A947-70E740481C1C}">
                <a14:useLocalDpi xmlns:a14="http://schemas.microsoft.com/office/drawing/2010/main"/>
              </a:ext>
            </a:extLst>
          </a:blip>
          <a:srcRect/>
          <a:stretch/>
        </p:blipFill>
        <p:spPr>
          <a:xfrm>
            <a:off x="10996536" y="4331058"/>
            <a:ext cx="840821" cy="840821"/>
          </a:xfrm>
          <a:prstGeom prst="rect">
            <a:avLst/>
          </a:prstGeom>
        </p:spPr>
      </p:pic>
      <p:pic>
        <p:nvPicPr>
          <p:cNvPr id="52" name="Picture 51" descr="A purple circle with arrows&#10;">
            <a:extLst>
              <a:ext uri="{FF2B5EF4-FFF2-40B4-BE49-F238E27FC236}">
                <a16:creationId xmlns:a16="http://schemas.microsoft.com/office/drawing/2014/main" id="{28ABBADF-2EEE-FCDF-578F-EF8DCEA8A6D8}"/>
              </a:ext>
            </a:extLst>
          </p:cNvPr>
          <p:cNvPicPr>
            <a:picLocks noChangeAspect="1"/>
          </p:cNvPicPr>
          <p:nvPr userDrawn="1"/>
        </p:nvPicPr>
        <p:blipFill>
          <a:blip r:embed="rId45" cstate="screen">
            <a:extLst>
              <a:ext uri="{28A0092B-C50C-407E-A947-70E740481C1C}">
                <a14:useLocalDpi xmlns:a14="http://schemas.microsoft.com/office/drawing/2010/main"/>
              </a:ext>
            </a:extLst>
          </a:blip>
          <a:srcRect/>
          <a:stretch/>
        </p:blipFill>
        <p:spPr>
          <a:xfrm>
            <a:off x="3653155" y="5233118"/>
            <a:ext cx="840821" cy="840821"/>
          </a:xfrm>
          <a:prstGeom prst="rect">
            <a:avLst/>
          </a:prstGeom>
        </p:spPr>
      </p:pic>
      <p:pic>
        <p:nvPicPr>
          <p:cNvPr id="53" name="Picture 52" descr="A circular arrows and circles&#10;">
            <a:extLst>
              <a:ext uri="{FF2B5EF4-FFF2-40B4-BE49-F238E27FC236}">
                <a16:creationId xmlns:a16="http://schemas.microsoft.com/office/drawing/2014/main" id="{448E86EF-F7F0-3486-6A21-806220E93A3F}"/>
              </a:ext>
            </a:extLst>
          </p:cNvPr>
          <p:cNvPicPr>
            <a:picLocks noChangeAspect="1"/>
          </p:cNvPicPr>
          <p:nvPr userDrawn="1"/>
        </p:nvPicPr>
        <p:blipFill>
          <a:blip r:embed="rId46" cstate="screen">
            <a:extLst>
              <a:ext uri="{28A0092B-C50C-407E-A947-70E740481C1C}">
                <a14:useLocalDpi xmlns:a14="http://schemas.microsoft.com/office/drawing/2010/main"/>
              </a:ext>
            </a:extLst>
          </a:blip>
          <a:srcRect/>
          <a:stretch/>
        </p:blipFill>
        <p:spPr>
          <a:xfrm>
            <a:off x="4702209" y="5233118"/>
            <a:ext cx="840821" cy="840821"/>
          </a:xfrm>
          <a:prstGeom prst="rect">
            <a:avLst/>
          </a:prstGeom>
        </p:spPr>
      </p:pic>
      <p:pic>
        <p:nvPicPr>
          <p:cNvPr id="54" name="Picture 53" descr="A blue and white square with a chess marker&#10;">
            <a:extLst>
              <a:ext uri="{FF2B5EF4-FFF2-40B4-BE49-F238E27FC236}">
                <a16:creationId xmlns:a16="http://schemas.microsoft.com/office/drawing/2014/main" id="{9122647F-C9D8-7F72-B2A8-454BC9AF2CA9}"/>
              </a:ext>
            </a:extLst>
          </p:cNvPr>
          <p:cNvPicPr>
            <a:picLocks noChangeAspect="1"/>
          </p:cNvPicPr>
          <p:nvPr userDrawn="1"/>
        </p:nvPicPr>
        <p:blipFill>
          <a:blip r:embed="rId47" cstate="screen">
            <a:extLst>
              <a:ext uri="{28A0092B-C50C-407E-A947-70E740481C1C}">
                <a14:useLocalDpi xmlns:a14="http://schemas.microsoft.com/office/drawing/2010/main"/>
              </a:ext>
            </a:extLst>
          </a:blip>
          <a:srcRect/>
          <a:stretch/>
        </p:blipFill>
        <p:spPr>
          <a:xfrm>
            <a:off x="5751263" y="5233118"/>
            <a:ext cx="840821" cy="840821"/>
          </a:xfrm>
          <a:prstGeom prst="rect">
            <a:avLst/>
          </a:prstGeom>
        </p:spPr>
      </p:pic>
      <p:pic>
        <p:nvPicPr>
          <p:cNvPr id="55" name="Picture 54" descr="A blue eye with white dots&#10;">
            <a:extLst>
              <a:ext uri="{FF2B5EF4-FFF2-40B4-BE49-F238E27FC236}">
                <a16:creationId xmlns:a16="http://schemas.microsoft.com/office/drawing/2014/main" id="{560F5F43-DB35-CB99-2022-57791B15ADF9}"/>
              </a:ext>
            </a:extLst>
          </p:cNvPr>
          <p:cNvPicPr>
            <a:picLocks noChangeAspect="1"/>
          </p:cNvPicPr>
          <p:nvPr userDrawn="1"/>
        </p:nvPicPr>
        <p:blipFill>
          <a:blip r:embed="rId48" cstate="screen">
            <a:extLst>
              <a:ext uri="{28A0092B-C50C-407E-A947-70E740481C1C}">
                <a14:useLocalDpi xmlns:a14="http://schemas.microsoft.com/office/drawing/2010/main"/>
              </a:ext>
            </a:extLst>
          </a:blip>
          <a:srcRect/>
          <a:stretch/>
        </p:blipFill>
        <p:spPr>
          <a:xfrm>
            <a:off x="6800317" y="5233118"/>
            <a:ext cx="840821" cy="840821"/>
          </a:xfrm>
          <a:prstGeom prst="rect">
            <a:avLst/>
          </a:prstGeom>
        </p:spPr>
      </p:pic>
      <p:pic>
        <p:nvPicPr>
          <p:cNvPr id="56" name="Picture 55" descr="A fingerprint scan&#10;">
            <a:extLst>
              <a:ext uri="{FF2B5EF4-FFF2-40B4-BE49-F238E27FC236}">
                <a16:creationId xmlns:a16="http://schemas.microsoft.com/office/drawing/2014/main" id="{05F1A7CA-8D45-4775-193A-BB58ABC5F30B}"/>
              </a:ext>
            </a:extLst>
          </p:cNvPr>
          <p:cNvPicPr>
            <a:picLocks noChangeAspect="1"/>
          </p:cNvPicPr>
          <p:nvPr userDrawn="1"/>
        </p:nvPicPr>
        <p:blipFill>
          <a:blip r:embed="rId49" cstate="screen">
            <a:extLst>
              <a:ext uri="{28A0092B-C50C-407E-A947-70E740481C1C}">
                <a14:useLocalDpi xmlns:a14="http://schemas.microsoft.com/office/drawing/2010/main"/>
              </a:ext>
            </a:extLst>
          </a:blip>
          <a:srcRect/>
          <a:stretch/>
        </p:blipFill>
        <p:spPr>
          <a:xfrm>
            <a:off x="7849371" y="5233118"/>
            <a:ext cx="840821" cy="840821"/>
          </a:xfrm>
          <a:prstGeom prst="rect">
            <a:avLst/>
          </a:prstGeom>
        </p:spPr>
      </p:pic>
      <p:pic>
        <p:nvPicPr>
          <p:cNvPr id="57" name="Picture 56" descr="A purple circle with squares and lines&#10;">
            <a:extLst>
              <a:ext uri="{FF2B5EF4-FFF2-40B4-BE49-F238E27FC236}">
                <a16:creationId xmlns:a16="http://schemas.microsoft.com/office/drawing/2014/main" id="{6008D849-77CE-0D1B-3611-13FC004DE314}"/>
              </a:ext>
            </a:extLst>
          </p:cNvPr>
          <p:cNvPicPr>
            <a:picLocks noChangeAspect="1"/>
          </p:cNvPicPr>
          <p:nvPr userDrawn="1"/>
        </p:nvPicPr>
        <p:blipFill>
          <a:blip r:embed="rId50" cstate="screen">
            <a:extLst>
              <a:ext uri="{28A0092B-C50C-407E-A947-70E740481C1C}">
                <a14:useLocalDpi xmlns:a14="http://schemas.microsoft.com/office/drawing/2010/main"/>
              </a:ext>
            </a:extLst>
          </a:blip>
          <a:srcRect/>
          <a:stretch/>
        </p:blipFill>
        <p:spPr>
          <a:xfrm>
            <a:off x="9947479" y="5233118"/>
            <a:ext cx="840821" cy="840821"/>
          </a:xfrm>
          <a:prstGeom prst="rect">
            <a:avLst/>
          </a:prstGeom>
        </p:spPr>
      </p:pic>
      <p:pic>
        <p:nvPicPr>
          <p:cNvPr id="58" name="Picture 57" descr="A purple head">
            <a:extLst>
              <a:ext uri="{FF2B5EF4-FFF2-40B4-BE49-F238E27FC236}">
                <a16:creationId xmlns:a16="http://schemas.microsoft.com/office/drawing/2014/main" id="{777E055D-88AA-5D71-D6D9-8D387E113543}"/>
              </a:ext>
            </a:extLst>
          </p:cNvPr>
          <p:cNvPicPr>
            <a:picLocks noChangeAspect="1"/>
          </p:cNvPicPr>
          <p:nvPr userDrawn="1"/>
        </p:nvPicPr>
        <p:blipFill>
          <a:blip r:embed="rId51" cstate="screen">
            <a:extLst>
              <a:ext uri="{28A0092B-C50C-407E-A947-70E740481C1C}">
                <a14:useLocalDpi xmlns:a14="http://schemas.microsoft.com/office/drawing/2010/main"/>
              </a:ext>
            </a:extLst>
          </a:blip>
          <a:srcRect/>
          <a:stretch/>
        </p:blipFill>
        <p:spPr>
          <a:xfrm>
            <a:off x="8898425" y="5233118"/>
            <a:ext cx="840821" cy="840821"/>
          </a:xfrm>
          <a:prstGeom prst="rect">
            <a:avLst/>
          </a:prstGeom>
        </p:spPr>
      </p:pic>
      <p:pic>
        <p:nvPicPr>
          <p:cNvPr id="59" name="Pearson Logo" descr="Pearson Logo">
            <a:extLst>
              <a:ext uri="{FF2B5EF4-FFF2-40B4-BE49-F238E27FC236}">
                <a16:creationId xmlns:a16="http://schemas.microsoft.com/office/drawing/2014/main" id="{7B94B3CB-CD59-3397-9219-E265352D6495}"/>
              </a:ext>
            </a:extLst>
          </p:cNvPr>
          <p:cNvPicPr/>
          <p:nvPr userDrawn="1"/>
        </p:nvPicPr>
        <p:blipFill>
          <a:blip r:embed="rId52">
            <a:extLst>
              <a:ext uri="{96DAC541-7B7A-43D3-8B79-37D633B846F1}">
                <asvg:svgBlip xmlns:asvg="http://schemas.microsoft.com/office/drawing/2016/SVG/main" r:embed="rId5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3123680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Dark">
    <p:bg bwMode="gray">
      <p:bgRef idx="1001">
        <a:schemeClr val="bg2"/>
      </p:bgRef>
    </p:bg>
    <p:spTree>
      <p:nvGrpSpPr>
        <p:cNvPr id="1" name=""/>
        <p:cNvGrpSpPr/>
        <p:nvPr/>
      </p:nvGrpSpPr>
      <p:grpSpPr>
        <a:xfrm>
          <a:off x="0" y="0"/>
          <a:ext cx="0" cy="0"/>
          <a:chOff x="0" y="0"/>
          <a:chExt cx="0" cy="0"/>
        </a:xfrm>
      </p:grpSpPr>
      <p:pic>
        <p:nvPicPr>
          <p:cNvPr id="3" name="Pearson Logo" descr="Pearson Logo">
            <a:extLst>
              <a:ext uri="{FF2B5EF4-FFF2-40B4-BE49-F238E27FC236}">
                <a16:creationId xmlns:a16="http://schemas.microsoft.com/office/drawing/2014/main" id="{D50E3FEF-4225-652E-365D-289A15BB99D8}"/>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683224849"/>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3" name="Pearson Logo" descr="Pearson Logo">
            <a:extLst>
              <a:ext uri="{FF2B5EF4-FFF2-40B4-BE49-F238E27FC236}">
                <a16:creationId xmlns:a16="http://schemas.microsoft.com/office/drawing/2014/main" id="{30573AE3-9C05-B929-75E7-A5CC0ED87249}"/>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78027865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User Guide: Visual Identity Overview">
    <p:bg>
      <p:bgPr>
        <a:solidFill>
          <a:srgbClr val="FFFFF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1B4CAF6E-EF57-881D-B808-1008F7021F6A}"/>
              </a:ext>
              <a:ext uri="{C183D7F6-B498-43B3-948B-1728B52AA6E4}">
                <adec:decorative xmlns:adec="http://schemas.microsoft.com/office/drawing/2017/decorative" val="1"/>
              </a:ext>
            </a:extLst>
          </p:cNvPr>
          <p:cNvSpPr/>
          <p:nvPr userDrawn="1"/>
        </p:nvSpPr>
        <p:spPr bwMode="gray">
          <a:xfrm>
            <a:off x="9200092" y="3424003"/>
            <a:ext cx="2991908" cy="3433997"/>
          </a:xfrm>
          <a:prstGeom prst="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7" name="Section">
            <a:extLst>
              <a:ext uri="{FF2B5EF4-FFF2-40B4-BE49-F238E27FC236}">
                <a16:creationId xmlns:a16="http://schemas.microsoft.com/office/drawing/2014/main" id="{F5DEE79E-ACD7-E44F-A566-85F5BB2BBCDB}"/>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Visual Identity </a:t>
            </a:r>
            <a:b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b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Overview</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738855"/>
            <a:ext cx="2178824" cy="488376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600" dirty="0">
                <a:latin typeface="+mj-lt"/>
                <a:cs typeface="Segoe UI" panose="020B0502040204020203" pitchFamily="34" charset="0"/>
              </a:rPr>
              <a:t>This User Guide </a:t>
            </a:r>
            <a:r>
              <a:rPr lang="en-US" sz="1600" noProof="1">
                <a:latin typeface="+mj-lt"/>
                <a:cs typeface="Segoe UI" panose="020B0502040204020203" pitchFamily="34" charset="0"/>
              </a:rPr>
              <a:t>section is a concise guide through visual expressions that make up the Pearson brand and apply to PowerPoint presentations. </a:t>
            </a:r>
          </a:p>
          <a:p>
            <a:endParaRPr lang="en-US" sz="1600" noProof="1">
              <a:latin typeface="+mj-lt"/>
              <a:cs typeface="Segoe UI" panose="020B0502040204020203" pitchFamily="34" charset="0"/>
            </a:endParaRPr>
          </a:p>
          <a:p>
            <a:r>
              <a:rPr lang="en-US" sz="1600" noProof="1">
                <a:latin typeface="+mj-lt"/>
                <a:cs typeface="Segoe UI" panose="020B0502040204020203" pitchFamily="34" charset="0"/>
              </a:rPr>
              <a:t>From logo usage to typography, color palettes, and imagery, these guidelines will ensure consistency, clarity and impact in every interaction. </a:t>
            </a:r>
          </a:p>
        </p:txBody>
      </p:sp>
      <p:grpSp>
        <p:nvGrpSpPr>
          <p:cNvPr id="23" name="Group 22">
            <a:extLst>
              <a:ext uri="{FF2B5EF4-FFF2-40B4-BE49-F238E27FC236}">
                <a16:creationId xmlns:a16="http://schemas.microsoft.com/office/drawing/2014/main" id="{5F4DA418-0812-19B5-AED0-730FD1E04333}"/>
              </a:ext>
            </a:extLst>
          </p:cNvPr>
          <p:cNvGrpSpPr/>
          <p:nvPr userDrawn="1"/>
        </p:nvGrpSpPr>
        <p:grpSpPr>
          <a:xfrm>
            <a:off x="6522173" y="3664380"/>
            <a:ext cx="2382503" cy="2958239"/>
            <a:chOff x="6522173" y="3752068"/>
            <a:chExt cx="2382503" cy="2958239"/>
          </a:xfrm>
        </p:grpSpPr>
        <p:grpSp>
          <p:nvGrpSpPr>
            <p:cNvPr id="24" name="Group 23" descr="Pictograms">
              <a:extLst>
                <a:ext uri="{FF2B5EF4-FFF2-40B4-BE49-F238E27FC236}">
                  <a16:creationId xmlns:a16="http://schemas.microsoft.com/office/drawing/2014/main" id="{12EE70C3-B2A5-3C4F-2520-2C7C5E743815}"/>
                </a:ext>
              </a:extLst>
            </p:cNvPr>
            <p:cNvGrpSpPr/>
            <p:nvPr/>
          </p:nvGrpSpPr>
          <p:grpSpPr bwMode="gray">
            <a:xfrm>
              <a:off x="6537356" y="3752068"/>
              <a:ext cx="2352137" cy="2325648"/>
              <a:chOff x="6523974" y="3755934"/>
              <a:chExt cx="2352137" cy="2325648"/>
            </a:xfrm>
          </p:grpSpPr>
          <p:pic>
            <p:nvPicPr>
              <p:cNvPr id="35" name="Picture 34" descr="A circular object with arrows pointing to the center&#10;&#10;Description automatically generated">
                <a:extLst>
                  <a:ext uri="{FF2B5EF4-FFF2-40B4-BE49-F238E27FC236}">
                    <a16:creationId xmlns:a16="http://schemas.microsoft.com/office/drawing/2014/main" id="{A917109F-25A2-E3E2-59EA-48A30635FF0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bwMode="gray">
              <a:xfrm>
                <a:off x="6523974" y="4594740"/>
                <a:ext cx="649224" cy="649224"/>
              </a:xfrm>
              <a:prstGeom prst="rect">
                <a:avLst/>
              </a:prstGeom>
            </p:spPr>
          </p:pic>
          <p:pic>
            <p:nvPicPr>
              <p:cNvPr id="36" name="Picture 35" descr="A circular arrows and circles with a purple circle around them&#10;&#10;Description automatically generated with medium confidence">
                <a:extLst>
                  <a:ext uri="{FF2B5EF4-FFF2-40B4-BE49-F238E27FC236}">
                    <a16:creationId xmlns:a16="http://schemas.microsoft.com/office/drawing/2014/main" id="{7EF81594-425D-859B-7CF0-C849B40B8FB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bwMode="gray">
              <a:xfrm>
                <a:off x="8226887" y="3757122"/>
                <a:ext cx="649224" cy="649224"/>
              </a:xfrm>
              <a:prstGeom prst="rect">
                <a:avLst/>
              </a:prstGeom>
            </p:spPr>
          </p:pic>
          <p:pic>
            <p:nvPicPr>
              <p:cNvPr id="37" name="Picture 36" descr="A blue and white squares with a person silhouette&#10;&#10;Description automatically generated">
                <a:extLst>
                  <a:ext uri="{FF2B5EF4-FFF2-40B4-BE49-F238E27FC236}">
                    <a16:creationId xmlns:a16="http://schemas.microsoft.com/office/drawing/2014/main" id="{A173BFA9-918B-A863-C3C7-A5ACDAC73194}"/>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bwMode="gray">
              <a:xfrm>
                <a:off x="6523974" y="5432358"/>
                <a:ext cx="649224" cy="649224"/>
              </a:xfrm>
              <a:prstGeom prst="rect">
                <a:avLst/>
              </a:prstGeom>
            </p:spPr>
          </p:pic>
          <p:pic>
            <p:nvPicPr>
              <p:cNvPr id="38" name="Picture 37" descr="A magnifying glass with a graph&#10;&#10;Description automatically generated">
                <a:extLst>
                  <a:ext uri="{FF2B5EF4-FFF2-40B4-BE49-F238E27FC236}">
                    <a16:creationId xmlns:a16="http://schemas.microsoft.com/office/drawing/2014/main" id="{498BB379-BB56-4881-2DA1-CB675297334B}"/>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bwMode="gray">
              <a:xfrm>
                <a:off x="8226887" y="5432358"/>
                <a:ext cx="649224" cy="649224"/>
              </a:xfrm>
              <a:prstGeom prst="rect">
                <a:avLst/>
              </a:prstGeom>
            </p:spPr>
          </p:pic>
          <p:pic>
            <p:nvPicPr>
              <p:cNvPr id="39" name="Picture 38" descr="A purple briefcase with a arrow pointing to the top&#10;&#10;Description automatically generated">
                <a:extLst>
                  <a:ext uri="{FF2B5EF4-FFF2-40B4-BE49-F238E27FC236}">
                    <a16:creationId xmlns:a16="http://schemas.microsoft.com/office/drawing/2014/main" id="{549DE231-CBA8-B514-BD42-03F5B6FDDA9A}"/>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bwMode="gray">
              <a:xfrm>
                <a:off x="7375431" y="4594740"/>
                <a:ext cx="649224" cy="649224"/>
              </a:xfrm>
              <a:prstGeom prst="rect">
                <a:avLst/>
              </a:prstGeom>
            </p:spPr>
          </p:pic>
          <p:pic>
            <p:nvPicPr>
              <p:cNvPr id="40" name="Picture 39" descr="A purple head with a chip in the middle&#10;&#10;Description automatically generated">
                <a:extLst>
                  <a:ext uri="{FF2B5EF4-FFF2-40B4-BE49-F238E27FC236}">
                    <a16:creationId xmlns:a16="http://schemas.microsoft.com/office/drawing/2014/main" id="{9BCF2FE1-38ED-A6BA-BE42-0276AA7B5BB8}"/>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bwMode="gray">
              <a:xfrm>
                <a:off x="8226887" y="4594740"/>
                <a:ext cx="649224" cy="649224"/>
              </a:xfrm>
              <a:prstGeom prst="rect">
                <a:avLst/>
              </a:prstGeom>
            </p:spPr>
          </p:pic>
          <p:pic>
            <p:nvPicPr>
              <p:cNvPr id="41" name="Picture 40" descr="A purple and white cube with white squares&#10;&#10;Description automatically generated">
                <a:extLst>
                  <a:ext uri="{FF2B5EF4-FFF2-40B4-BE49-F238E27FC236}">
                    <a16:creationId xmlns:a16="http://schemas.microsoft.com/office/drawing/2014/main" id="{098F7173-956E-3A7D-A978-C39BDD90BFD0}"/>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bwMode="gray">
              <a:xfrm>
                <a:off x="7376620" y="5432358"/>
                <a:ext cx="649224" cy="649224"/>
              </a:xfrm>
              <a:prstGeom prst="rect">
                <a:avLst/>
              </a:prstGeom>
            </p:spPr>
          </p:pic>
          <p:pic>
            <p:nvPicPr>
              <p:cNvPr id="58" name="Picture 57" descr="A purple triangle with a flag on top&#10;&#10;Description automatically generated">
                <a:extLst>
                  <a:ext uri="{FF2B5EF4-FFF2-40B4-BE49-F238E27FC236}">
                    <a16:creationId xmlns:a16="http://schemas.microsoft.com/office/drawing/2014/main" id="{2DA985A5-5D1F-A711-0D42-652FCEFE0322}"/>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bwMode="gray">
              <a:xfrm>
                <a:off x="6523974" y="3755934"/>
                <a:ext cx="649224" cy="649224"/>
              </a:xfrm>
              <a:prstGeom prst="rect">
                <a:avLst/>
              </a:prstGeom>
            </p:spPr>
          </p:pic>
          <p:pic>
            <p:nvPicPr>
              <p:cNvPr id="62" name="Picture 61" descr="A purple and white building&#10;&#10;Description automatically generated">
                <a:extLst>
                  <a:ext uri="{FF2B5EF4-FFF2-40B4-BE49-F238E27FC236}">
                    <a16:creationId xmlns:a16="http://schemas.microsoft.com/office/drawing/2014/main" id="{8C090666-25F1-54AC-B885-A85E6BBE2C66}"/>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bwMode="gray">
              <a:xfrm>
                <a:off x="7375431" y="3757122"/>
                <a:ext cx="649224" cy="649224"/>
              </a:xfrm>
              <a:prstGeom prst="rect">
                <a:avLst/>
              </a:prstGeom>
            </p:spPr>
          </p:pic>
        </p:grpSp>
        <p:grpSp>
          <p:nvGrpSpPr>
            <p:cNvPr id="25" name="Group 24">
              <a:extLst>
                <a:ext uri="{FF2B5EF4-FFF2-40B4-BE49-F238E27FC236}">
                  <a16:creationId xmlns:a16="http://schemas.microsoft.com/office/drawing/2014/main" id="{E0BC9DFB-BD5F-0FB1-9CC8-2B02E781D7A5}"/>
                </a:ext>
              </a:extLst>
            </p:cNvPr>
            <p:cNvGrpSpPr/>
            <p:nvPr userDrawn="1"/>
          </p:nvGrpSpPr>
          <p:grpSpPr>
            <a:xfrm>
              <a:off x="6522173" y="6298827"/>
              <a:ext cx="2382503" cy="411480"/>
              <a:chOff x="6490929" y="6298827"/>
              <a:chExt cx="2382503" cy="411480"/>
            </a:xfrm>
          </p:grpSpPr>
          <p:pic>
            <p:nvPicPr>
              <p:cNvPr id="26" name="Graphic 25">
                <a:extLst>
                  <a:ext uri="{FF2B5EF4-FFF2-40B4-BE49-F238E27FC236}">
                    <a16:creationId xmlns:a16="http://schemas.microsoft.com/office/drawing/2014/main" id="{8786DFA5-7835-5B1C-F850-7CDBC57F7051}"/>
                  </a:ext>
                </a:extLst>
              </p:cNvPr>
              <p:cNvPicPr>
                <a:picLocks noChangeAspect="1"/>
              </p:cNvPicPr>
              <p:nvPr userDrawn="1"/>
            </p:nvPicPr>
            <p:blipFill>
              <a:blip r:embed="rId12">
                <a:extLst>
                  <a:ext uri="{96DAC541-7B7A-43D3-8B79-37D633B846F1}">
                    <asvg:svgBlip xmlns:asvg="http://schemas.microsoft.com/office/drawing/2016/SVG/main" r:embed="rId13"/>
                  </a:ext>
                </a:extLst>
              </a:blip>
              <a:srcRect/>
              <a:stretch/>
            </p:blipFill>
            <p:spPr>
              <a:xfrm>
                <a:off x="6983685" y="6298827"/>
                <a:ext cx="411480" cy="411480"/>
              </a:xfrm>
              <a:prstGeom prst="rect">
                <a:avLst/>
              </a:prstGeom>
            </p:spPr>
          </p:pic>
          <p:pic>
            <p:nvPicPr>
              <p:cNvPr id="31" name="Graphic 30">
                <a:extLst>
                  <a:ext uri="{FF2B5EF4-FFF2-40B4-BE49-F238E27FC236}">
                    <a16:creationId xmlns:a16="http://schemas.microsoft.com/office/drawing/2014/main" id="{91626D5D-BB31-E2AE-81FD-89B33E82F7EA}"/>
                  </a:ext>
                </a:extLst>
              </p:cNvPr>
              <p:cNvPicPr>
                <a:picLocks noChangeAspect="1"/>
              </p:cNvPicPr>
              <p:nvPr userDrawn="1"/>
            </p:nvPicPr>
            <p:blipFill>
              <a:blip r:embed="rId14">
                <a:extLst>
                  <a:ext uri="{96DAC541-7B7A-43D3-8B79-37D633B846F1}">
                    <asvg:svgBlip xmlns:asvg="http://schemas.microsoft.com/office/drawing/2016/SVG/main" r:embed="rId15"/>
                  </a:ext>
                </a:extLst>
              </a:blip>
              <a:srcRect/>
              <a:stretch/>
            </p:blipFill>
            <p:spPr>
              <a:xfrm>
                <a:off x="7476441" y="6298827"/>
                <a:ext cx="411480" cy="411480"/>
              </a:xfrm>
              <a:prstGeom prst="rect">
                <a:avLst/>
              </a:prstGeom>
            </p:spPr>
          </p:pic>
          <p:pic>
            <p:nvPicPr>
              <p:cNvPr id="32" name="Graphic 31">
                <a:extLst>
                  <a:ext uri="{FF2B5EF4-FFF2-40B4-BE49-F238E27FC236}">
                    <a16:creationId xmlns:a16="http://schemas.microsoft.com/office/drawing/2014/main" id="{6F88F4AD-5371-21A8-9D21-4DFF290E6BAF}"/>
                  </a:ext>
                </a:extLst>
              </p:cNvPr>
              <p:cNvPicPr>
                <a:picLocks noChangeAspect="1"/>
              </p:cNvPicPr>
              <p:nvPr userDrawn="1"/>
            </p:nvPicPr>
            <p:blipFill>
              <a:blip r:embed="rId16">
                <a:extLst>
                  <a:ext uri="{96DAC541-7B7A-43D3-8B79-37D633B846F1}">
                    <asvg:svgBlip xmlns:asvg="http://schemas.microsoft.com/office/drawing/2016/SVG/main" r:embed="rId17"/>
                  </a:ext>
                </a:extLst>
              </a:blip>
              <a:srcRect/>
              <a:stretch/>
            </p:blipFill>
            <p:spPr>
              <a:xfrm>
                <a:off x="6490929" y="6298827"/>
                <a:ext cx="411480" cy="411480"/>
              </a:xfrm>
              <a:prstGeom prst="rect">
                <a:avLst/>
              </a:prstGeom>
            </p:spPr>
          </p:pic>
          <p:pic>
            <p:nvPicPr>
              <p:cNvPr id="33" name="Graphic 32">
                <a:extLst>
                  <a:ext uri="{FF2B5EF4-FFF2-40B4-BE49-F238E27FC236}">
                    <a16:creationId xmlns:a16="http://schemas.microsoft.com/office/drawing/2014/main" id="{8EBD9DF6-9496-75B0-BAB6-2F9CD35B4AF0}"/>
                  </a:ext>
                </a:extLst>
              </p:cNvPr>
              <p:cNvPicPr>
                <a:picLocks noChangeAspect="1"/>
              </p:cNvPicPr>
              <p:nvPr userDrawn="1"/>
            </p:nvPicPr>
            <p:blipFill>
              <a:blip r:embed="rId18">
                <a:extLst>
                  <a:ext uri="{96DAC541-7B7A-43D3-8B79-37D633B846F1}">
                    <asvg:svgBlip xmlns:asvg="http://schemas.microsoft.com/office/drawing/2016/SVG/main" r:embed="rId19"/>
                  </a:ext>
                </a:extLst>
              </a:blip>
              <a:srcRect/>
              <a:stretch/>
            </p:blipFill>
            <p:spPr>
              <a:xfrm>
                <a:off x="8461952" y="6298827"/>
                <a:ext cx="411480" cy="411480"/>
              </a:xfrm>
              <a:prstGeom prst="rect">
                <a:avLst/>
              </a:prstGeom>
            </p:spPr>
          </p:pic>
          <p:pic>
            <p:nvPicPr>
              <p:cNvPr id="34" name="Graphic 33">
                <a:extLst>
                  <a:ext uri="{FF2B5EF4-FFF2-40B4-BE49-F238E27FC236}">
                    <a16:creationId xmlns:a16="http://schemas.microsoft.com/office/drawing/2014/main" id="{D37428F6-6809-3EB9-7BF2-7C1D56939273}"/>
                  </a:ext>
                </a:extLst>
              </p:cNvPr>
              <p:cNvPicPr>
                <a:picLocks noChangeAspect="1"/>
              </p:cNvPicPr>
              <p:nvPr userDrawn="1"/>
            </p:nvPicPr>
            <p:blipFill>
              <a:blip r:embed="rId20">
                <a:extLst>
                  <a:ext uri="{96DAC541-7B7A-43D3-8B79-37D633B846F1}">
                    <asvg:svgBlip xmlns:asvg="http://schemas.microsoft.com/office/drawing/2016/SVG/main" r:embed="rId21"/>
                  </a:ext>
                </a:extLst>
              </a:blip>
              <a:srcRect/>
              <a:stretch/>
            </p:blipFill>
            <p:spPr>
              <a:xfrm>
                <a:off x="7969197" y="6298827"/>
                <a:ext cx="411480" cy="411480"/>
              </a:xfrm>
              <a:prstGeom prst="rect">
                <a:avLst/>
              </a:prstGeom>
            </p:spPr>
          </p:pic>
        </p:grpSp>
      </p:grpSp>
      <p:pic>
        <p:nvPicPr>
          <p:cNvPr id="63" name="Picture 62">
            <a:extLst>
              <a:ext uri="{FF2B5EF4-FFF2-40B4-BE49-F238E27FC236}">
                <a16:creationId xmlns:a16="http://schemas.microsoft.com/office/drawing/2014/main" id="{9FFD688C-49E6-2C30-91DB-32225BB97234}"/>
              </a:ext>
            </a:extLst>
          </p:cNvPr>
          <p:cNvPicPr>
            <a:picLocks noChangeAspect="1"/>
          </p:cNvPicPr>
          <p:nvPr userDrawn="1"/>
        </p:nvPicPr>
        <p:blipFill>
          <a:blip r:embed="rId22"/>
          <a:stretch>
            <a:fillRect/>
          </a:stretch>
        </p:blipFill>
        <p:spPr>
          <a:xfrm>
            <a:off x="3216271" y="5143500"/>
            <a:ext cx="2990089" cy="1716405"/>
          </a:xfrm>
          <a:prstGeom prst="rect">
            <a:avLst/>
          </a:prstGeom>
        </p:spPr>
      </p:pic>
      <p:grpSp>
        <p:nvGrpSpPr>
          <p:cNvPr id="64" name="Group 63" descr="Font and primary color">
            <a:extLst>
              <a:ext uri="{FF2B5EF4-FFF2-40B4-BE49-F238E27FC236}">
                <a16:creationId xmlns:a16="http://schemas.microsoft.com/office/drawing/2014/main" id="{A6DFA56E-A2FC-BCD1-A5CA-FD4E00B78973}"/>
              </a:ext>
            </a:extLst>
          </p:cNvPr>
          <p:cNvGrpSpPr/>
          <p:nvPr userDrawn="1"/>
        </p:nvGrpSpPr>
        <p:grpSpPr bwMode="gray">
          <a:xfrm>
            <a:off x="3216273" y="3429000"/>
            <a:ext cx="2990088" cy="1714500"/>
            <a:chOff x="3216273" y="3429000"/>
            <a:chExt cx="2990088" cy="1714500"/>
          </a:xfrm>
        </p:grpSpPr>
        <p:sp>
          <p:nvSpPr>
            <p:cNvPr id="65" name="Rectangle 64" descr="Font and Primary Color">
              <a:extLst>
                <a:ext uri="{FF2B5EF4-FFF2-40B4-BE49-F238E27FC236}">
                  <a16:creationId xmlns:a16="http://schemas.microsoft.com/office/drawing/2014/main" id="{749BCF6B-91E0-768E-D580-994569D65F25}"/>
                </a:ext>
                <a:ext uri="{C183D7F6-B498-43B3-948B-1728B52AA6E4}">
                  <adec:decorative xmlns:adec="http://schemas.microsoft.com/office/drawing/2017/decorative" val="0"/>
                </a:ext>
              </a:extLst>
            </p:cNvPr>
            <p:cNvSpPr/>
            <p:nvPr/>
          </p:nvSpPr>
          <p:spPr bwMode="gray">
            <a:xfrm>
              <a:off x="3216273" y="3429000"/>
              <a:ext cx="2990088" cy="1714500"/>
            </a:xfrm>
            <a:prstGeom prst="rect">
              <a:avLst/>
            </a:prstGeom>
            <a:solidFill>
              <a:srgbClr val="512E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66" name="Title 1">
              <a:extLst>
                <a:ext uri="{FF2B5EF4-FFF2-40B4-BE49-F238E27FC236}">
                  <a16:creationId xmlns:a16="http://schemas.microsoft.com/office/drawing/2014/main" id="{A43B1642-633C-9AE6-F717-D1B3687F2DF1}"/>
                </a:ext>
              </a:extLst>
            </p:cNvPr>
            <p:cNvSpPr txBox="1">
              <a:spLocks/>
            </p:cNvSpPr>
            <p:nvPr/>
          </p:nvSpPr>
          <p:spPr bwMode="gray">
            <a:xfrm>
              <a:off x="3483144" y="3912301"/>
              <a:ext cx="2500246" cy="7478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mj-lt"/>
                  <a:ea typeface="+mj-ea"/>
                  <a:cs typeface="Segoe UI" panose="020B0502040204020203" pitchFamily="34" charset="0"/>
                </a:rPr>
                <a:t>Helping people realize the life they imagine</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mj-lt"/>
                  <a:ea typeface="+mj-ea"/>
                  <a:cs typeface="Segoe UI" panose="020B0502040204020203" pitchFamily="34" charset="0"/>
                </a:rPr>
                <a:t>through learning</a:t>
              </a:r>
            </a:p>
          </p:txBody>
        </p:sp>
      </p:grpSp>
      <p:pic>
        <p:nvPicPr>
          <p:cNvPr id="68" name="Picture 67" descr="Imagery">
            <a:extLst>
              <a:ext uri="{FF2B5EF4-FFF2-40B4-BE49-F238E27FC236}">
                <a16:creationId xmlns:a16="http://schemas.microsoft.com/office/drawing/2014/main" id="{FEB86737-7087-0CDE-FD20-C190D69F924A}"/>
              </a:ext>
            </a:extLst>
          </p:cNvPr>
          <p:cNvPicPr>
            <a:picLocks noChangeAspect="1"/>
          </p:cNvPicPr>
          <p:nvPr userDrawn="1"/>
        </p:nvPicPr>
        <p:blipFill>
          <a:blip r:embed="rId23" cstate="screen">
            <a:extLst>
              <a:ext uri="{28A0092B-C50C-407E-A947-70E740481C1C}">
                <a14:useLocalDpi xmlns:a14="http://schemas.microsoft.com/office/drawing/2010/main"/>
              </a:ext>
            </a:extLst>
          </a:blip>
          <a:srcRect/>
          <a:stretch/>
        </p:blipFill>
        <p:spPr bwMode="gray">
          <a:xfrm>
            <a:off x="9200092" y="0"/>
            <a:ext cx="2990088" cy="3429000"/>
          </a:xfrm>
          <a:custGeom>
            <a:avLst/>
            <a:gdLst>
              <a:gd name="connsiteX0" fmla="*/ 0 w 2990088"/>
              <a:gd name="connsiteY0" fmla="*/ 0 h 3429000"/>
              <a:gd name="connsiteX1" fmla="*/ 2990088 w 2990088"/>
              <a:gd name="connsiteY1" fmla="*/ 0 h 3429000"/>
              <a:gd name="connsiteX2" fmla="*/ 2990088 w 2990088"/>
              <a:gd name="connsiteY2" fmla="*/ 3429000 h 3429000"/>
              <a:gd name="connsiteX3" fmla="*/ 0 w 2990088"/>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2990088" h="3429000">
                <a:moveTo>
                  <a:pt x="0" y="0"/>
                </a:moveTo>
                <a:lnTo>
                  <a:pt x="2990088" y="0"/>
                </a:lnTo>
                <a:lnTo>
                  <a:pt x="2990088" y="3429000"/>
                </a:lnTo>
                <a:lnTo>
                  <a:pt x="0" y="3429000"/>
                </a:lnTo>
                <a:close/>
              </a:path>
            </a:pathLst>
          </a:custGeom>
        </p:spPr>
      </p:pic>
      <p:grpSp>
        <p:nvGrpSpPr>
          <p:cNvPr id="69" name="Group 68" descr="Line Waves accent image">
            <a:extLst>
              <a:ext uri="{FF2B5EF4-FFF2-40B4-BE49-F238E27FC236}">
                <a16:creationId xmlns:a16="http://schemas.microsoft.com/office/drawing/2014/main" id="{297B05D1-98CF-A20B-9558-2304CCAF3B29}"/>
              </a:ext>
            </a:extLst>
          </p:cNvPr>
          <p:cNvGrpSpPr/>
          <p:nvPr userDrawn="1"/>
        </p:nvGrpSpPr>
        <p:grpSpPr bwMode="gray">
          <a:xfrm>
            <a:off x="5256703" y="-319"/>
            <a:ext cx="3943388" cy="3429319"/>
            <a:chOff x="5256703" y="-319"/>
            <a:chExt cx="3943388" cy="3429319"/>
          </a:xfrm>
        </p:grpSpPr>
        <p:sp>
          <p:nvSpPr>
            <p:cNvPr id="70" name="Rectangle 69" descr="Line Waves accent image">
              <a:extLst>
                <a:ext uri="{FF2B5EF4-FFF2-40B4-BE49-F238E27FC236}">
                  <a16:creationId xmlns:a16="http://schemas.microsoft.com/office/drawing/2014/main" id="{6F040833-E700-B738-7047-5FDF148C053E}"/>
                </a:ext>
                <a:ext uri="{C183D7F6-B498-43B3-948B-1728B52AA6E4}">
                  <adec:decorative xmlns:adec="http://schemas.microsoft.com/office/drawing/2017/decorative" val="0"/>
                </a:ext>
              </a:extLst>
            </p:cNvPr>
            <p:cNvSpPr/>
            <p:nvPr/>
          </p:nvSpPr>
          <p:spPr bwMode="gray">
            <a:xfrm>
              <a:off x="6208183" y="0"/>
              <a:ext cx="2991908" cy="3429000"/>
            </a:xfrm>
            <a:prstGeom prst="rect">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71" name="Freeform 54" descr="Line Waves accent design">
              <a:extLst>
                <a:ext uri="{FF2B5EF4-FFF2-40B4-BE49-F238E27FC236}">
                  <a16:creationId xmlns:a16="http://schemas.microsoft.com/office/drawing/2014/main" id="{EA945C34-CE91-602E-E4BA-535DC3FC6CA4}"/>
                </a:ext>
                <a:ext uri="{C183D7F6-B498-43B3-948B-1728B52AA6E4}">
                  <adec:decorative xmlns:adec="http://schemas.microsoft.com/office/drawing/2017/decorative" val="0"/>
                </a:ext>
              </a:extLst>
            </p:cNvPr>
            <p:cNvSpPr/>
            <p:nvPr/>
          </p:nvSpPr>
          <p:spPr bwMode="gray">
            <a:xfrm>
              <a:off x="5256703" y="-319"/>
              <a:ext cx="3835368" cy="3424322"/>
            </a:xfrm>
            <a:custGeom>
              <a:avLst/>
              <a:gdLst>
                <a:gd name="connsiteX0" fmla="*/ 2624913 w 3835368"/>
                <a:gd name="connsiteY0" fmla="*/ 522161 h 3424322"/>
                <a:gd name="connsiteX1" fmla="*/ 2851617 w 3835368"/>
                <a:gd name="connsiteY1" fmla="*/ 687337 h 3424322"/>
                <a:gd name="connsiteX2" fmla="*/ 3472452 w 3835368"/>
                <a:gd name="connsiteY2" fmla="*/ 1679982 h 3424322"/>
                <a:gd name="connsiteX3" fmla="*/ 2851617 w 3835368"/>
                <a:gd name="connsiteY3" fmla="*/ 2672626 h 3424322"/>
                <a:gd name="connsiteX4" fmla="*/ 2650137 w 3835368"/>
                <a:gd name="connsiteY4" fmla="*/ 2821000 h 3424322"/>
                <a:gd name="connsiteX5" fmla="*/ 2650137 w 3835368"/>
                <a:gd name="connsiteY5" fmla="*/ 2821317 h 3424322"/>
                <a:gd name="connsiteX6" fmla="*/ 3819288 w 3835368"/>
                <a:gd name="connsiteY6" fmla="*/ 1677446 h 3424322"/>
                <a:gd name="connsiteX7" fmla="*/ 2624913 w 3835368"/>
                <a:gd name="connsiteY7" fmla="*/ 522161 h 3424322"/>
                <a:gd name="connsiteX8" fmla="*/ 2223214 w 3835368"/>
                <a:gd name="connsiteY8" fmla="*/ 314184 h 3424322"/>
                <a:gd name="connsiteX9" fmla="*/ 3109851 w 3835368"/>
                <a:gd name="connsiteY9" fmla="*/ 1683152 h 3424322"/>
                <a:gd name="connsiteX10" fmla="*/ 2244655 w 3835368"/>
                <a:gd name="connsiteY10" fmla="*/ 3036585 h 3424322"/>
                <a:gd name="connsiteX11" fmla="*/ 2244970 w 3835368"/>
                <a:gd name="connsiteY11" fmla="*/ 3036902 h 3424322"/>
                <a:gd name="connsiteX12" fmla="*/ 2502574 w 3835368"/>
                <a:gd name="connsiteY12" fmla="*/ 2898357 h 3424322"/>
                <a:gd name="connsiteX13" fmla="*/ 2481764 w 3835368"/>
                <a:gd name="connsiteY13" fmla="*/ 2903112 h 3424322"/>
                <a:gd name="connsiteX14" fmla="*/ 2481764 w 3835368"/>
                <a:gd name="connsiteY14" fmla="*/ 2887261 h 3424322"/>
                <a:gd name="connsiteX15" fmla="*/ 2568158 w 3835368"/>
                <a:gd name="connsiteY15" fmla="*/ 2857142 h 3424322"/>
                <a:gd name="connsiteX16" fmla="*/ 2842158 w 3835368"/>
                <a:gd name="connsiteY16" fmla="*/ 2660579 h 3424322"/>
                <a:gd name="connsiteX17" fmla="*/ 3457002 w 3835368"/>
                <a:gd name="connsiteY17" fmla="*/ 1680299 h 3424322"/>
                <a:gd name="connsiteX18" fmla="*/ 2842158 w 3835368"/>
                <a:gd name="connsiteY18" fmla="*/ 700019 h 3424322"/>
                <a:gd name="connsiteX19" fmla="*/ 2543879 w 3835368"/>
                <a:gd name="connsiteY19" fmla="*/ 487921 h 3424322"/>
                <a:gd name="connsiteX20" fmla="*/ 2481449 w 3835368"/>
                <a:gd name="connsiteY20" fmla="*/ 467313 h 3424322"/>
                <a:gd name="connsiteX21" fmla="*/ 2481449 w 3835368"/>
                <a:gd name="connsiteY21" fmla="*/ 451461 h 3424322"/>
                <a:gd name="connsiteX22" fmla="*/ 2485863 w 3835368"/>
                <a:gd name="connsiteY22" fmla="*/ 452095 h 3424322"/>
                <a:gd name="connsiteX23" fmla="*/ 2223214 w 3835368"/>
                <a:gd name="connsiteY23" fmla="*/ 314184 h 3424322"/>
                <a:gd name="connsiteX24" fmla="*/ 1853362 w 3835368"/>
                <a:gd name="connsiteY24" fmla="*/ 121425 h 3424322"/>
                <a:gd name="connsiteX25" fmla="*/ 2747251 w 3835368"/>
                <a:gd name="connsiteY25" fmla="*/ 1686005 h 3424322"/>
                <a:gd name="connsiteX26" fmla="*/ 2746936 w 3835368"/>
                <a:gd name="connsiteY26" fmla="*/ 1686323 h 3424322"/>
                <a:gd name="connsiteX27" fmla="*/ 1865343 w 3835368"/>
                <a:gd name="connsiteY27" fmla="*/ 3241075 h 3424322"/>
                <a:gd name="connsiteX28" fmla="*/ 2157000 w 3835368"/>
                <a:gd name="connsiteY28" fmla="*/ 3077483 h 3424322"/>
                <a:gd name="connsiteX29" fmla="*/ 2157000 w 3835368"/>
                <a:gd name="connsiteY29" fmla="*/ 3067338 h 3424322"/>
                <a:gd name="connsiteX30" fmla="*/ 2178441 w 3835368"/>
                <a:gd name="connsiteY30" fmla="*/ 3062582 h 3424322"/>
                <a:gd name="connsiteX31" fmla="*/ 2512979 w 3835368"/>
                <a:gd name="connsiteY31" fmla="*/ 2789296 h 3424322"/>
                <a:gd name="connsiteX32" fmla="*/ 3093771 w 3835368"/>
                <a:gd name="connsiteY32" fmla="*/ 1682835 h 3424322"/>
                <a:gd name="connsiteX33" fmla="*/ 2512979 w 3835368"/>
                <a:gd name="connsiteY33" fmla="*/ 576374 h 3424322"/>
                <a:gd name="connsiteX34" fmla="*/ 2164568 w 3835368"/>
                <a:gd name="connsiteY34" fmla="*/ 293577 h 3424322"/>
                <a:gd name="connsiteX35" fmla="*/ 2157315 w 3835368"/>
                <a:gd name="connsiteY35" fmla="*/ 292309 h 3424322"/>
                <a:gd name="connsiteX36" fmla="*/ 2157315 w 3835368"/>
                <a:gd name="connsiteY36" fmla="*/ 288504 h 3424322"/>
                <a:gd name="connsiteX37" fmla="*/ 1853362 w 3835368"/>
                <a:gd name="connsiteY37" fmla="*/ 121425 h 3424322"/>
                <a:gd name="connsiteX38" fmla="*/ 609799 w 3835368"/>
                <a:gd name="connsiteY38" fmla="*/ 317 h 3424322"/>
                <a:gd name="connsiteX39" fmla="*/ 626825 w 3835368"/>
                <a:gd name="connsiteY39" fmla="*/ 317 h 3424322"/>
                <a:gd name="connsiteX40" fmla="*/ 933932 w 3835368"/>
                <a:gd name="connsiteY40" fmla="*/ 1700589 h 3424322"/>
                <a:gd name="connsiteX41" fmla="*/ 617681 w 3835368"/>
                <a:gd name="connsiteY41" fmla="*/ 3424322 h 3424322"/>
                <a:gd name="connsiteX42" fmla="*/ 600655 w 3835368"/>
                <a:gd name="connsiteY42" fmla="*/ 3424322 h 3424322"/>
                <a:gd name="connsiteX43" fmla="*/ 918167 w 3835368"/>
                <a:gd name="connsiteY43" fmla="*/ 1700589 h 3424322"/>
                <a:gd name="connsiteX44" fmla="*/ 609799 w 3835368"/>
                <a:gd name="connsiteY44" fmla="*/ 317 h 3424322"/>
                <a:gd name="connsiteX45" fmla="*/ 312782 w 3835368"/>
                <a:gd name="connsiteY45" fmla="*/ 317 h 3424322"/>
                <a:gd name="connsiteX46" fmla="*/ 329178 w 3835368"/>
                <a:gd name="connsiteY46" fmla="*/ 317 h 3424322"/>
                <a:gd name="connsiteX47" fmla="*/ 571332 w 3835368"/>
                <a:gd name="connsiteY47" fmla="*/ 1703443 h 3424322"/>
                <a:gd name="connsiteX48" fmla="*/ 323818 w 3835368"/>
                <a:gd name="connsiteY48" fmla="*/ 3424322 h 3424322"/>
                <a:gd name="connsiteX49" fmla="*/ 307422 w 3835368"/>
                <a:gd name="connsiteY49" fmla="*/ 3424322 h 3424322"/>
                <a:gd name="connsiteX50" fmla="*/ 555567 w 3835368"/>
                <a:gd name="connsiteY50" fmla="*/ 1703443 h 3424322"/>
                <a:gd name="connsiteX51" fmla="*/ 312782 w 3835368"/>
                <a:gd name="connsiteY51" fmla="*/ 317 h 3424322"/>
                <a:gd name="connsiteX52" fmla="*/ 2838 w 3835368"/>
                <a:gd name="connsiteY52" fmla="*/ 317 h 3424322"/>
                <a:gd name="connsiteX53" fmla="*/ 19234 w 3835368"/>
                <a:gd name="connsiteY53" fmla="*/ 317 h 3424322"/>
                <a:gd name="connsiteX54" fmla="*/ 208732 w 3835368"/>
                <a:gd name="connsiteY54" fmla="*/ 1706296 h 3424322"/>
                <a:gd name="connsiteX55" fmla="*/ 16396 w 3835368"/>
                <a:gd name="connsiteY55" fmla="*/ 3424322 h 3424322"/>
                <a:gd name="connsiteX56" fmla="*/ 0 w 3835368"/>
                <a:gd name="connsiteY56" fmla="*/ 3424322 h 3424322"/>
                <a:gd name="connsiteX57" fmla="*/ 192967 w 3835368"/>
                <a:gd name="connsiteY57" fmla="*/ 1706296 h 3424322"/>
                <a:gd name="connsiteX58" fmla="*/ 2838 w 3835368"/>
                <a:gd name="connsiteY58" fmla="*/ 317 h 3424322"/>
                <a:gd name="connsiteX59" fmla="*/ 890420 w 3835368"/>
                <a:gd name="connsiteY59" fmla="*/ 317 h 3424322"/>
                <a:gd name="connsiteX60" fmla="*/ 908077 w 3835368"/>
                <a:gd name="connsiteY60" fmla="*/ 317 h 3424322"/>
                <a:gd name="connsiteX61" fmla="*/ 1296533 w 3835368"/>
                <a:gd name="connsiteY61" fmla="*/ 1697419 h 3424322"/>
                <a:gd name="connsiteX62" fmla="*/ 893258 w 3835368"/>
                <a:gd name="connsiteY62" fmla="*/ 3424322 h 3424322"/>
                <a:gd name="connsiteX63" fmla="*/ 875601 w 3835368"/>
                <a:gd name="connsiteY63" fmla="*/ 3424322 h 3424322"/>
                <a:gd name="connsiteX64" fmla="*/ 1280768 w 3835368"/>
                <a:gd name="connsiteY64" fmla="*/ 1697419 h 3424322"/>
                <a:gd name="connsiteX65" fmla="*/ 890420 w 3835368"/>
                <a:gd name="connsiteY65" fmla="*/ 317 h 3424322"/>
                <a:gd name="connsiteX66" fmla="*/ 1374414 w 3835368"/>
                <a:gd name="connsiteY66" fmla="*/ 317 h 3424322"/>
                <a:gd name="connsiteX67" fmla="*/ 1394593 w 3835368"/>
                <a:gd name="connsiteY67" fmla="*/ 317 h 3424322"/>
                <a:gd name="connsiteX68" fmla="*/ 1540895 w 3835368"/>
                <a:gd name="connsiteY68" fmla="*/ 198782 h 3424322"/>
                <a:gd name="connsiteX69" fmla="*/ 2021735 w 3835368"/>
                <a:gd name="connsiteY69" fmla="*/ 1691712 h 3424322"/>
                <a:gd name="connsiteX70" fmla="*/ 2021104 w 3835368"/>
                <a:gd name="connsiteY70" fmla="*/ 1691712 h 3424322"/>
                <a:gd name="connsiteX71" fmla="*/ 1540264 w 3835368"/>
                <a:gd name="connsiteY71" fmla="*/ 3184642 h 3424322"/>
                <a:gd name="connsiteX72" fmla="*/ 1359594 w 3835368"/>
                <a:gd name="connsiteY72" fmla="*/ 3424322 h 3424322"/>
                <a:gd name="connsiteX73" fmla="*/ 1339415 w 3835368"/>
                <a:gd name="connsiteY73" fmla="*/ 3424322 h 3424322"/>
                <a:gd name="connsiteX74" fmla="*/ 1527337 w 3835368"/>
                <a:gd name="connsiteY74" fmla="*/ 3175765 h 3424322"/>
                <a:gd name="connsiteX75" fmla="*/ 2005654 w 3835368"/>
                <a:gd name="connsiteY75" fmla="*/ 1691712 h 3424322"/>
                <a:gd name="connsiteX76" fmla="*/ 1527652 w 3835368"/>
                <a:gd name="connsiteY76" fmla="*/ 207660 h 3424322"/>
                <a:gd name="connsiteX77" fmla="*/ 1374414 w 3835368"/>
                <a:gd name="connsiteY77" fmla="*/ 317 h 3424322"/>
                <a:gd name="connsiteX78" fmla="*/ 1148656 w 3835368"/>
                <a:gd name="connsiteY78" fmla="*/ 317 h 3424322"/>
                <a:gd name="connsiteX79" fmla="*/ 1165051 w 3835368"/>
                <a:gd name="connsiteY79" fmla="*/ 317 h 3424322"/>
                <a:gd name="connsiteX80" fmla="*/ 1659134 w 3835368"/>
                <a:gd name="connsiteY80" fmla="*/ 1694565 h 3424322"/>
                <a:gd name="connsiteX81" fmla="*/ 1142349 w 3835368"/>
                <a:gd name="connsiteY81" fmla="*/ 3424322 h 3424322"/>
                <a:gd name="connsiteX82" fmla="*/ 1126269 w 3835368"/>
                <a:gd name="connsiteY82" fmla="*/ 3424322 h 3424322"/>
                <a:gd name="connsiteX83" fmla="*/ 1643369 w 3835368"/>
                <a:gd name="connsiteY83" fmla="*/ 1694565 h 3424322"/>
                <a:gd name="connsiteX84" fmla="*/ 1148656 w 3835368"/>
                <a:gd name="connsiteY84" fmla="*/ 317 h 3424322"/>
                <a:gd name="connsiteX85" fmla="*/ 1650620 w 3835368"/>
                <a:gd name="connsiteY85" fmla="*/ 0 h 3424322"/>
                <a:gd name="connsiteX86" fmla="*/ 1680890 w 3835368"/>
                <a:gd name="connsiteY86" fmla="*/ 0 h 3424322"/>
                <a:gd name="connsiteX87" fmla="*/ 1833497 w 3835368"/>
                <a:gd name="connsiteY87" fmla="*/ 105573 h 3424322"/>
                <a:gd name="connsiteX88" fmla="*/ 1833497 w 3835368"/>
                <a:gd name="connsiteY88" fmla="*/ 102086 h 3424322"/>
                <a:gd name="connsiteX89" fmla="*/ 2174657 w 3835368"/>
                <a:gd name="connsiteY89" fmla="*/ 279627 h 3424322"/>
                <a:gd name="connsiteX90" fmla="*/ 2549239 w 3835368"/>
                <a:gd name="connsiteY90" fmla="*/ 472703 h 3424322"/>
                <a:gd name="connsiteX91" fmla="*/ 3179219 w 3835368"/>
                <a:gd name="connsiteY91" fmla="*/ 809080 h 3424322"/>
                <a:gd name="connsiteX92" fmla="*/ 3179534 w 3835368"/>
                <a:gd name="connsiteY92" fmla="*/ 809080 h 3424322"/>
                <a:gd name="connsiteX93" fmla="*/ 3835368 w 3835368"/>
                <a:gd name="connsiteY93" fmla="*/ 1676811 h 3424322"/>
                <a:gd name="connsiteX94" fmla="*/ 3179534 w 3835368"/>
                <a:gd name="connsiteY94" fmla="*/ 2544543 h 3424322"/>
                <a:gd name="connsiteX95" fmla="*/ 2574149 w 3835368"/>
                <a:gd name="connsiteY95" fmla="*/ 2871092 h 3424322"/>
                <a:gd name="connsiteX96" fmla="*/ 2190738 w 3835368"/>
                <a:gd name="connsiteY96" fmla="*/ 3074947 h 3424322"/>
                <a:gd name="connsiteX97" fmla="*/ 1837596 w 3835368"/>
                <a:gd name="connsiteY97" fmla="*/ 3262633 h 3424322"/>
                <a:gd name="connsiteX98" fmla="*/ 1581569 w 3835368"/>
                <a:gd name="connsiteY98" fmla="*/ 3424005 h 3424322"/>
                <a:gd name="connsiteX99" fmla="*/ 1534273 w 3835368"/>
                <a:gd name="connsiteY99" fmla="*/ 3424005 h 3424322"/>
                <a:gd name="connsiteX100" fmla="*/ 2185062 w 3835368"/>
                <a:gd name="connsiteY100" fmla="*/ 2918013 h 3424322"/>
                <a:gd name="connsiteX101" fmla="*/ 2731801 w 3835368"/>
                <a:gd name="connsiteY101" fmla="*/ 1685688 h 3424322"/>
                <a:gd name="connsiteX102" fmla="*/ 2185062 w 3835368"/>
                <a:gd name="connsiteY102" fmla="*/ 453364 h 3424322"/>
                <a:gd name="connsiteX103" fmla="*/ 1650620 w 3835368"/>
                <a:gd name="connsiteY103" fmla="*/ 0 h 3424322"/>
                <a:gd name="connsiteX104" fmla="*/ 1552876 w 3835368"/>
                <a:gd name="connsiteY104" fmla="*/ 0 h 3424322"/>
                <a:gd name="connsiteX105" fmla="*/ 1576524 w 3835368"/>
                <a:gd name="connsiteY105" fmla="*/ 0 h 3424322"/>
                <a:gd name="connsiteX106" fmla="*/ 1868811 w 3835368"/>
                <a:gd name="connsiteY106" fmla="*/ 320525 h 3424322"/>
                <a:gd name="connsiteX107" fmla="*/ 2384650 w 3835368"/>
                <a:gd name="connsiteY107" fmla="*/ 1688542 h 3424322"/>
                <a:gd name="connsiteX108" fmla="*/ 1868811 w 3835368"/>
                <a:gd name="connsiteY108" fmla="*/ 3056559 h 3424322"/>
                <a:gd name="connsiteX109" fmla="*/ 1868496 w 3835368"/>
                <a:gd name="connsiteY109" fmla="*/ 3056242 h 3424322"/>
                <a:gd name="connsiteX110" fmla="*/ 1523868 w 3835368"/>
                <a:gd name="connsiteY110" fmla="*/ 3424005 h 3424322"/>
                <a:gd name="connsiteX111" fmla="*/ 1499274 w 3835368"/>
                <a:gd name="connsiteY111" fmla="*/ 3424005 h 3424322"/>
                <a:gd name="connsiteX112" fmla="*/ 1856199 w 3835368"/>
                <a:gd name="connsiteY112" fmla="*/ 3046730 h 3424322"/>
                <a:gd name="connsiteX113" fmla="*/ 2368570 w 3835368"/>
                <a:gd name="connsiteY113" fmla="*/ 1688542 h 3424322"/>
                <a:gd name="connsiteX114" fmla="*/ 1856199 w 3835368"/>
                <a:gd name="connsiteY114" fmla="*/ 330353 h 3424322"/>
                <a:gd name="connsiteX115" fmla="*/ 1552876 w 3835368"/>
                <a:gd name="connsiteY115" fmla="*/ 0 h 3424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3835368" h="3424322">
                  <a:moveTo>
                    <a:pt x="2624913" y="522161"/>
                  </a:moveTo>
                  <a:cubicBezTo>
                    <a:pt x="2699009" y="571302"/>
                    <a:pt x="2776259" y="626783"/>
                    <a:pt x="2851617" y="687337"/>
                  </a:cubicBezTo>
                  <a:cubicBezTo>
                    <a:pt x="3134761" y="914336"/>
                    <a:pt x="3472452" y="1271003"/>
                    <a:pt x="3472452" y="1679982"/>
                  </a:cubicBezTo>
                  <a:cubicBezTo>
                    <a:pt x="3472452" y="2088960"/>
                    <a:pt x="3134761" y="2445627"/>
                    <a:pt x="2851617" y="2672626"/>
                  </a:cubicBezTo>
                  <a:cubicBezTo>
                    <a:pt x="2784457" y="2726523"/>
                    <a:pt x="2716351" y="2775981"/>
                    <a:pt x="2650137" y="2821000"/>
                  </a:cubicBezTo>
                  <a:lnTo>
                    <a:pt x="2650137" y="2821317"/>
                  </a:lnTo>
                  <a:cubicBezTo>
                    <a:pt x="3011161" y="2656457"/>
                    <a:pt x="3819288" y="2215141"/>
                    <a:pt x="3819288" y="1677446"/>
                  </a:cubicBezTo>
                  <a:cubicBezTo>
                    <a:pt x="3819288" y="1139750"/>
                    <a:pt x="2971748" y="676875"/>
                    <a:pt x="2624913" y="522161"/>
                  </a:cubicBezTo>
                  <a:close/>
                  <a:moveTo>
                    <a:pt x="2223214" y="314184"/>
                  </a:moveTo>
                  <a:cubicBezTo>
                    <a:pt x="2602211" y="586836"/>
                    <a:pt x="3109851" y="1107412"/>
                    <a:pt x="3109851" y="1683152"/>
                  </a:cubicBezTo>
                  <a:cubicBezTo>
                    <a:pt x="3109851" y="2258892"/>
                    <a:pt x="2620814" y="2760446"/>
                    <a:pt x="2244655" y="3036585"/>
                  </a:cubicBezTo>
                  <a:lnTo>
                    <a:pt x="2244970" y="3036902"/>
                  </a:lnTo>
                  <a:cubicBezTo>
                    <a:pt x="2307716" y="3008686"/>
                    <a:pt x="2397893" y="2962081"/>
                    <a:pt x="2502574" y="2898357"/>
                  </a:cubicBezTo>
                  <a:cubicBezTo>
                    <a:pt x="2492800" y="2901210"/>
                    <a:pt x="2485233" y="2903112"/>
                    <a:pt x="2481764" y="2903112"/>
                  </a:cubicBezTo>
                  <a:lnTo>
                    <a:pt x="2481764" y="2887261"/>
                  </a:lnTo>
                  <a:cubicBezTo>
                    <a:pt x="2489331" y="2887261"/>
                    <a:pt x="2520547" y="2876799"/>
                    <a:pt x="2568158" y="2857142"/>
                  </a:cubicBezTo>
                  <a:cubicBezTo>
                    <a:pt x="2654867" y="2801661"/>
                    <a:pt x="2748197" y="2736034"/>
                    <a:pt x="2842158" y="2660579"/>
                  </a:cubicBezTo>
                  <a:cubicBezTo>
                    <a:pt x="3122779" y="2435799"/>
                    <a:pt x="3457002" y="2082937"/>
                    <a:pt x="3457002" y="1680299"/>
                  </a:cubicBezTo>
                  <a:cubicBezTo>
                    <a:pt x="3457002" y="1277661"/>
                    <a:pt x="3122779" y="924798"/>
                    <a:pt x="2842158" y="700019"/>
                  </a:cubicBezTo>
                  <a:cubicBezTo>
                    <a:pt x="2739368" y="617589"/>
                    <a:pt x="2637210" y="546573"/>
                    <a:pt x="2543879" y="487921"/>
                  </a:cubicBezTo>
                  <a:cubicBezTo>
                    <a:pt x="2509826" y="474288"/>
                    <a:pt x="2487755" y="467313"/>
                    <a:pt x="2481449" y="467313"/>
                  </a:cubicBezTo>
                  <a:lnTo>
                    <a:pt x="2481449" y="451461"/>
                  </a:lnTo>
                  <a:cubicBezTo>
                    <a:pt x="2482395" y="451461"/>
                    <a:pt x="2484287" y="452095"/>
                    <a:pt x="2485863" y="452095"/>
                  </a:cubicBezTo>
                  <a:cubicBezTo>
                    <a:pt x="2375822" y="385835"/>
                    <a:pt x="2282807" y="339230"/>
                    <a:pt x="2223214" y="314184"/>
                  </a:cubicBezTo>
                  <a:close/>
                  <a:moveTo>
                    <a:pt x="1853362" y="121425"/>
                  </a:moveTo>
                  <a:cubicBezTo>
                    <a:pt x="2226683" y="414368"/>
                    <a:pt x="2747251" y="1008496"/>
                    <a:pt x="2747251" y="1686005"/>
                  </a:cubicBezTo>
                  <a:lnTo>
                    <a:pt x="2746936" y="1686323"/>
                  </a:lnTo>
                  <a:cubicBezTo>
                    <a:pt x="2746936" y="2356540"/>
                    <a:pt x="2237718" y="2944961"/>
                    <a:pt x="1865343" y="3241075"/>
                  </a:cubicBezTo>
                  <a:cubicBezTo>
                    <a:pt x="1922729" y="3222369"/>
                    <a:pt x="2029617" y="3164985"/>
                    <a:pt x="2157000" y="3077483"/>
                  </a:cubicBezTo>
                  <a:lnTo>
                    <a:pt x="2157000" y="3067338"/>
                  </a:lnTo>
                  <a:cubicBezTo>
                    <a:pt x="2161099" y="3067338"/>
                    <a:pt x="2168982" y="3065436"/>
                    <a:pt x="2178441" y="3062582"/>
                  </a:cubicBezTo>
                  <a:cubicBezTo>
                    <a:pt x="2283122" y="2989347"/>
                    <a:pt x="2399470" y="2896772"/>
                    <a:pt x="2512979" y="2789296"/>
                  </a:cubicBezTo>
                  <a:cubicBezTo>
                    <a:pt x="2777835" y="2537885"/>
                    <a:pt x="3093771" y="2142222"/>
                    <a:pt x="3093771" y="1682835"/>
                  </a:cubicBezTo>
                  <a:cubicBezTo>
                    <a:pt x="3093771" y="1223448"/>
                    <a:pt x="2777835" y="827468"/>
                    <a:pt x="2512979" y="576374"/>
                  </a:cubicBezTo>
                  <a:cubicBezTo>
                    <a:pt x="2394425" y="464143"/>
                    <a:pt x="2272717" y="368398"/>
                    <a:pt x="2164568" y="293577"/>
                  </a:cubicBezTo>
                  <a:cubicBezTo>
                    <a:pt x="2162045" y="292943"/>
                    <a:pt x="2159207" y="292309"/>
                    <a:pt x="2157315" y="292309"/>
                  </a:cubicBezTo>
                  <a:lnTo>
                    <a:pt x="2157315" y="288504"/>
                  </a:lnTo>
                  <a:cubicBezTo>
                    <a:pt x="2020158" y="194344"/>
                    <a:pt x="1906648" y="135058"/>
                    <a:pt x="1853362" y="121425"/>
                  </a:cubicBezTo>
                  <a:close/>
                  <a:moveTo>
                    <a:pt x="609799" y="317"/>
                  </a:moveTo>
                  <a:lnTo>
                    <a:pt x="626825" y="317"/>
                  </a:lnTo>
                  <a:cubicBezTo>
                    <a:pt x="764298" y="356350"/>
                    <a:pt x="933932" y="931456"/>
                    <a:pt x="933932" y="1700589"/>
                  </a:cubicBezTo>
                  <a:cubicBezTo>
                    <a:pt x="933932" y="2469722"/>
                    <a:pt x="756416" y="3071142"/>
                    <a:pt x="617681" y="3424322"/>
                  </a:cubicBezTo>
                  <a:lnTo>
                    <a:pt x="600655" y="3424322"/>
                  </a:lnTo>
                  <a:cubicBezTo>
                    <a:pt x="739389" y="3073362"/>
                    <a:pt x="918167" y="2454505"/>
                    <a:pt x="918167" y="1700589"/>
                  </a:cubicBezTo>
                  <a:cubicBezTo>
                    <a:pt x="918167" y="946674"/>
                    <a:pt x="746957" y="354131"/>
                    <a:pt x="609799" y="317"/>
                  </a:cubicBezTo>
                  <a:close/>
                  <a:moveTo>
                    <a:pt x="312782" y="317"/>
                  </a:moveTo>
                  <a:lnTo>
                    <a:pt x="329178" y="317"/>
                  </a:lnTo>
                  <a:cubicBezTo>
                    <a:pt x="486200" y="512016"/>
                    <a:pt x="571332" y="1097901"/>
                    <a:pt x="571332" y="1703443"/>
                  </a:cubicBezTo>
                  <a:cubicBezTo>
                    <a:pt x="571332" y="2308984"/>
                    <a:pt x="483993" y="2908502"/>
                    <a:pt x="323818" y="3424322"/>
                  </a:cubicBezTo>
                  <a:lnTo>
                    <a:pt x="307422" y="3424322"/>
                  </a:lnTo>
                  <a:cubicBezTo>
                    <a:pt x="467912" y="2908819"/>
                    <a:pt x="555567" y="2302009"/>
                    <a:pt x="555567" y="1703443"/>
                  </a:cubicBezTo>
                  <a:cubicBezTo>
                    <a:pt x="555567" y="1104876"/>
                    <a:pt x="470119" y="511698"/>
                    <a:pt x="312782" y="317"/>
                  </a:cubicBezTo>
                  <a:close/>
                  <a:moveTo>
                    <a:pt x="2838" y="317"/>
                  </a:moveTo>
                  <a:lnTo>
                    <a:pt x="19234" y="317"/>
                  </a:lnTo>
                  <a:cubicBezTo>
                    <a:pt x="142203" y="510113"/>
                    <a:pt x="208732" y="1095682"/>
                    <a:pt x="208732" y="1706296"/>
                  </a:cubicBezTo>
                  <a:cubicBezTo>
                    <a:pt x="208732" y="2316910"/>
                    <a:pt x="141257" y="2911673"/>
                    <a:pt x="16396" y="3424322"/>
                  </a:cubicBezTo>
                  <a:lnTo>
                    <a:pt x="0" y="3424322"/>
                  </a:lnTo>
                  <a:cubicBezTo>
                    <a:pt x="125176" y="2912307"/>
                    <a:pt x="192967" y="2312472"/>
                    <a:pt x="192967" y="1706296"/>
                  </a:cubicBezTo>
                  <a:cubicBezTo>
                    <a:pt x="192967" y="1100120"/>
                    <a:pt x="126122" y="509796"/>
                    <a:pt x="2838" y="317"/>
                  </a:cubicBezTo>
                  <a:close/>
                  <a:moveTo>
                    <a:pt x="890420" y="317"/>
                  </a:moveTo>
                  <a:lnTo>
                    <a:pt x="908077" y="317"/>
                  </a:lnTo>
                  <a:cubicBezTo>
                    <a:pt x="1063207" y="317355"/>
                    <a:pt x="1296533" y="898484"/>
                    <a:pt x="1296533" y="1697419"/>
                  </a:cubicBezTo>
                  <a:cubicBezTo>
                    <a:pt x="1296533" y="2496353"/>
                    <a:pt x="1047757" y="3116479"/>
                    <a:pt x="893258" y="3424322"/>
                  </a:cubicBezTo>
                  <a:lnTo>
                    <a:pt x="875601" y="3424322"/>
                  </a:lnTo>
                  <a:cubicBezTo>
                    <a:pt x="1029154" y="3120283"/>
                    <a:pt x="1280768" y="2473844"/>
                    <a:pt x="1280768" y="1697419"/>
                  </a:cubicBezTo>
                  <a:cubicBezTo>
                    <a:pt x="1280768" y="920994"/>
                    <a:pt x="1044604" y="313867"/>
                    <a:pt x="890420" y="317"/>
                  </a:cubicBezTo>
                  <a:close/>
                  <a:moveTo>
                    <a:pt x="1374414" y="317"/>
                  </a:moveTo>
                  <a:lnTo>
                    <a:pt x="1394593" y="317"/>
                  </a:lnTo>
                  <a:cubicBezTo>
                    <a:pt x="1443466" y="60871"/>
                    <a:pt x="1492653" y="127132"/>
                    <a:pt x="1540895" y="198782"/>
                  </a:cubicBezTo>
                  <a:cubicBezTo>
                    <a:pt x="1720619" y="466362"/>
                    <a:pt x="2021735" y="1015788"/>
                    <a:pt x="2021735" y="1691712"/>
                  </a:cubicBezTo>
                  <a:lnTo>
                    <a:pt x="2021104" y="1691712"/>
                  </a:lnTo>
                  <a:cubicBezTo>
                    <a:pt x="2021104" y="2367953"/>
                    <a:pt x="1719988" y="2917379"/>
                    <a:pt x="1540264" y="3184642"/>
                  </a:cubicBezTo>
                  <a:cubicBezTo>
                    <a:pt x="1480672" y="3273095"/>
                    <a:pt x="1419818" y="3352989"/>
                    <a:pt x="1359594" y="3424322"/>
                  </a:cubicBezTo>
                  <a:lnTo>
                    <a:pt x="1339415" y="3424322"/>
                  </a:lnTo>
                  <a:cubicBezTo>
                    <a:pt x="1401845" y="3351087"/>
                    <a:pt x="1465222" y="3268023"/>
                    <a:pt x="1527337" y="3175765"/>
                  </a:cubicBezTo>
                  <a:cubicBezTo>
                    <a:pt x="1706115" y="2909770"/>
                    <a:pt x="2005654" y="2363515"/>
                    <a:pt x="2005654" y="1691712"/>
                  </a:cubicBezTo>
                  <a:cubicBezTo>
                    <a:pt x="2005654" y="1019910"/>
                    <a:pt x="1706115" y="473654"/>
                    <a:pt x="1527652" y="207660"/>
                  </a:cubicBezTo>
                  <a:cubicBezTo>
                    <a:pt x="1477203" y="132205"/>
                    <a:pt x="1425493" y="63090"/>
                    <a:pt x="1374414" y="317"/>
                  </a:cubicBezTo>
                  <a:close/>
                  <a:moveTo>
                    <a:pt x="1148656" y="317"/>
                  </a:moveTo>
                  <a:lnTo>
                    <a:pt x="1165051" y="317"/>
                  </a:lnTo>
                  <a:cubicBezTo>
                    <a:pt x="1427700" y="421660"/>
                    <a:pt x="1659134" y="1009130"/>
                    <a:pt x="1659134" y="1694565"/>
                  </a:cubicBezTo>
                  <a:cubicBezTo>
                    <a:pt x="1659134" y="2380001"/>
                    <a:pt x="1414142" y="3002028"/>
                    <a:pt x="1142349" y="3424322"/>
                  </a:cubicBezTo>
                  <a:lnTo>
                    <a:pt x="1126269" y="3424322"/>
                  </a:lnTo>
                  <a:cubicBezTo>
                    <a:pt x="1397431" y="3004565"/>
                    <a:pt x="1643369" y="2362564"/>
                    <a:pt x="1643369" y="1694565"/>
                  </a:cubicBezTo>
                  <a:cubicBezTo>
                    <a:pt x="1643369" y="1026567"/>
                    <a:pt x="1410674" y="419124"/>
                    <a:pt x="1148656" y="317"/>
                  </a:cubicBezTo>
                  <a:close/>
                  <a:moveTo>
                    <a:pt x="1650620" y="0"/>
                  </a:moveTo>
                  <a:lnTo>
                    <a:pt x="1680890" y="0"/>
                  </a:lnTo>
                  <a:cubicBezTo>
                    <a:pt x="1726609" y="27899"/>
                    <a:pt x="1778004" y="63090"/>
                    <a:pt x="1833497" y="105573"/>
                  </a:cubicBezTo>
                  <a:lnTo>
                    <a:pt x="1833497" y="102086"/>
                  </a:lnTo>
                  <a:cubicBezTo>
                    <a:pt x="1876694" y="102086"/>
                    <a:pt x="2009753" y="166445"/>
                    <a:pt x="2174657" y="279627"/>
                  </a:cubicBezTo>
                  <a:cubicBezTo>
                    <a:pt x="2230151" y="294211"/>
                    <a:pt x="2376452" y="363959"/>
                    <a:pt x="2549239" y="472703"/>
                  </a:cubicBezTo>
                  <a:cubicBezTo>
                    <a:pt x="2669686" y="519624"/>
                    <a:pt x="2926975" y="640416"/>
                    <a:pt x="3179219" y="809080"/>
                  </a:cubicBezTo>
                  <a:lnTo>
                    <a:pt x="3179534" y="809080"/>
                  </a:lnTo>
                  <a:cubicBezTo>
                    <a:pt x="3478758" y="1009130"/>
                    <a:pt x="3835368" y="1322046"/>
                    <a:pt x="3835368" y="1676811"/>
                  </a:cubicBezTo>
                  <a:cubicBezTo>
                    <a:pt x="3835368" y="2031576"/>
                    <a:pt x="3478758" y="2344493"/>
                    <a:pt x="3179534" y="2544543"/>
                  </a:cubicBezTo>
                  <a:cubicBezTo>
                    <a:pt x="2943055" y="2702745"/>
                    <a:pt x="2702793" y="2818463"/>
                    <a:pt x="2574149" y="2871092"/>
                  </a:cubicBezTo>
                  <a:cubicBezTo>
                    <a:pt x="2405460" y="2978884"/>
                    <a:pt x="2258528" y="3052120"/>
                    <a:pt x="2190738" y="3074947"/>
                  </a:cubicBezTo>
                  <a:cubicBezTo>
                    <a:pt x="2022680" y="3192251"/>
                    <a:pt x="1885523" y="3259463"/>
                    <a:pt x="1837596" y="3262633"/>
                  </a:cubicBezTo>
                  <a:cubicBezTo>
                    <a:pt x="1735438" y="3341258"/>
                    <a:pt x="1645576" y="3396740"/>
                    <a:pt x="1581569" y="3424005"/>
                  </a:cubicBezTo>
                  <a:lnTo>
                    <a:pt x="1534273" y="3424005"/>
                  </a:lnTo>
                  <a:cubicBezTo>
                    <a:pt x="1644945" y="3396423"/>
                    <a:pt x="1926197" y="3205566"/>
                    <a:pt x="2185062" y="2918013"/>
                  </a:cubicBezTo>
                  <a:cubicBezTo>
                    <a:pt x="2636894" y="2416460"/>
                    <a:pt x="2731801" y="1971022"/>
                    <a:pt x="2731801" y="1685688"/>
                  </a:cubicBezTo>
                  <a:cubicBezTo>
                    <a:pt x="2731801" y="1400355"/>
                    <a:pt x="2636894" y="954917"/>
                    <a:pt x="2185062" y="453364"/>
                  </a:cubicBezTo>
                  <a:cubicBezTo>
                    <a:pt x="1993042" y="240314"/>
                    <a:pt x="1788724" y="79893"/>
                    <a:pt x="1650620" y="0"/>
                  </a:cubicBezTo>
                  <a:close/>
                  <a:moveTo>
                    <a:pt x="1552876" y="0"/>
                  </a:moveTo>
                  <a:lnTo>
                    <a:pt x="1576524" y="0"/>
                  </a:lnTo>
                  <a:cubicBezTo>
                    <a:pt x="1672061" y="88453"/>
                    <a:pt x="1772959" y="196880"/>
                    <a:pt x="1868811" y="320525"/>
                  </a:cubicBezTo>
                  <a:cubicBezTo>
                    <a:pt x="2061463" y="569082"/>
                    <a:pt x="2384650" y="1076659"/>
                    <a:pt x="2384650" y="1688542"/>
                  </a:cubicBezTo>
                  <a:cubicBezTo>
                    <a:pt x="2384650" y="2300424"/>
                    <a:pt x="2061463" y="2808318"/>
                    <a:pt x="1868811" y="3056559"/>
                  </a:cubicBezTo>
                  <a:lnTo>
                    <a:pt x="1868496" y="3056242"/>
                  </a:lnTo>
                  <a:cubicBezTo>
                    <a:pt x="1754986" y="3202713"/>
                    <a:pt x="1633909" y="3328260"/>
                    <a:pt x="1523868" y="3424005"/>
                  </a:cubicBezTo>
                  <a:lnTo>
                    <a:pt x="1499274" y="3424005"/>
                  </a:lnTo>
                  <a:cubicBezTo>
                    <a:pt x="1609315" y="3331113"/>
                    <a:pt x="1733861" y="3204298"/>
                    <a:pt x="1856199" y="3046730"/>
                  </a:cubicBezTo>
                  <a:cubicBezTo>
                    <a:pt x="2047589" y="2800075"/>
                    <a:pt x="2368570" y="2295669"/>
                    <a:pt x="2368570" y="1688542"/>
                  </a:cubicBezTo>
                  <a:cubicBezTo>
                    <a:pt x="2368570" y="1081415"/>
                    <a:pt x="2047589" y="577008"/>
                    <a:pt x="1856199" y="330353"/>
                  </a:cubicBezTo>
                  <a:cubicBezTo>
                    <a:pt x="1753410" y="197831"/>
                    <a:pt x="1649044" y="87185"/>
                    <a:pt x="1552876" y="0"/>
                  </a:cubicBezTo>
                  <a:close/>
                </a:path>
              </a:pathLst>
            </a:custGeom>
            <a:solidFill>
              <a:srgbClr val="0D004D"/>
            </a:solidFill>
            <a:ln w="2045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grpSp>
      <p:grpSp>
        <p:nvGrpSpPr>
          <p:cNvPr id="72" name="Group 71" descr="Pearson logo, Graphic Waves accent image">
            <a:extLst>
              <a:ext uri="{FF2B5EF4-FFF2-40B4-BE49-F238E27FC236}">
                <a16:creationId xmlns:a16="http://schemas.microsoft.com/office/drawing/2014/main" id="{26F73939-7B28-5AB5-A84E-E923B3E0561C}"/>
              </a:ext>
            </a:extLst>
          </p:cNvPr>
          <p:cNvGrpSpPr/>
          <p:nvPr userDrawn="1"/>
        </p:nvGrpSpPr>
        <p:grpSpPr bwMode="gray">
          <a:xfrm>
            <a:off x="3216271" y="-2"/>
            <a:ext cx="2990089" cy="3429002"/>
            <a:chOff x="3216271" y="-2"/>
            <a:chExt cx="2990089" cy="3429002"/>
          </a:xfrm>
        </p:grpSpPr>
        <p:pic>
          <p:nvPicPr>
            <p:cNvPr id="73" name="Graphic Waves" descr="Graphic Waves accent image">
              <a:extLst>
                <a:ext uri="{FF2B5EF4-FFF2-40B4-BE49-F238E27FC236}">
                  <a16:creationId xmlns:a16="http://schemas.microsoft.com/office/drawing/2014/main" id="{8B3889FA-B81F-DA53-036A-0F8C91695850}"/>
                </a:ext>
                <a:ext uri="{C183D7F6-B498-43B3-948B-1728B52AA6E4}">
                  <adec:decorative xmlns:adec="http://schemas.microsoft.com/office/drawing/2017/decorative" val="0"/>
                </a:ext>
              </a:extLst>
            </p:cNvPr>
            <p:cNvPicPr/>
            <p:nvPr/>
          </p:nvPicPr>
          <p:blipFill>
            <a:blip r:embed="rId24" cstate="screen">
              <a:extLst>
                <a:ext uri="{28A0092B-C50C-407E-A947-70E740481C1C}">
                  <a14:useLocalDpi xmlns:a14="http://schemas.microsoft.com/office/drawing/2010/main"/>
                </a:ext>
              </a:extLst>
            </a:blip>
            <a:srcRect/>
            <a:stretch/>
          </p:blipFill>
          <p:spPr bwMode="gray">
            <a:xfrm rot="16200000">
              <a:off x="2996815" y="219454"/>
              <a:ext cx="3429002" cy="2990089"/>
            </a:xfrm>
            <a:prstGeom prst="rect">
              <a:avLst/>
            </a:prstGeom>
          </p:spPr>
        </p:pic>
        <p:pic>
          <p:nvPicPr>
            <p:cNvPr id="74" name="Pearson Logo" descr="Pearson Logo">
              <a:extLst>
                <a:ext uri="{FF2B5EF4-FFF2-40B4-BE49-F238E27FC236}">
                  <a16:creationId xmlns:a16="http://schemas.microsoft.com/office/drawing/2014/main" id="{61EE9138-C0BD-1933-F011-16F8029DABE6}"/>
                </a:ext>
                <a:ext uri="{C183D7F6-B498-43B3-948B-1728B52AA6E4}">
                  <adec:decorative xmlns:adec="http://schemas.microsoft.com/office/drawing/2017/decorative" val="0"/>
                </a:ext>
              </a:extLst>
            </p:cNvPr>
            <p:cNvPicPr/>
            <p:nvPr/>
          </p:nvPicPr>
          <p:blipFill>
            <a:blip r:embed="rId25">
              <a:extLst>
                <a:ext uri="{96DAC541-7B7A-43D3-8B79-37D633B846F1}">
                  <asvg:svgBlip xmlns:asvg="http://schemas.microsoft.com/office/drawing/2016/SVG/main" r:embed="rId26"/>
                </a:ext>
              </a:extLst>
            </a:blip>
            <a:stretch>
              <a:fillRect/>
            </a:stretch>
          </p:blipFill>
          <p:spPr bwMode="gray">
            <a:xfrm>
              <a:off x="3782677" y="1528770"/>
              <a:ext cx="1857278" cy="371456"/>
            </a:xfrm>
            <a:prstGeom prst="rect">
              <a:avLst/>
            </a:prstGeom>
          </p:spPr>
        </p:pic>
      </p:grpSp>
    </p:spTree>
    <p:extLst>
      <p:ext uri="{BB962C8B-B14F-4D97-AF65-F5344CB8AC3E}">
        <p14:creationId xmlns:p14="http://schemas.microsoft.com/office/powerpoint/2010/main" val="19956531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User Guide: PowerPoint Template Overview">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9" name="Section">
            <a:extLst>
              <a:ext uri="{FF2B5EF4-FFF2-40B4-BE49-F238E27FC236}">
                <a16:creationId xmlns:a16="http://schemas.microsoft.com/office/drawing/2014/main" id="{BFCB3A81-1EE5-0199-ACC2-9BC7391F76DA}"/>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33609"/>
            <a:ext cx="2529586"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PowerPoint</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Template Overview</a:t>
            </a:r>
          </a:p>
        </p:txBody>
      </p:sp>
      <p:grpSp>
        <p:nvGrpSpPr>
          <p:cNvPr id="23" name="Group 22" descr="Slide Preview">
            <a:extLst>
              <a:ext uri="{FF2B5EF4-FFF2-40B4-BE49-F238E27FC236}">
                <a16:creationId xmlns:a16="http://schemas.microsoft.com/office/drawing/2014/main" id="{795660F2-A973-1C54-CBC9-B909B929814D}"/>
              </a:ext>
            </a:extLst>
          </p:cNvPr>
          <p:cNvGrpSpPr/>
          <p:nvPr userDrawn="1"/>
        </p:nvGrpSpPr>
        <p:grpSpPr>
          <a:xfrm>
            <a:off x="3629914" y="772631"/>
            <a:ext cx="8181226" cy="5312738"/>
            <a:chOff x="4160429" y="548640"/>
            <a:chExt cx="4747673" cy="3083052"/>
          </a:xfrm>
        </p:grpSpPr>
        <p:pic>
          <p:nvPicPr>
            <p:cNvPr id="29" name="Picture 28">
              <a:extLst>
                <a:ext uri="{FF2B5EF4-FFF2-40B4-BE49-F238E27FC236}">
                  <a16:creationId xmlns:a16="http://schemas.microsoft.com/office/drawing/2014/main" id="{59EA7322-BBC6-C4CC-9D13-EF15BA4FF6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gray">
            <a:xfrm>
              <a:off x="4160429" y="552450"/>
              <a:ext cx="1105408" cy="621792"/>
            </a:xfrm>
            <a:prstGeom prst="rect">
              <a:avLst/>
            </a:prstGeom>
          </p:spPr>
        </p:pic>
        <p:pic>
          <p:nvPicPr>
            <p:cNvPr id="31" name="Picture 30">
              <a:extLst>
                <a:ext uri="{FF2B5EF4-FFF2-40B4-BE49-F238E27FC236}">
                  <a16:creationId xmlns:a16="http://schemas.microsoft.com/office/drawing/2014/main" id="{F5620CB6-639A-BBDC-3B3E-D93AB3B3438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gray">
            <a:xfrm>
              <a:off x="5365956" y="552450"/>
              <a:ext cx="1105408" cy="621792"/>
            </a:xfrm>
            <a:prstGeom prst="rect">
              <a:avLst/>
            </a:prstGeom>
          </p:spPr>
        </p:pic>
        <p:pic>
          <p:nvPicPr>
            <p:cNvPr id="41" name="Picture 40">
              <a:extLst>
                <a:ext uri="{FF2B5EF4-FFF2-40B4-BE49-F238E27FC236}">
                  <a16:creationId xmlns:a16="http://schemas.microsoft.com/office/drawing/2014/main" id="{E89A5837-04CB-099D-6F1C-A79BF60A445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bwMode="gray">
            <a:xfrm>
              <a:off x="6571482" y="548640"/>
              <a:ext cx="1105408" cy="621792"/>
            </a:xfrm>
            <a:prstGeom prst="rect">
              <a:avLst/>
            </a:prstGeom>
          </p:spPr>
        </p:pic>
        <p:pic>
          <p:nvPicPr>
            <p:cNvPr id="46" name="Picture 45">
              <a:extLst>
                <a:ext uri="{FF2B5EF4-FFF2-40B4-BE49-F238E27FC236}">
                  <a16:creationId xmlns:a16="http://schemas.microsoft.com/office/drawing/2014/main" id="{7FAFDD96-C393-BC56-B04F-2942113F02C6}"/>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bwMode="gray">
            <a:xfrm>
              <a:off x="5365954" y="3009899"/>
              <a:ext cx="1105408" cy="621792"/>
            </a:xfrm>
            <a:prstGeom prst="rect">
              <a:avLst/>
            </a:prstGeom>
          </p:spPr>
        </p:pic>
        <p:pic>
          <p:nvPicPr>
            <p:cNvPr id="47" name="Picture 46">
              <a:extLst>
                <a:ext uri="{FF2B5EF4-FFF2-40B4-BE49-F238E27FC236}">
                  <a16:creationId xmlns:a16="http://schemas.microsoft.com/office/drawing/2014/main" id="{BB17D0E1-06C7-25F0-6C8D-24A2ACD15702}"/>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bwMode="gray">
            <a:xfrm>
              <a:off x="6571482" y="1371600"/>
              <a:ext cx="1105408" cy="621792"/>
            </a:xfrm>
            <a:prstGeom prst="rect">
              <a:avLst/>
            </a:prstGeom>
          </p:spPr>
        </p:pic>
        <p:pic>
          <p:nvPicPr>
            <p:cNvPr id="48" name="Picture 47">
              <a:extLst>
                <a:ext uri="{FF2B5EF4-FFF2-40B4-BE49-F238E27FC236}">
                  <a16:creationId xmlns:a16="http://schemas.microsoft.com/office/drawing/2014/main" id="{3D2E0097-C257-B820-226A-29921D001B69}"/>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bwMode="gray">
            <a:xfrm>
              <a:off x="7777008" y="1371600"/>
              <a:ext cx="1105408" cy="621792"/>
            </a:xfrm>
            <a:prstGeom prst="rect">
              <a:avLst/>
            </a:prstGeom>
          </p:spPr>
        </p:pic>
        <p:pic>
          <p:nvPicPr>
            <p:cNvPr id="50" name="Picture 49">
              <a:extLst>
                <a:ext uri="{FF2B5EF4-FFF2-40B4-BE49-F238E27FC236}">
                  <a16:creationId xmlns:a16="http://schemas.microsoft.com/office/drawing/2014/main" id="{E76B5754-5231-6A1C-C527-F834C94802BB}"/>
                </a:ext>
              </a:extLst>
            </p:cNvPr>
            <p:cNvPicPr>
              <a:picLocks noChangeAspect="1"/>
            </p:cNvPicPr>
            <p:nvPr userDrawn="1"/>
          </p:nvPicPr>
          <p:blipFill>
            <a:blip r:embed="rId8" cstate="screen">
              <a:extLst>
                <a:ext uri="{28A0092B-C50C-407E-A947-70E740481C1C}">
                  <a14:useLocalDpi xmlns:a14="http://schemas.microsoft.com/office/drawing/2010/main"/>
                </a:ext>
              </a:extLst>
            </a:blip>
            <a:srcRect/>
            <a:stretch/>
          </p:blipFill>
          <p:spPr bwMode="gray">
            <a:xfrm>
              <a:off x="5365956" y="1371600"/>
              <a:ext cx="1105408" cy="621792"/>
            </a:xfrm>
            <a:prstGeom prst="rect">
              <a:avLst/>
            </a:prstGeom>
          </p:spPr>
        </p:pic>
        <p:pic>
          <p:nvPicPr>
            <p:cNvPr id="66" name="Picture 65">
              <a:extLst>
                <a:ext uri="{FF2B5EF4-FFF2-40B4-BE49-F238E27FC236}">
                  <a16:creationId xmlns:a16="http://schemas.microsoft.com/office/drawing/2014/main" id="{DD7CE829-C8EC-6192-1F31-08A2D200BC52}"/>
                </a:ext>
              </a:extLst>
            </p:cNvPr>
            <p:cNvPicPr>
              <a:picLocks noChangeAspect="1"/>
            </p:cNvPicPr>
            <p:nvPr userDrawn="1"/>
          </p:nvPicPr>
          <p:blipFill>
            <a:blip r:embed="rId9" cstate="screen">
              <a:extLst>
                <a:ext uri="{28A0092B-C50C-407E-A947-70E740481C1C}">
                  <a14:useLocalDpi xmlns:a14="http://schemas.microsoft.com/office/drawing/2010/main"/>
                </a:ext>
              </a:extLst>
            </a:blip>
            <a:stretch>
              <a:fillRect/>
            </a:stretch>
          </p:blipFill>
          <p:spPr bwMode="gray">
            <a:xfrm>
              <a:off x="7802694" y="2190750"/>
              <a:ext cx="1105408" cy="621792"/>
            </a:xfrm>
            <a:prstGeom prst="rect">
              <a:avLst/>
            </a:prstGeom>
          </p:spPr>
        </p:pic>
        <p:pic>
          <p:nvPicPr>
            <p:cNvPr id="76" name="Picture 75">
              <a:extLst>
                <a:ext uri="{FF2B5EF4-FFF2-40B4-BE49-F238E27FC236}">
                  <a16:creationId xmlns:a16="http://schemas.microsoft.com/office/drawing/2014/main" id="{4EC736C4-87C8-E3A5-4649-272ABBBC4533}"/>
                </a:ext>
              </a:extLst>
            </p:cNvPr>
            <p:cNvPicPr>
              <a:picLocks noChangeAspect="1"/>
            </p:cNvPicPr>
            <p:nvPr userDrawn="1"/>
          </p:nvPicPr>
          <p:blipFill>
            <a:blip r:embed="rId10" cstate="screen">
              <a:extLst>
                <a:ext uri="{28A0092B-C50C-407E-A947-70E740481C1C}">
                  <a14:useLocalDpi xmlns:a14="http://schemas.microsoft.com/office/drawing/2010/main"/>
                </a:ext>
              </a:extLst>
            </a:blip>
            <a:stretch>
              <a:fillRect/>
            </a:stretch>
          </p:blipFill>
          <p:spPr bwMode="gray">
            <a:xfrm>
              <a:off x="7777008" y="3009899"/>
              <a:ext cx="1105408" cy="621792"/>
            </a:xfrm>
            <a:prstGeom prst="rect">
              <a:avLst/>
            </a:prstGeom>
            <a:ln w="3175">
              <a:solidFill>
                <a:srgbClr val="C1BFFF"/>
              </a:solidFill>
            </a:ln>
          </p:spPr>
        </p:pic>
        <p:pic>
          <p:nvPicPr>
            <p:cNvPr id="79" name="Picture 78">
              <a:extLst>
                <a:ext uri="{FF2B5EF4-FFF2-40B4-BE49-F238E27FC236}">
                  <a16:creationId xmlns:a16="http://schemas.microsoft.com/office/drawing/2014/main" id="{2139647E-7084-C988-BBAA-315FF0DF1F55}"/>
                </a:ext>
              </a:extLst>
            </p:cNvPr>
            <p:cNvPicPr>
              <a:picLocks noChangeAspect="1"/>
            </p:cNvPicPr>
            <p:nvPr userDrawn="1"/>
          </p:nvPicPr>
          <p:blipFill>
            <a:blip r:embed="rId11" cstate="screen">
              <a:extLst>
                <a:ext uri="{28A0092B-C50C-407E-A947-70E740481C1C}">
                  <a14:useLocalDpi xmlns:a14="http://schemas.microsoft.com/office/drawing/2010/main"/>
                </a:ext>
              </a:extLst>
            </a:blip>
            <a:stretch>
              <a:fillRect/>
            </a:stretch>
          </p:blipFill>
          <p:spPr bwMode="gray">
            <a:xfrm>
              <a:off x="6569400" y="2190750"/>
              <a:ext cx="1105408" cy="621792"/>
            </a:xfrm>
            <a:prstGeom prst="rect">
              <a:avLst/>
            </a:prstGeom>
          </p:spPr>
        </p:pic>
        <p:pic>
          <p:nvPicPr>
            <p:cNvPr id="81" name="Picture 80">
              <a:extLst>
                <a:ext uri="{FF2B5EF4-FFF2-40B4-BE49-F238E27FC236}">
                  <a16:creationId xmlns:a16="http://schemas.microsoft.com/office/drawing/2014/main" id="{5BD7527B-CE87-869D-30A3-817A82440DB1}"/>
                </a:ext>
              </a:extLst>
            </p:cNvPr>
            <p:cNvPicPr>
              <a:picLocks noChangeAspect="1"/>
            </p:cNvPicPr>
            <p:nvPr userDrawn="1"/>
          </p:nvPicPr>
          <p:blipFill>
            <a:blip r:embed="rId12" cstate="screen">
              <a:extLst>
                <a:ext uri="{28A0092B-C50C-407E-A947-70E740481C1C}">
                  <a14:useLocalDpi xmlns:a14="http://schemas.microsoft.com/office/drawing/2010/main"/>
                </a:ext>
              </a:extLst>
            </a:blip>
            <a:srcRect/>
            <a:stretch/>
          </p:blipFill>
          <p:spPr bwMode="gray">
            <a:xfrm>
              <a:off x="4160429" y="2190750"/>
              <a:ext cx="1105408" cy="621792"/>
            </a:xfrm>
            <a:prstGeom prst="rect">
              <a:avLst/>
            </a:prstGeom>
          </p:spPr>
        </p:pic>
        <p:pic>
          <p:nvPicPr>
            <p:cNvPr id="83" name="Picture 82">
              <a:extLst>
                <a:ext uri="{FF2B5EF4-FFF2-40B4-BE49-F238E27FC236}">
                  <a16:creationId xmlns:a16="http://schemas.microsoft.com/office/drawing/2014/main" id="{8984C9CC-368A-4029-D1BC-939E46F40CC6}"/>
                </a:ext>
              </a:extLst>
            </p:cNvPr>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bwMode="gray">
            <a:xfrm>
              <a:off x="6569400" y="3009899"/>
              <a:ext cx="1105408" cy="621792"/>
            </a:xfrm>
            <a:prstGeom prst="rect">
              <a:avLst/>
            </a:prstGeom>
          </p:spPr>
        </p:pic>
        <p:pic>
          <p:nvPicPr>
            <p:cNvPr id="88" name="Picture 87">
              <a:extLst>
                <a:ext uri="{FF2B5EF4-FFF2-40B4-BE49-F238E27FC236}">
                  <a16:creationId xmlns:a16="http://schemas.microsoft.com/office/drawing/2014/main" id="{250E2C0C-640E-1EC9-8254-B45ED181423C}"/>
                </a:ext>
              </a:extLst>
            </p:cNvPr>
            <p:cNvPicPr>
              <a:picLocks noChangeAspect="1"/>
            </p:cNvPicPr>
            <p:nvPr userDrawn="1"/>
          </p:nvPicPr>
          <p:blipFill>
            <a:blip r:embed="rId14" cstate="screen">
              <a:extLst>
                <a:ext uri="{28A0092B-C50C-407E-A947-70E740481C1C}">
                  <a14:useLocalDpi xmlns:a14="http://schemas.microsoft.com/office/drawing/2010/main"/>
                </a:ext>
              </a:extLst>
            </a:blip>
            <a:stretch>
              <a:fillRect/>
            </a:stretch>
          </p:blipFill>
          <p:spPr bwMode="gray">
            <a:xfrm>
              <a:off x="5365955" y="2190750"/>
              <a:ext cx="1105408" cy="621792"/>
            </a:xfrm>
            <a:prstGeom prst="rect">
              <a:avLst/>
            </a:prstGeom>
            <a:ln w="3175">
              <a:solidFill>
                <a:srgbClr val="C1BFFF"/>
              </a:solidFill>
            </a:ln>
          </p:spPr>
        </p:pic>
        <p:pic>
          <p:nvPicPr>
            <p:cNvPr id="89" name="Picture 88">
              <a:extLst>
                <a:ext uri="{FF2B5EF4-FFF2-40B4-BE49-F238E27FC236}">
                  <a16:creationId xmlns:a16="http://schemas.microsoft.com/office/drawing/2014/main" id="{73D3599F-D3C7-F989-203A-EE043AB2EF91}"/>
                </a:ext>
              </a:extLst>
            </p:cNvPr>
            <p:cNvPicPr>
              <a:picLocks noChangeAspect="1"/>
            </p:cNvPicPr>
            <p:nvPr userDrawn="1"/>
          </p:nvPicPr>
          <p:blipFill>
            <a:blip r:embed="rId15" cstate="screen">
              <a:extLst>
                <a:ext uri="{28A0092B-C50C-407E-A947-70E740481C1C}">
                  <a14:useLocalDpi xmlns:a14="http://schemas.microsoft.com/office/drawing/2010/main"/>
                </a:ext>
              </a:extLst>
            </a:blip>
            <a:stretch>
              <a:fillRect/>
            </a:stretch>
          </p:blipFill>
          <p:spPr>
            <a:xfrm>
              <a:off x="4160429" y="3009900"/>
              <a:ext cx="1105408" cy="621792"/>
            </a:xfrm>
            <a:prstGeom prst="rect">
              <a:avLst/>
            </a:prstGeom>
          </p:spPr>
        </p:pic>
        <p:pic>
          <p:nvPicPr>
            <p:cNvPr id="90" name="Picture 89">
              <a:extLst>
                <a:ext uri="{FF2B5EF4-FFF2-40B4-BE49-F238E27FC236}">
                  <a16:creationId xmlns:a16="http://schemas.microsoft.com/office/drawing/2014/main" id="{E495B4B1-8B6E-44F0-8837-BA0D467DEC9B}"/>
                </a:ext>
              </a:extLst>
            </p:cNvPr>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a:off x="7777008" y="548640"/>
              <a:ext cx="1105408" cy="621792"/>
            </a:xfrm>
            <a:prstGeom prst="rect">
              <a:avLst/>
            </a:prstGeom>
          </p:spPr>
        </p:pic>
        <p:pic>
          <p:nvPicPr>
            <p:cNvPr id="91" name="Picture 90">
              <a:extLst>
                <a:ext uri="{FF2B5EF4-FFF2-40B4-BE49-F238E27FC236}">
                  <a16:creationId xmlns:a16="http://schemas.microsoft.com/office/drawing/2014/main" id="{A694B096-DFD3-ACC0-EF48-D34C836372BD}"/>
                </a:ext>
              </a:extLst>
            </p:cNvPr>
            <p:cNvPicPr>
              <a:picLocks noChangeAspect="1"/>
            </p:cNvPicPr>
            <p:nvPr userDrawn="1"/>
          </p:nvPicPr>
          <p:blipFill>
            <a:blip r:embed="rId17" cstate="screen">
              <a:extLst>
                <a:ext uri="{28A0092B-C50C-407E-A947-70E740481C1C}">
                  <a14:useLocalDpi xmlns:a14="http://schemas.microsoft.com/office/drawing/2010/main"/>
                </a:ext>
              </a:extLst>
            </a:blip>
            <a:stretch>
              <a:fillRect/>
            </a:stretch>
          </p:blipFill>
          <p:spPr>
            <a:xfrm>
              <a:off x="4160429" y="1371600"/>
              <a:ext cx="1105408" cy="621792"/>
            </a:xfrm>
            <a:prstGeom prst="rect">
              <a:avLst/>
            </a:prstGeom>
          </p:spPr>
        </p:pic>
      </p:grpSp>
      <p:sp>
        <p:nvSpPr>
          <p:cNvPr id="2" name="Text Placeholder 1">
            <a:extLst>
              <a:ext uri="{FF2B5EF4-FFF2-40B4-BE49-F238E27FC236}">
                <a16:creationId xmlns:a16="http://schemas.microsoft.com/office/drawing/2014/main" id="{2AE14173-EE69-CB64-E6B1-1C7C7E3622B5}"/>
              </a:ext>
            </a:extLst>
          </p:cNvPr>
          <p:cNvSpPr txBox="1">
            <a:spLocks/>
          </p:cNvSpPr>
          <p:nvPr userDrawn="1"/>
        </p:nvSpPr>
        <p:spPr bwMode="gray">
          <a:xfrm>
            <a:off x="567880" y="1397187"/>
            <a:ext cx="2432772" cy="368083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sz="1100" b="1" kern="1200" dirty="0">
                <a:solidFill>
                  <a:schemeClr val="tx2"/>
                </a:solidFill>
                <a:effectLst/>
                <a:latin typeface="+mj-lt"/>
                <a:ea typeface="+mn-ea"/>
                <a:cs typeface="+mn-cs"/>
              </a:rPr>
              <a:t>This template is designed to help you create effective video course slides. With various layouts available, you can tailor your content to fit your topic. </a:t>
            </a:r>
            <a:endParaRPr lang="en-US" sz="1100" kern="1200" dirty="0">
              <a:solidFill>
                <a:schemeClr val="tx2"/>
              </a:solidFill>
              <a:effectLst/>
              <a:latin typeface="+mj-lt"/>
              <a:ea typeface="+mn-ea"/>
              <a:cs typeface="+mn-cs"/>
            </a:endParaRPr>
          </a:p>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sz="1100" kern="1200" dirty="0">
                <a:solidFill>
                  <a:schemeClr val="tx2"/>
                </a:solidFill>
                <a:effectLst/>
                <a:latin typeface="+mj-lt"/>
                <a:ea typeface="+mn-ea"/>
                <a:cs typeface="+mn-cs"/>
              </a:rPr>
              <a:t>Be sure to craft clear, concise language and break down complex information into smaller segments. Highlight key points with bullet points and avoid overcrowding slides with text. Enhance your content with visuals like images, graphs, and charts to make your points memorable. Practice presenting your content confidently to enrich the learning experience. </a:t>
            </a:r>
          </a:p>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sz="1100" kern="1200" dirty="0">
                <a:solidFill>
                  <a:schemeClr val="tx2"/>
                </a:solidFill>
                <a:effectLst/>
                <a:latin typeface="+mj-lt"/>
                <a:ea typeface="+mn-ea"/>
                <a:cs typeface="+mn-cs"/>
              </a:rPr>
              <a:t>Refer to the </a:t>
            </a:r>
            <a:r>
              <a:rPr lang="en-US" sz="1100" b="1" kern="1200" dirty="0">
                <a:solidFill>
                  <a:schemeClr val="tx2"/>
                </a:solidFill>
                <a:effectLst/>
                <a:latin typeface="+mj-lt"/>
                <a:ea typeface="+mn-ea"/>
                <a:cs typeface="+mn-cs"/>
              </a:rPr>
              <a:t>User Guide </a:t>
            </a:r>
            <a:r>
              <a:rPr lang="en-US" sz="1100" b="0" kern="1200" dirty="0">
                <a:solidFill>
                  <a:schemeClr val="tx2"/>
                </a:solidFill>
                <a:effectLst/>
                <a:latin typeface="+mj-lt"/>
                <a:ea typeface="+mn-ea"/>
                <a:cs typeface="+mn-cs"/>
              </a:rPr>
              <a:t>in</a:t>
            </a:r>
            <a:r>
              <a:rPr lang="en-US" sz="1100" b="1" kern="1200" dirty="0">
                <a:solidFill>
                  <a:schemeClr val="tx2"/>
                </a:solidFill>
                <a:effectLst/>
                <a:latin typeface="+mj-lt"/>
                <a:ea typeface="+mn-ea"/>
                <a:cs typeface="+mn-cs"/>
              </a:rPr>
              <a:t> Slides 37-44 </a:t>
            </a:r>
            <a:r>
              <a:rPr lang="en-US" sz="1100" kern="1200" dirty="0">
                <a:solidFill>
                  <a:schemeClr val="tx2"/>
                </a:solidFill>
                <a:effectLst/>
                <a:latin typeface="+mj-lt"/>
                <a:ea typeface="+mn-ea"/>
                <a:cs typeface="+mn-cs"/>
              </a:rPr>
              <a:t>for more details on design, color, and icons you can use to create visually appealing slides with ease.</a:t>
            </a:r>
          </a:p>
        </p:txBody>
      </p:sp>
      <p:pic>
        <p:nvPicPr>
          <p:cNvPr id="5" name="Pearson Logo" descr="Pearson Logo">
            <a:extLst>
              <a:ext uri="{FF2B5EF4-FFF2-40B4-BE49-F238E27FC236}">
                <a16:creationId xmlns:a16="http://schemas.microsoft.com/office/drawing/2014/main" id="{88E577D6-E363-6115-B906-8B3928DF670F}"/>
              </a:ext>
            </a:extLst>
          </p:cNvPr>
          <p:cNvPicPr/>
          <p:nvPr userDrawn="1"/>
        </p:nvPicPr>
        <p:blipFill>
          <a:blip r:embed="rId18">
            <a:extLst>
              <a:ext uri="{96DAC541-7B7A-43D3-8B79-37D633B846F1}">
                <asvg:svgBlip xmlns:asvg="http://schemas.microsoft.com/office/drawing/2016/SVG/main" r:embed="rId19"/>
              </a:ext>
            </a:extLst>
          </a:blip>
          <a:stretch>
            <a:fillRect/>
          </a:stretch>
        </p:blipFill>
        <p:spPr>
          <a:xfrm>
            <a:off x="420229" y="6430897"/>
            <a:ext cx="1115612" cy="223122"/>
          </a:xfrm>
          <a:prstGeom prst="rect">
            <a:avLst/>
          </a:prstGeom>
        </p:spPr>
      </p:pic>
      <p:sp>
        <p:nvSpPr>
          <p:cNvPr id="7" name="Rounded Rectangle text">
            <a:extLst>
              <a:ext uri="{FF2B5EF4-FFF2-40B4-BE49-F238E27FC236}">
                <a16:creationId xmlns:a16="http://schemas.microsoft.com/office/drawing/2014/main" id="{6053DDE2-1275-56C7-2993-E2282A376E60}"/>
              </a:ext>
            </a:extLst>
          </p:cNvPr>
          <p:cNvSpPr>
            <a:spLocks/>
          </p:cNvSpPr>
          <p:nvPr userDrawn="1"/>
        </p:nvSpPr>
        <p:spPr>
          <a:xfrm>
            <a:off x="488782" y="4941880"/>
            <a:ext cx="2500945" cy="128503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endParaRPr lang="en-US" sz="1100" b="1" kern="1200" dirty="0">
              <a:solidFill>
                <a:srgbClr val="512EAB"/>
              </a:solidFill>
              <a:effectLst/>
              <a:latin typeface="+mj-lt"/>
              <a:ea typeface="+mn-ea"/>
              <a:cs typeface="+mn-cs"/>
            </a:endParaRPr>
          </a:p>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sz="1100" b="1" i="1" kern="1200" dirty="0">
                <a:solidFill>
                  <a:srgbClr val="12A2F3"/>
                </a:solidFill>
                <a:effectLst/>
                <a:latin typeface="+mj-lt"/>
                <a:ea typeface="+mn-ea"/>
                <a:cs typeface="+mn-cs"/>
              </a:rPr>
              <a:t>NOTE: </a:t>
            </a:r>
            <a:r>
              <a:rPr lang="en-US" sz="1100" i="1" kern="1200" dirty="0">
                <a:solidFill>
                  <a:srgbClr val="12A2F3"/>
                </a:solidFill>
                <a:effectLst/>
                <a:latin typeface="+mj-lt"/>
                <a:ea typeface="+mn-ea"/>
                <a:cs typeface="+mn-cs"/>
              </a:rPr>
              <a:t>If your video course is Microsoft Press branded, use </a:t>
            </a:r>
            <a:r>
              <a:rPr lang="en-US" sz="1100" b="1" i="1" kern="1200" dirty="0">
                <a:solidFill>
                  <a:srgbClr val="12A2F3"/>
                </a:solidFill>
                <a:effectLst/>
                <a:latin typeface="+mj-lt"/>
                <a:ea typeface="+mn-ea"/>
                <a:cs typeface="+mn-cs"/>
              </a:rPr>
              <a:t>Slides 45-50</a:t>
            </a:r>
            <a:r>
              <a:rPr lang="en-US" sz="1100" i="1" kern="1200" dirty="0">
                <a:solidFill>
                  <a:srgbClr val="12A2F3"/>
                </a:solidFill>
                <a:effectLst/>
                <a:latin typeface="+mj-lt"/>
                <a:ea typeface="+mn-ea"/>
                <a:cs typeface="+mn-cs"/>
              </a:rPr>
              <a:t> at the end of the deck when building your presentation. </a:t>
            </a:r>
          </a:p>
        </p:txBody>
      </p:sp>
      <p:pic>
        <p:nvPicPr>
          <p:cNvPr id="4" name="Picture 3" descr="A black background with grey text&#10;&#10;AI-generated content may be incorrect.">
            <a:extLst>
              <a:ext uri="{FF2B5EF4-FFF2-40B4-BE49-F238E27FC236}">
                <a16:creationId xmlns:a16="http://schemas.microsoft.com/office/drawing/2014/main" id="{F553760A-0F52-FAE5-08FC-E8906991AA2C}"/>
              </a:ext>
            </a:extLst>
          </p:cNvPr>
          <p:cNvPicPr>
            <a:picLocks noChangeAspect="1"/>
          </p:cNvPicPr>
          <p:nvPr userDrawn="1"/>
        </p:nvPicPr>
        <p:blipFill>
          <a:blip r:embed="rId20"/>
          <a:stretch>
            <a:fillRect/>
          </a:stretch>
        </p:blipFill>
        <p:spPr>
          <a:xfrm>
            <a:off x="650567" y="4915381"/>
            <a:ext cx="858640" cy="482985"/>
          </a:xfrm>
          <a:prstGeom prst="rect">
            <a:avLst/>
          </a:prstGeom>
        </p:spPr>
      </p:pic>
    </p:spTree>
    <p:extLst>
      <p:ext uri="{BB962C8B-B14F-4D97-AF65-F5344CB8AC3E}">
        <p14:creationId xmlns:p14="http://schemas.microsoft.com/office/powerpoint/2010/main" val="376486818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User Guide: Color Palette">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 name="Section">
            <a:extLst>
              <a:ext uri="{FF2B5EF4-FFF2-40B4-BE49-F238E27FC236}">
                <a16:creationId xmlns:a16="http://schemas.microsoft.com/office/drawing/2014/main" id="{267FD5A7-2F40-29A2-DD34-E71622772FED}"/>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Color Palette</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3" y="1091953"/>
            <a:ext cx="2432733" cy="5495278"/>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200" b="1" noProof="0" dirty="0">
                <a:latin typeface="+mj-lt"/>
                <a:cs typeface="Segoe UI" panose="020B0502040204020203" pitchFamily="34" charset="0"/>
              </a:rPr>
              <a:t>Pearson Purple is the cornerstone of our brand identity. This lead color is the foundation for all design and branding touchpoints, supported by the primary purples.</a:t>
            </a:r>
          </a:p>
          <a:p>
            <a:endParaRPr lang="en-US" sz="1200" b="1" noProof="0" dirty="0">
              <a:latin typeface="+mj-lt"/>
              <a:cs typeface="Segoe UI" panose="020B0502040204020203" pitchFamily="34" charset="0"/>
            </a:endParaRPr>
          </a:p>
          <a:p>
            <a:r>
              <a:rPr lang="en-US" sz="1200" b="1" noProof="0" dirty="0">
                <a:latin typeface="+mj-lt"/>
                <a:cs typeface="Segoe UI" panose="020B0502040204020203" pitchFamily="34" charset="0"/>
              </a:rPr>
              <a:t>Primary colors: </a:t>
            </a:r>
            <a:r>
              <a:rPr lang="en-US" sz="1200" noProof="0" dirty="0">
                <a:latin typeface="+mj-lt"/>
                <a:cs typeface="Segoe UI" panose="020B0502040204020203" pitchFamily="34" charset="0"/>
              </a:rPr>
              <a:t>The key supporting colors, reinforcing Pearson Purple as the backbone of this brand system. Use these in backgrounds, gradients, and as primary colors within graphic elements.</a:t>
            </a:r>
          </a:p>
          <a:p>
            <a:r>
              <a:rPr lang="en-US" sz="1200" b="1" noProof="0" dirty="0">
                <a:latin typeface="+mj-lt"/>
                <a:cs typeface="Segoe UI" panose="020B0502040204020203" pitchFamily="34" charset="0"/>
              </a:rPr>
              <a:t>Secondary color: </a:t>
            </a:r>
            <a:r>
              <a:rPr lang="en-US" sz="1200" noProof="0" dirty="0">
                <a:latin typeface="+mj-lt"/>
                <a:cs typeface="Segoe UI" panose="020B0502040204020203" pitchFamily="34" charset="0"/>
              </a:rPr>
              <a:t>Use Amethyst to complement the primary palette and to emphasize shifts in content or highlight key messaging. </a:t>
            </a:r>
          </a:p>
          <a:p>
            <a:r>
              <a:rPr lang="en-US" sz="1200" b="1" noProof="0" dirty="0">
                <a:latin typeface="+mj-lt"/>
                <a:cs typeface="Segoe UI" panose="020B0502040204020203" pitchFamily="34" charset="0"/>
              </a:rPr>
              <a:t>Accent colors: </a:t>
            </a:r>
            <a:r>
              <a:rPr lang="en-US" sz="1200" noProof="0" dirty="0">
                <a:latin typeface="+mj-lt"/>
                <a:cs typeface="Segoe UI" panose="020B0502040204020203" pitchFamily="34" charset="0"/>
              </a:rPr>
              <a:t>Whenever possible, use the full-strength version of each accent color. When differentiation is needed, tints of these colors can be applied thoughtfully to maintain visual clarity and consistency.</a:t>
            </a:r>
          </a:p>
          <a:p>
            <a:endParaRPr lang="en-US" sz="1200" noProof="0" dirty="0">
              <a:latin typeface="+mj-lt"/>
              <a:cs typeface="Segoe UI" panose="020B0502040204020203" pitchFamily="34" charset="0"/>
            </a:endParaRPr>
          </a:p>
        </p:txBody>
      </p:sp>
      <p:grpSp>
        <p:nvGrpSpPr>
          <p:cNvPr id="20" name="Group 19">
            <a:extLst>
              <a:ext uri="{FF2B5EF4-FFF2-40B4-BE49-F238E27FC236}">
                <a16:creationId xmlns:a16="http://schemas.microsoft.com/office/drawing/2014/main" id="{D1107CD9-65E0-13D9-46AB-8F5EBBCC8A4D}"/>
              </a:ext>
              <a:ext uri="{C183D7F6-B498-43B3-948B-1728B52AA6E4}">
                <adec:decorative xmlns:adec="http://schemas.microsoft.com/office/drawing/2017/decorative" val="1"/>
              </a:ext>
            </a:extLst>
          </p:cNvPr>
          <p:cNvGrpSpPr/>
          <p:nvPr userDrawn="1"/>
        </p:nvGrpSpPr>
        <p:grpSpPr bwMode="gray">
          <a:xfrm>
            <a:off x="4294187" y="1185478"/>
            <a:ext cx="1730376" cy="4833245"/>
            <a:chOff x="4294187" y="1368396"/>
            <a:chExt cx="1730376" cy="4273416"/>
          </a:xfrm>
        </p:grpSpPr>
        <p:sp>
          <p:nvSpPr>
            <p:cNvPr id="21" name="Rectangle 20">
              <a:extLst>
                <a:ext uri="{FF2B5EF4-FFF2-40B4-BE49-F238E27FC236}">
                  <a16:creationId xmlns:a16="http://schemas.microsoft.com/office/drawing/2014/main" id="{6E986EC7-2AD2-DB77-AF26-C6EE859722EC}"/>
                </a:ext>
              </a:extLst>
            </p:cNvPr>
            <p:cNvSpPr/>
            <p:nvPr/>
          </p:nvSpPr>
          <p:spPr bwMode="gray">
            <a:xfrm>
              <a:off x="4294188" y="1368396"/>
              <a:ext cx="1730374" cy="2177551"/>
            </a:xfrm>
            <a:prstGeom prst="rect">
              <a:avLst/>
            </a:prstGeom>
            <a:solidFill>
              <a:srgbClr val="0D00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2" name="Rectangle 21">
              <a:extLst>
                <a:ext uri="{FF2B5EF4-FFF2-40B4-BE49-F238E27FC236}">
                  <a16:creationId xmlns:a16="http://schemas.microsoft.com/office/drawing/2014/main" id="{0A324378-83D1-D5EF-0BBE-1EE2FF67E0F3}"/>
                </a:ext>
              </a:extLst>
            </p:cNvPr>
            <p:cNvSpPr/>
            <p:nvPr/>
          </p:nvSpPr>
          <p:spPr bwMode="gray">
            <a:xfrm>
              <a:off x="4294187" y="3545947"/>
              <a:ext cx="930483" cy="1110902"/>
            </a:xfrm>
            <a:prstGeom prst="rect">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pSp>
          <p:nvGrpSpPr>
            <p:cNvPr id="23" name="Group 22">
              <a:extLst>
                <a:ext uri="{FF2B5EF4-FFF2-40B4-BE49-F238E27FC236}">
                  <a16:creationId xmlns:a16="http://schemas.microsoft.com/office/drawing/2014/main" id="{727E7931-7069-B7D5-BFF3-4D9B6A8D692E}"/>
                </a:ext>
              </a:extLst>
            </p:cNvPr>
            <p:cNvGrpSpPr/>
            <p:nvPr/>
          </p:nvGrpSpPr>
          <p:grpSpPr bwMode="gray">
            <a:xfrm>
              <a:off x="4294187" y="5083857"/>
              <a:ext cx="1730374" cy="557955"/>
              <a:chOff x="548639" y="5537577"/>
              <a:chExt cx="2667635" cy="640052"/>
            </a:xfrm>
          </p:grpSpPr>
          <p:sp>
            <p:nvSpPr>
              <p:cNvPr id="31" name="Rectangle 30">
                <a:extLst>
                  <a:ext uri="{FF2B5EF4-FFF2-40B4-BE49-F238E27FC236}">
                    <a16:creationId xmlns:a16="http://schemas.microsoft.com/office/drawing/2014/main" id="{037ECA06-D18B-8942-7506-9CB037696E8D}"/>
                  </a:ext>
                </a:extLst>
              </p:cNvPr>
              <p:cNvSpPr/>
              <p:nvPr/>
            </p:nvSpPr>
            <p:spPr bwMode="gray">
              <a:xfrm>
                <a:off x="548639" y="5537577"/>
                <a:ext cx="2667635" cy="213217"/>
              </a:xfrm>
              <a:prstGeom prst="rect">
                <a:avLst/>
              </a:prstGeom>
              <a:solidFill>
                <a:srgbClr val="DF41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32" name="Rectangle 31">
                <a:extLst>
                  <a:ext uri="{FF2B5EF4-FFF2-40B4-BE49-F238E27FC236}">
                    <a16:creationId xmlns:a16="http://schemas.microsoft.com/office/drawing/2014/main" id="{77973ED2-1002-5E34-F5B7-F2852DD59D30}"/>
                  </a:ext>
                </a:extLst>
              </p:cNvPr>
              <p:cNvSpPr/>
              <p:nvPr/>
            </p:nvSpPr>
            <p:spPr bwMode="gray">
              <a:xfrm>
                <a:off x="548639" y="5752812"/>
                <a:ext cx="2667635" cy="213218"/>
              </a:xfrm>
              <a:prstGeom prst="rect">
                <a:avLst/>
              </a:prstGeom>
              <a:solidFill>
                <a:srgbClr val="FFC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33" name="Rectangle 32">
                <a:extLst>
                  <a:ext uri="{FF2B5EF4-FFF2-40B4-BE49-F238E27FC236}">
                    <a16:creationId xmlns:a16="http://schemas.microsoft.com/office/drawing/2014/main" id="{25103BCF-85AC-430B-A63D-42C6A6AB8E7A}"/>
                  </a:ext>
                </a:extLst>
              </p:cNvPr>
              <p:cNvSpPr/>
              <p:nvPr/>
            </p:nvSpPr>
            <p:spPr bwMode="gray">
              <a:xfrm>
                <a:off x="548639" y="5964411"/>
                <a:ext cx="2667635" cy="213218"/>
              </a:xfrm>
              <a:prstGeom prst="rect">
                <a:avLst/>
              </a:prstGeom>
              <a:solidFill>
                <a:srgbClr val="56E2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pSp>
        <p:sp>
          <p:nvSpPr>
            <p:cNvPr id="24" name="Rectangle 23">
              <a:extLst>
                <a:ext uri="{FF2B5EF4-FFF2-40B4-BE49-F238E27FC236}">
                  <a16:creationId xmlns:a16="http://schemas.microsoft.com/office/drawing/2014/main" id="{0006FF7A-B2F1-65D5-E5F7-D46AB47010AF}"/>
                </a:ext>
              </a:extLst>
            </p:cNvPr>
            <p:cNvSpPr/>
            <p:nvPr/>
          </p:nvSpPr>
          <p:spPr bwMode="gray">
            <a:xfrm>
              <a:off x="5623493" y="1368396"/>
              <a:ext cx="401070" cy="2177551"/>
            </a:xfrm>
            <a:prstGeom prst="rect">
              <a:avLst/>
            </a:prstGeom>
            <a:solidFill>
              <a:srgbClr val="0D00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5" name="Rectangle 24">
              <a:extLst>
                <a:ext uri="{FF2B5EF4-FFF2-40B4-BE49-F238E27FC236}">
                  <a16:creationId xmlns:a16="http://schemas.microsoft.com/office/drawing/2014/main" id="{7A7CA108-34F3-55BF-57C4-C08DFB86A5B3}"/>
                </a:ext>
              </a:extLst>
            </p:cNvPr>
            <p:cNvSpPr/>
            <p:nvPr/>
          </p:nvSpPr>
          <p:spPr bwMode="gray">
            <a:xfrm>
              <a:off x="5224670" y="3545947"/>
              <a:ext cx="799893" cy="1110902"/>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pSp>
          <p:nvGrpSpPr>
            <p:cNvPr id="26" name="Group 25">
              <a:extLst>
                <a:ext uri="{FF2B5EF4-FFF2-40B4-BE49-F238E27FC236}">
                  <a16:creationId xmlns:a16="http://schemas.microsoft.com/office/drawing/2014/main" id="{F56274A5-8035-D7CC-D422-F52877731AA3}"/>
                </a:ext>
              </a:extLst>
            </p:cNvPr>
            <p:cNvGrpSpPr/>
            <p:nvPr/>
          </p:nvGrpSpPr>
          <p:grpSpPr bwMode="gray">
            <a:xfrm>
              <a:off x="5623493" y="5083857"/>
              <a:ext cx="401070" cy="557954"/>
              <a:chOff x="548639" y="5537577"/>
              <a:chExt cx="2667635" cy="640052"/>
            </a:xfrm>
          </p:grpSpPr>
          <p:sp>
            <p:nvSpPr>
              <p:cNvPr id="28" name="Rectangle 27">
                <a:extLst>
                  <a:ext uri="{FF2B5EF4-FFF2-40B4-BE49-F238E27FC236}">
                    <a16:creationId xmlns:a16="http://schemas.microsoft.com/office/drawing/2014/main" id="{8ACB260B-5130-A7C0-D074-374147DE992E}"/>
                  </a:ext>
                </a:extLst>
              </p:cNvPr>
              <p:cNvSpPr/>
              <p:nvPr/>
            </p:nvSpPr>
            <p:spPr bwMode="gray">
              <a:xfrm>
                <a:off x="548639" y="5537577"/>
                <a:ext cx="2667635" cy="213218"/>
              </a:xfrm>
              <a:prstGeom prst="rect">
                <a:avLst/>
              </a:prstGeom>
              <a:solidFill>
                <a:srgbClr val="EFA0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9" name="Rectangle 28">
                <a:extLst>
                  <a:ext uri="{FF2B5EF4-FFF2-40B4-BE49-F238E27FC236}">
                    <a16:creationId xmlns:a16="http://schemas.microsoft.com/office/drawing/2014/main" id="{D90D97F1-4994-E763-7575-9C7294D22915}"/>
                  </a:ext>
                </a:extLst>
              </p:cNvPr>
              <p:cNvSpPr/>
              <p:nvPr/>
            </p:nvSpPr>
            <p:spPr bwMode="gray">
              <a:xfrm>
                <a:off x="548639" y="5752813"/>
                <a:ext cx="2667635" cy="213218"/>
              </a:xfrm>
              <a:prstGeom prst="rect">
                <a:avLst/>
              </a:prstGeom>
              <a:solidFill>
                <a:srgbClr val="FFE6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30" name="Rectangle 29">
                <a:extLst>
                  <a:ext uri="{FF2B5EF4-FFF2-40B4-BE49-F238E27FC236}">
                    <a16:creationId xmlns:a16="http://schemas.microsoft.com/office/drawing/2014/main" id="{24DC421A-46CF-147D-E315-C11ED06596C6}"/>
                  </a:ext>
                </a:extLst>
              </p:cNvPr>
              <p:cNvSpPr/>
              <p:nvPr/>
            </p:nvSpPr>
            <p:spPr bwMode="gray">
              <a:xfrm>
                <a:off x="548639" y="5964411"/>
                <a:ext cx="2667635" cy="213218"/>
              </a:xfrm>
              <a:prstGeom prst="rect">
                <a:avLst/>
              </a:prstGeom>
              <a:solidFill>
                <a:srgbClr val="B3F2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pSp>
        <p:sp>
          <p:nvSpPr>
            <p:cNvPr id="27" name="Rectangle 26">
              <a:extLst>
                <a:ext uri="{FF2B5EF4-FFF2-40B4-BE49-F238E27FC236}">
                  <a16:creationId xmlns:a16="http://schemas.microsoft.com/office/drawing/2014/main" id="{C5650621-A00F-C333-274D-C7A743B381FA}"/>
                </a:ext>
              </a:extLst>
            </p:cNvPr>
            <p:cNvSpPr/>
            <p:nvPr/>
          </p:nvSpPr>
          <p:spPr bwMode="gray">
            <a:xfrm>
              <a:off x="4294187" y="4648757"/>
              <a:ext cx="1730374" cy="442414"/>
            </a:xfrm>
            <a:prstGeom prst="rect">
              <a:avLst/>
            </a:prstGeom>
            <a:solidFill>
              <a:srgbClr val="512E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pSp>
      <p:sp>
        <p:nvSpPr>
          <p:cNvPr id="34" name="Subhead 1">
            <a:extLst>
              <a:ext uri="{FF2B5EF4-FFF2-40B4-BE49-F238E27FC236}">
                <a16:creationId xmlns:a16="http://schemas.microsoft.com/office/drawing/2014/main" id="{052232CE-5162-C5BC-3B5C-E6129E74FC2C}"/>
              </a:ext>
            </a:extLst>
          </p:cNvPr>
          <p:cNvSpPr txBox="1">
            <a:spLocks/>
          </p:cNvSpPr>
          <p:nvPr userDrawn="1"/>
        </p:nvSpPr>
        <p:spPr bwMode="gray">
          <a:xfrm>
            <a:off x="7094973" y="938169"/>
            <a:ext cx="800175" cy="247309"/>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mj-cs"/>
              </a:rPr>
              <a:t>Pearson Purple</a:t>
            </a:r>
          </a:p>
        </p:txBody>
      </p:sp>
      <p:cxnSp>
        <p:nvCxnSpPr>
          <p:cNvPr id="35" name="Straight Connector 34">
            <a:extLst>
              <a:ext uri="{FF2B5EF4-FFF2-40B4-BE49-F238E27FC236}">
                <a16:creationId xmlns:a16="http://schemas.microsoft.com/office/drawing/2014/main" id="{A876E7CF-68A5-1193-2438-A9FFF99E4169}"/>
              </a:ext>
              <a:ext uri="{C183D7F6-B498-43B3-948B-1728B52AA6E4}">
                <adec:decorative xmlns:adec="http://schemas.microsoft.com/office/drawing/2017/decorative" val="1"/>
              </a:ext>
            </a:extLst>
          </p:cNvPr>
          <p:cNvCxnSpPr>
            <a:cxnSpLocks/>
          </p:cNvCxnSpPr>
          <p:nvPr userDrawn="1"/>
        </p:nvCxnSpPr>
        <p:spPr bwMode="gray">
          <a:xfrm>
            <a:off x="7094972" y="1185478"/>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36" name="Swatch 1">
            <a:extLst>
              <a:ext uri="{FF2B5EF4-FFF2-40B4-BE49-F238E27FC236}">
                <a16:creationId xmlns:a16="http://schemas.microsoft.com/office/drawing/2014/main" id="{1CE9060D-0348-F49D-2593-609CB6832DD0}"/>
              </a:ext>
              <a:ext uri="{C183D7F6-B498-43B3-948B-1728B52AA6E4}">
                <adec:decorative xmlns:adec="http://schemas.microsoft.com/office/drawing/2017/decorative" val="1"/>
              </a:ext>
            </a:extLst>
          </p:cNvPr>
          <p:cNvSpPr/>
          <p:nvPr userDrawn="1"/>
        </p:nvSpPr>
        <p:spPr bwMode="gray">
          <a:xfrm>
            <a:off x="7094972" y="1270515"/>
            <a:ext cx="800175" cy="244360"/>
          </a:xfrm>
          <a:prstGeom prst="rect">
            <a:avLst/>
          </a:prstGeom>
          <a:solidFill>
            <a:srgbClr val="0D00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mj-lt"/>
                <a:ea typeface="+mn-ea"/>
                <a:cs typeface="Segoe UI" panose="020B0502040204020203" pitchFamily="34" charset="0"/>
              </a:rPr>
              <a:t>Text</a:t>
            </a:r>
          </a:p>
        </p:txBody>
      </p:sp>
      <p:sp>
        <p:nvSpPr>
          <p:cNvPr id="37" name="Color 1">
            <a:extLst>
              <a:ext uri="{FF2B5EF4-FFF2-40B4-BE49-F238E27FC236}">
                <a16:creationId xmlns:a16="http://schemas.microsoft.com/office/drawing/2014/main" id="{4E5B2A94-D280-1CEA-36AD-3DC041FD9E6A}"/>
              </a:ext>
            </a:extLst>
          </p:cNvPr>
          <p:cNvSpPr txBox="1">
            <a:spLocks/>
          </p:cNvSpPr>
          <p:nvPr userDrawn="1"/>
        </p:nvSpPr>
        <p:spPr bwMode="gray">
          <a:xfrm>
            <a:off x="8029411" y="1270516"/>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dirty="0">
                <a:ln>
                  <a:noFill/>
                </a:ln>
                <a:solidFill>
                  <a:srgbClr val="0D004D"/>
                </a:solidFill>
                <a:effectLst/>
                <a:uLnTx/>
                <a:uFillTx/>
                <a:latin typeface="+mj-lt"/>
                <a:ea typeface="+mj-ea"/>
                <a:cs typeface="Segoe UI" panose="020B0502040204020203" pitchFamily="34" charset="0"/>
              </a:rPr>
              <a:t>Pearson Purple</a:t>
            </a:r>
          </a:p>
        </p:txBody>
      </p:sp>
      <p:sp>
        <p:nvSpPr>
          <p:cNvPr id="38" name="HEX 1">
            <a:extLst>
              <a:ext uri="{FF2B5EF4-FFF2-40B4-BE49-F238E27FC236}">
                <a16:creationId xmlns:a16="http://schemas.microsoft.com/office/drawing/2014/main" id="{0C326F51-2D19-C1F1-E825-5F7E224F9F3B}"/>
              </a:ext>
            </a:extLst>
          </p:cNvPr>
          <p:cNvSpPr txBox="1">
            <a:spLocks/>
          </p:cNvSpPr>
          <p:nvPr userDrawn="1"/>
        </p:nvSpPr>
        <p:spPr bwMode="gray">
          <a:xfrm>
            <a:off x="8971017" y="1270516"/>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#0D004D</a:t>
            </a:r>
          </a:p>
        </p:txBody>
      </p:sp>
      <p:sp>
        <p:nvSpPr>
          <p:cNvPr id="39" name="RGB 1">
            <a:extLst>
              <a:ext uri="{FF2B5EF4-FFF2-40B4-BE49-F238E27FC236}">
                <a16:creationId xmlns:a16="http://schemas.microsoft.com/office/drawing/2014/main" id="{629845AA-E2D2-0003-4C13-6046322A95E0}"/>
              </a:ext>
            </a:extLst>
          </p:cNvPr>
          <p:cNvSpPr txBox="1">
            <a:spLocks/>
          </p:cNvSpPr>
          <p:nvPr userDrawn="1"/>
        </p:nvSpPr>
        <p:spPr bwMode="gray">
          <a:xfrm>
            <a:off x="9765449" y="1270516"/>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R13 G0 B77</a:t>
            </a:r>
          </a:p>
        </p:txBody>
      </p:sp>
      <p:sp>
        <p:nvSpPr>
          <p:cNvPr id="40" name="Subhead 2">
            <a:extLst>
              <a:ext uri="{FF2B5EF4-FFF2-40B4-BE49-F238E27FC236}">
                <a16:creationId xmlns:a16="http://schemas.microsoft.com/office/drawing/2014/main" id="{D69037FD-5176-4397-664D-2A2294443715}"/>
              </a:ext>
            </a:extLst>
          </p:cNvPr>
          <p:cNvSpPr txBox="1">
            <a:spLocks/>
          </p:cNvSpPr>
          <p:nvPr userDrawn="1"/>
        </p:nvSpPr>
        <p:spPr bwMode="gray">
          <a:xfrm>
            <a:off x="7094973" y="1774883"/>
            <a:ext cx="800175" cy="247309"/>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mj-cs"/>
              </a:rPr>
              <a:t>Primary Colors</a:t>
            </a:r>
          </a:p>
        </p:txBody>
      </p:sp>
      <p:cxnSp>
        <p:nvCxnSpPr>
          <p:cNvPr id="41" name="Straight Connector 40">
            <a:extLst>
              <a:ext uri="{FF2B5EF4-FFF2-40B4-BE49-F238E27FC236}">
                <a16:creationId xmlns:a16="http://schemas.microsoft.com/office/drawing/2014/main" id="{18890CAB-CB18-F8DC-DA2B-77F8A906FF73}"/>
              </a:ext>
              <a:ext uri="{C183D7F6-B498-43B3-948B-1728B52AA6E4}">
                <adec:decorative xmlns:adec="http://schemas.microsoft.com/office/drawing/2017/decorative" val="1"/>
              </a:ext>
            </a:extLst>
          </p:cNvPr>
          <p:cNvCxnSpPr>
            <a:cxnSpLocks/>
          </p:cNvCxnSpPr>
          <p:nvPr userDrawn="1"/>
        </p:nvCxnSpPr>
        <p:spPr bwMode="gray">
          <a:xfrm>
            <a:off x="7094972" y="2022019"/>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42" name="Swatch 2">
            <a:extLst>
              <a:ext uri="{FF2B5EF4-FFF2-40B4-BE49-F238E27FC236}">
                <a16:creationId xmlns:a16="http://schemas.microsoft.com/office/drawing/2014/main" id="{B4CC379D-2B26-06C3-B433-AC2F54D6A098}"/>
              </a:ext>
              <a:ext uri="{C183D7F6-B498-43B3-948B-1728B52AA6E4}">
                <adec:decorative xmlns:adec="http://schemas.microsoft.com/office/drawing/2017/decorative" val="1"/>
              </a:ext>
            </a:extLst>
          </p:cNvPr>
          <p:cNvSpPr/>
          <p:nvPr userDrawn="1"/>
        </p:nvSpPr>
        <p:spPr bwMode="gray">
          <a:xfrm>
            <a:off x="7094972" y="2082882"/>
            <a:ext cx="800175" cy="244360"/>
          </a:xfrm>
          <a:prstGeom prst="rect">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Text</a:t>
            </a:r>
          </a:p>
        </p:txBody>
      </p:sp>
      <p:sp>
        <p:nvSpPr>
          <p:cNvPr id="43" name="Color 2">
            <a:extLst>
              <a:ext uri="{FF2B5EF4-FFF2-40B4-BE49-F238E27FC236}">
                <a16:creationId xmlns:a16="http://schemas.microsoft.com/office/drawing/2014/main" id="{ACEB3293-F257-0271-2A15-9E55FE2F8444}"/>
              </a:ext>
            </a:extLst>
          </p:cNvPr>
          <p:cNvSpPr txBox="1">
            <a:spLocks/>
          </p:cNvSpPr>
          <p:nvPr userDrawn="1"/>
        </p:nvSpPr>
        <p:spPr bwMode="gray">
          <a:xfrm>
            <a:off x="8029411" y="2082883"/>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Light Purple</a:t>
            </a:r>
          </a:p>
        </p:txBody>
      </p:sp>
      <p:sp>
        <p:nvSpPr>
          <p:cNvPr id="44" name="HEX 2">
            <a:extLst>
              <a:ext uri="{FF2B5EF4-FFF2-40B4-BE49-F238E27FC236}">
                <a16:creationId xmlns:a16="http://schemas.microsoft.com/office/drawing/2014/main" id="{73A8D1E7-C90F-3253-DDE2-ED90603FBD48}"/>
              </a:ext>
            </a:extLst>
          </p:cNvPr>
          <p:cNvSpPr txBox="1">
            <a:spLocks/>
          </p:cNvSpPr>
          <p:nvPr userDrawn="1"/>
        </p:nvSpPr>
        <p:spPr bwMode="gray">
          <a:xfrm>
            <a:off x="8971017" y="2082883"/>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#C1BFFF</a:t>
            </a:r>
          </a:p>
        </p:txBody>
      </p:sp>
      <p:sp>
        <p:nvSpPr>
          <p:cNvPr id="45" name="RGB 2">
            <a:extLst>
              <a:ext uri="{FF2B5EF4-FFF2-40B4-BE49-F238E27FC236}">
                <a16:creationId xmlns:a16="http://schemas.microsoft.com/office/drawing/2014/main" id="{57F1D5CE-12CB-EC70-9F7A-958836867956}"/>
              </a:ext>
            </a:extLst>
          </p:cNvPr>
          <p:cNvSpPr txBox="1">
            <a:spLocks/>
          </p:cNvSpPr>
          <p:nvPr userDrawn="1"/>
        </p:nvSpPr>
        <p:spPr bwMode="gray">
          <a:xfrm>
            <a:off x="9765449" y="2082883"/>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R193 G191 B255</a:t>
            </a:r>
          </a:p>
        </p:txBody>
      </p:sp>
      <p:cxnSp>
        <p:nvCxnSpPr>
          <p:cNvPr id="46" name="Straight Connector 45">
            <a:extLst>
              <a:ext uri="{FF2B5EF4-FFF2-40B4-BE49-F238E27FC236}">
                <a16:creationId xmlns:a16="http://schemas.microsoft.com/office/drawing/2014/main" id="{5B0E85AD-5A5F-1607-2BD4-344A8FD66C96}"/>
              </a:ext>
              <a:ext uri="{C183D7F6-B498-43B3-948B-1728B52AA6E4}">
                <adec:decorative xmlns:adec="http://schemas.microsoft.com/office/drawing/2017/decorative" val="1"/>
              </a:ext>
            </a:extLst>
          </p:cNvPr>
          <p:cNvCxnSpPr>
            <a:cxnSpLocks/>
          </p:cNvCxnSpPr>
          <p:nvPr userDrawn="1"/>
        </p:nvCxnSpPr>
        <p:spPr bwMode="gray">
          <a:xfrm>
            <a:off x="7094972" y="2390083"/>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47" name="Swatch 3">
            <a:extLst>
              <a:ext uri="{FF2B5EF4-FFF2-40B4-BE49-F238E27FC236}">
                <a16:creationId xmlns:a16="http://schemas.microsoft.com/office/drawing/2014/main" id="{FACD8218-F95B-1BD2-E107-E86FF79E5167}"/>
              </a:ext>
              <a:ext uri="{C183D7F6-B498-43B3-948B-1728B52AA6E4}">
                <adec:decorative xmlns:adec="http://schemas.microsoft.com/office/drawing/2017/decorative" val="1"/>
              </a:ext>
            </a:extLst>
          </p:cNvPr>
          <p:cNvSpPr/>
          <p:nvPr userDrawn="1"/>
        </p:nvSpPr>
        <p:spPr bwMode="gray">
          <a:xfrm>
            <a:off x="7094972" y="2453362"/>
            <a:ext cx="800175" cy="24436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D004D"/>
              </a:solidFill>
              <a:effectLst/>
              <a:uLnTx/>
              <a:uFillTx/>
              <a:latin typeface="+mj-lt"/>
              <a:ea typeface="+mn-ea"/>
              <a:cs typeface="+mn-cs"/>
            </a:endParaRPr>
          </a:p>
        </p:txBody>
      </p:sp>
      <p:sp>
        <p:nvSpPr>
          <p:cNvPr id="48" name="Color 3">
            <a:extLst>
              <a:ext uri="{FF2B5EF4-FFF2-40B4-BE49-F238E27FC236}">
                <a16:creationId xmlns:a16="http://schemas.microsoft.com/office/drawing/2014/main" id="{34D8ACCD-355F-B4F3-9DCC-9D2063A75624}"/>
              </a:ext>
            </a:extLst>
          </p:cNvPr>
          <p:cNvSpPr txBox="1">
            <a:spLocks/>
          </p:cNvSpPr>
          <p:nvPr userDrawn="1"/>
        </p:nvSpPr>
        <p:spPr bwMode="gray">
          <a:xfrm>
            <a:off x="8029411" y="2453363"/>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Mist Purple</a:t>
            </a:r>
          </a:p>
        </p:txBody>
      </p:sp>
      <p:sp>
        <p:nvSpPr>
          <p:cNvPr id="49" name="HEX 3">
            <a:extLst>
              <a:ext uri="{FF2B5EF4-FFF2-40B4-BE49-F238E27FC236}">
                <a16:creationId xmlns:a16="http://schemas.microsoft.com/office/drawing/2014/main" id="{38604BEF-9E86-68CE-5660-C6AD4EB471BB}"/>
              </a:ext>
            </a:extLst>
          </p:cNvPr>
          <p:cNvSpPr txBox="1">
            <a:spLocks/>
          </p:cNvSpPr>
          <p:nvPr userDrawn="1"/>
        </p:nvSpPr>
        <p:spPr bwMode="gray">
          <a:xfrm>
            <a:off x="8971017" y="2453363"/>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#EDECF6</a:t>
            </a:r>
          </a:p>
        </p:txBody>
      </p:sp>
      <p:sp>
        <p:nvSpPr>
          <p:cNvPr id="50" name="RGB 3">
            <a:extLst>
              <a:ext uri="{FF2B5EF4-FFF2-40B4-BE49-F238E27FC236}">
                <a16:creationId xmlns:a16="http://schemas.microsoft.com/office/drawing/2014/main" id="{0D9BE44A-C2D2-7CCF-0B49-2E8C1EBB1751}"/>
              </a:ext>
            </a:extLst>
          </p:cNvPr>
          <p:cNvSpPr txBox="1">
            <a:spLocks/>
          </p:cNvSpPr>
          <p:nvPr userDrawn="1"/>
        </p:nvSpPr>
        <p:spPr bwMode="gray">
          <a:xfrm>
            <a:off x="9765449" y="2453363"/>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R237 G236 B246</a:t>
            </a:r>
          </a:p>
        </p:txBody>
      </p:sp>
      <p:sp>
        <p:nvSpPr>
          <p:cNvPr id="51" name="Subhead 3">
            <a:extLst>
              <a:ext uri="{FF2B5EF4-FFF2-40B4-BE49-F238E27FC236}">
                <a16:creationId xmlns:a16="http://schemas.microsoft.com/office/drawing/2014/main" id="{FD988E66-8E42-9FBF-A57A-BE979756051D}"/>
              </a:ext>
            </a:extLst>
          </p:cNvPr>
          <p:cNvSpPr txBox="1">
            <a:spLocks/>
          </p:cNvSpPr>
          <p:nvPr userDrawn="1"/>
        </p:nvSpPr>
        <p:spPr bwMode="gray">
          <a:xfrm>
            <a:off x="7094973" y="2931330"/>
            <a:ext cx="1115200" cy="247309"/>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Secondary Color</a:t>
            </a:r>
          </a:p>
        </p:txBody>
      </p:sp>
      <p:cxnSp>
        <p:nvCxnSpPr>
          <p:cNvPr id="52" name="Straight Connector 51">
            <a:extLst>
              <a:ext uri="{FF2B5EF4-FFF2-40B4-BE49-F238E27FC236}">
                <a16:creationId xmlns:a16="http://schemas.microsoft.com/office/drawing/2014/main" id="{776F1FEA-33F7-7BB2-7EE0-A8C1A473891F}"/>
              </a:ext>
              <a:ext uri="{C183D7F6-B498-43B3-948B-1728B52AA6E4}">
                <adec:decorative xmlns:adec="http://schemas.microsoft.com/office/drawing/2017/decorative" val="1"/>
              </a:ext>
            </a:extLst>
          </p:cNvPr>
          <p:cNvCxnSpPr>
            <a:cxnSpLocks/>
          </p:cNvCxnSpPr>
          <p:nvPr userDrawn="1"/>
        </p:nvCxnSpPr>
        <p:spPr bwMode="gray">
          <a:xfrm>
            <a:off x="7094972" y="3179215"/>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53" name="Swatch 4">
            <a:extLst>
              <a:ext uri="{FF2B5EF4-FFF2-40B4-BE49-F238E27FC236}">
                <a16:creationId xmlns:a16="http://schemas.microsoft.com/office/drawing/2014/main" id="{2A7595F5-D95F-C513-5A14-0B713B2A3BE1}"/>
              </a:ext>
              <a:ext uri="{C183D7F6-B498-43B3-948B-1728B52AA6E4}">
                <adec:decorative xmlns:adec="http://schemas.microsoft.com/office/drawing/2017/decorative" val="1"/>
              </a:ext>
            </a:extLst>
          </p:cNvPr>
          <p:cNvSpPr/>
          <p:nvPr userDrawn="1"/>
        </p:nvSpPr>
        <p:spPr bwMode="gray">
          <a:xfrm>
            <a:off x="7094972" y="3243212"/>
            <a:ext cx="800175" cy="244360"/>
          </a:xfrm>
          <a:prstGeom prst="rect">
            <a:avLst/>
          </a:prstGeom>
          <a:solidFill>
            <a:srgbClr val="512E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Text</a:t>
            </a:r>
          </a:p>
        </p:txBody>
      </p:sp>
      <p:sp>
        <p:nvSpPr>
          <p:cNvPr id="54" name="Color 4">
            <a:extLst>
              <a:ext uri="{FF2B5EF4-FFF2-40B4-BE49-F238E27FC236}">
                <a16:creationId xmlns:a16="http://schemas.microsoft.com/office/drawing/2014/main" id="{6DDE742A-49BE-D347-177C-8E62614B8298}"/>
              </a:ext>
            </a:extLst>
          </p:cNvPr>
          <p:cNvSpPr txBox="1">
            <a:spLocks/>
          </p:cNvSpPr>
          <p:nvPr userDrawn="1"/>
        </p:nvSpPr>
        <p:spPr bwMode="gray">
          <a:xfrm>
            <a:off x="8029411" y="3243213"/>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Amethyst</a:t>
            </a:r>
          </a:p>
        </p:txBody>
      </p:sp>
      <p:sp>
        <p:nvSpPr>
          <p:cNvPr id="87" name="HEX 4">
            <a:extLst>
              <a:ext uri="{FF2B5EF4-FFF2-40B4-BE49-F238E27FC236}">
                <a16:creationId xmlns:a16="http://schemas.microsoft.com/office/drawing/2014/main" id="{F542E182-5F51-1965-B10D-509006FFC9C8}"/>
              </a:ext>
            </a:extLst>
          </p:cNvPr>
          <p:cNvSpPr txBox="1">
            <a:spLocks/>
          </p:cNvSpPr>
          <p:nvPr userDrawn="1"/>
        </p:nvSpPr>
        <p:spPr bwMode="gray">
          <a:xfrm>
            <a:off x="8971017" y="3243213"/>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#512EAB</a:t>
            </a:r>
          </a:p>
        </p:txBody>
      </p:sp>
      <p:sp>
        <p:nvSpPr>
          <p:cNvPr id="88" name="RGB 4">
            <a:extLst>
              <a:ext uri="{FF2B5EF4-FFF2-40B4-BE49-F238E27FC236}">
                <a16:creationId xmlns:a16="http://schemas.microsoft.com/office/drawing/2014/main" id="{3F6DED43-FE9A-C5E4-DB90-7CC689EDEEA0}"/>
              </a:ext>
            </a:extLst>
          </p:cNvPr>
          <p:cNvSpPr txBox="1">
            <a:spLocks/>
          </p:cNvSpPr>
          <p:nvPr userDrawn="1"/>
        </p:nvSpPr>
        <p:spPr bwMode="gray">
          <a:xfrm>
            <a:off x="9765449" y="3243213"/>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R81 G46 B171</a:t>
            </a:r>
          </a:p>
        </p:txBody>
      </p:sp>
      <p:sp>
        <p:nvSpPr>
          <p:cNvPr id="89" name="Subhead 4">
            <a:extLst>
              <a:ext uri="{FF2B5EF4-FFF2-40B4-BE49-F238E27FC236}">
                <a16:creationId xmlns:a16="http://schemas.microsoft.com/office/drawing/2014/main" id="{5AC652B5-AA78-9A4A-E79F-91EAB159650A}"/>
              </a:ext>
            </a:extLst>
          </p:cNvPr>
          <p:cNvSpPr txBox="1">
            <a:spLocks/>
          </p:cNvSpPr>
          <p:nvPr userDrawn="1"/>
        </p:nvSpPr>
        <p:spPr bwMode="gray">
          <a:xfrm>
            <a:off x="7094973" y="3630577"/>
            <a:ext cx="800175" cy="247309"/>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Accent Colors</a:t>
            </a:r>
          </a:p>
        </p:txBody>
      </p:sp>
      <p:cxnSp>
        <p:nvCxnSpPr>
          <p:cNvPr id="90" name="Straight Connector 89">
            <a:extLst>
              <a:ext uri="{FF2B5EF4-FFF2-40B4-BE49-F238E27FC236}">
                <a16:creationId xmlns:a16="http://schemas.microsoft.com/office/drawing/2014/main" id="{788D7C84-EBBC-CB3B-6524-487DBC32AB08}"/>
              </a:ext>
              <a:ext uri="{C183D7F6-B498-43B3-948B-1728B52AA6E4}">
                <adec:decorative xmlns:adec="http://schemas.microsoft.com/office/drawing/2017/decorative" val="1"/>
              </a:ext>
            </a:extLst>
          </p:cNvPr>
          <p:cNvCxnSpPr>
            <a:cxnSpLocks/>
          </p:cNvCxnSpPr>
          <p:nvPr userDrawn="1"/>
        </p:nvCxnSpPr>
        <p:spPr bwMode="gray">
          <a:xfrm>
            <a:off x="7094972" y="3873368"/>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91" name="Swatch 5">
            <a:extLst>
              <a:ext uri="{FF2B5EF4-FFF2-40B4-BE49-F238E27FC236}">
                <a16:creationId xmlns:a16="http://schemas.microsoft.com/office/drawing/2014/main" id="{BEF4A4E1-1162-A7E7-88E3-433E97DC2935}"/>
              </a:ext>
              <a:ext uri="{C183D7F6-B498-43B3-948B-1728B52AA6E4}">
                <adec:decorative xmlns:adec="http://schemas.microsoft.com/office/drawing/2017/decorative" val="1"/>
              </a:ext>
            </a:extLst>
          </p:cNvPr>
          <p:cNvSpPr/>
          <p:nvPr userDrawn="1"/>
        </p:nvSpPr>
        <p:spPr bwMode="gray">
          <a:xfrm>
            <a:off x="7094972" y="3949014"/>
            <a:ext cx="800175" cy="244360"/>
          </a:xfrm>
          <a:prstGeom prst="rect">
            <a:avLst/>
          </a:prstGeom>
          <a:solidFill>
            <a:srgbClr val="DF41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j-lt"/>
              <a:ea typeface="+mn-ea"/>
              <a:cs typeface="+mn-cs"/>
            </a:endParaRPr>
          </a:p>
        </p:txBody>
      </p:sp>
      <p:sp>
        <p:nvSpPr>
          <p:cNvPr id="92" name="Color 5">
            <a:extLst>
              <a:ext uri="{FF2B5EF4-FFF2-40B4-BE49-F238E27FC236}">
                <a16:creationId xmlns:a16="http://schemas.microsoft.com/office/drawing/2014/main" id="{54026D56-DAC2-8B2F-6587-ACF45F5EB602}"/>
              </a:ext>
            </a:extLst>
          </p:cNvPr>
          <p:cNvSpPr txBox="1">
            <a:spLocks/>
          </p:cNvSpPr>
          <p:nvPr userDrawn="1"/>
        </p:nvSpPr>
        <p:spPr bwMode="gray">
          <a:xfrm>
            <a:off x="8029411" y="3949015"/>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Fuchsia</a:t>
            </a:r>
          </a:p>
        </p:txBody>
      </p:sp>
      <p:sp>
        <p:nvSpPr>
          <p:cNvPr id="93" name="HEX 5">
            <a:extLst>
              <a:ext uri="{FF2B5EF4-FFF2-40B4-BE49-F238E27FC236}">
                <a16:creationId xmlns:a16="http://schemas.microsoft.com/office/drawing/2014/main" id="{EDA6BE34-41F3-7F94-7DE7-428BD2FCFD5E}"/>
              </a:ext>
            </a:extLst>
          </p:cNvPr>
          <p:cNvSpPr txBox="1">
            <a:spLocks/>
          </p:cNvSpPr>
          <p:nvPr userDrawn="1"/>
        </p:nvSpPr>
        <p:spPr bwMode="gray">
          <a:xfrm>
            <a:off x="8971017" y="3949015"/>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#DF41CF</a:t>
            </a:r>
          </a:p>
        </p:txBody>
      </p:sp>
      <p:sp>
        <p:nvSpPr>
          <p:cNvPr id="94" name="RGB 5">
            <a:extLst>
              <a:ext uri="{FF2B5EF4-FFF2-40B4-BE49-F238E27FC236}">
                <a16:creationId xmlns:a16="http://schemas.microsoft.com/office/drawing/2014/main" id="{10CD26E1-6DCF-69A1-DF8B-7CEC9809054D}"/>
              </a:ext>
            </a:extLst>
          </p:cNvPr>
          <p:cNvSpPr txBox="1">
            <a:spLocks/>
          </p:cNvSpPr>
          <p:nvPr userDrawn="1"/>
        </p:nvSpPr>
        <p:spPr bwMode="gray">
          <a:xfrm>
            <a:off x="9765449" y="3949015"/>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R223 G65 B207</a:t>
            </a:r>
          </a:p>
        </p:txBody>
      </p:sp>
      <p:cxnSp>
        <p:nvCxnSpPr>
          <p:cNvPr id="95" name="Straight Connector 94">
            <a:extLst>
              <a:ext uri="{FF2B5EF4-FFF2-40B4-BE49-F238E27FC236}">
                <a16:creationId xmlns:a16="http://schemas.microsoft.com/office/drawing/2014/main" id="{32C27058-4373-9F93-D21F-C50BC41AA53C}"/>
              </a:ext>
              <a:ext uri="{C183D7F6-B498-43B3-948B-1728B52AA6E4}">
                <adec:decorative xmlns:adec="http://schemas.microsoft.com/office/drawing/2017/decorative" val="1"/>
              </a:ext>
            </a:extLst>
          </p:cNvPr>
          <p:cNvCxnSpPr>
            <a:cxnSpLocks/>
          </p:cNvCxnSpPr>
          <p:nvPr userDrawn="1"/>
        </p:nvCxnSpPr>
        <p:spPr bwMode="gray">
          <a:xfrm>
            <a:off x="7094972" y="4241432"/>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96" name="Swatch 6">
            <a:extLst>
              <a:ext uri="{FF2B5EF4-FFF2-40B4-BE49-F238E27FC236}">
                <a16:creationId xmlns:a16="http://schemas.microsoft.com/office/drawing/2014/main" id="{7C86E24B-E2BE-76AA-03CE-9C5C01AE70CC}"/>
              </a:ext>
              <a:ext uri="{C183D7F6-B498-43B3-948B-1728B52AA6E4}">
                <adec:decorative xmlns:adec="http://schemas.microsoft.com/office/drawing/2017/decorative" val="1"/>
              </a:ext>
            </a:extLst>
          </p:cNvPr>
          <p:cNvSpPr/>
          <p:nvPr userDrawn="1"/>
        </p:nvSpPr>
        <p:spPr bwMode="gray">
          <a:xfrm>
            <a:off x="7094972" y="4315200"/>
            <a:ext cx="800175" cy="244360"/>
          </a:xfrm>
          <a:prstGeom prst="rect">
            <a:avLst/>
          </a:prstGeom>
          <a:solidFill>
            <a:srgbClr val="EFA0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j-lt"/>
              <a:ea typeface="+mn-ea"/>
              <a:cs typeface="+mn-cs"/>
            </a:endParaRPr>
          </a:p>
        </p:txBody>
      </p:sp>
      <p:sp>
        <p:nvSpPr>
          <p:cNvPr id="97" name="Color 6">
            <a:extLst>
              <a:ext uri="{FF2B5EF4-FFF2-40B4-BE49-F238E27FC236}">
                <a16:creationId xmlns:a16="http://schemas.microsoft.com/office/drawing/2014/main" id="{71DDD714-C6DA-67F6-FDBF-E1958DC9B9EF}"/>
              </a:ext>
            </a:extLst>
          </p:cNvPr>
          <p:cNvSpPr txBox="1">
            <a:spLocks/>
          </p:cNvSpPr>
          <p:nvPr userDrawn="1"/>
        </p:nvSpPr>
        <p:spPr bwMode="gray">
          <a:xfrm>
            <a:off x="8029411" y="4315201"/>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Fuchsia Tint</a:t>
            </a:r>
          </a:p>
        </p:txBody>
      </p:sp>
      <p:sp>
        <p:nvSpPr>
          <p:cNvPr id="98" name="HEX 6">
            <a:extLst>
              <a:ext uri="{FF2B5EF4-FFF2-40B4-BE49-F238E27FC236}">
                <a16:creationId xmlns:a16="http://schemas.microsoft.com/office/drawing/2014/main" id="{E499438C-EB29-960E-E878-6C9218A27FB3}"/>
              </a:ext>
            </a:extLst>
          </p:cNvPr>
          <p:cNvSpPr txBox="1">
            <a:spLocks/>
          </p:cNvSpPr>
          <p:nvPr userDrawn="1"/>
        </p:nvSpPr>
        <p:spPr bwMode="gray">
          <a:xfrm>
            <a:off x="8971017" y="4315201"/>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#EFA0E7</a:t>
            </a:r>
          </a:p>
        </p:txBody>
      </p:sp>
      <p:sp>
        <p:nvSpPr>
          <p:cNvPr id="99" name="RGB 6">
            <a:extLst>
              <a:ext uri="{FF2B5EF4-FFF2-40B4-BE49-F238E27FC236}">
                <a16:creationId xmlns:a16="http://schemas.microsoft.com/office/drawing/2014/main" id="{7D970AEE-B073-0324-E1E7-5449620DE0F7}"/>
              </a:ext>
            </a:extLst>
          </p:cNvPr>
          <p:cNvSpPr txBox="1">
            <a:spLocks/>
          </p:cNvSpPr>
          <p:nvPr userDrawn="1"/>
        </p:nvSpPr>
        <p:spPr bwMode="gray">
          <a:xfrm>
            <a:off x="9765449" y="4315201"/>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R239 G160 B231</a:t>
            </a:r>
          </a:p>
        </p:txBody>
      </p:sp>
      <p:cxnSp>
        <p:nvCxnSpPr>
          <p:cNvPr id="100" name="Straight Connector 99">
            <a:extLst>
              <a:ext uri="{FF2B5EF4-FFF2-40B4-BE49-F238E27FC236}">
                <a16:creationId xmlns:a16="http://schemas.microsoft.com/office/drawing/2014/main" id="{1A7028D4-40D0-AEAD-07EF-1A36B2DB43DB}"/>
              </a:ext>
              <a:ext uri="{C183D7F6-B498-43B3-948B-1728B52AA6E4}">
                <adec:decorative xmlns:adec="http://schemas.microsoft.com/office/drawing/2017/decorative" val="1"/>
              </a:ext>
            </a:extLst>
          </p:cNvPr>
          <p:cNvCxnSpPr>
            <a:cxnSpLocks/>
          </p:cNvCxnSpPr>
          <p:nvPr userDrawn="1"/>
        </p:nvCxnSpPr>
        <p:spPr bwMode="gray">
          <a:xfrm>
            <a:off x="7094972" y="4609496"/>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101" name="Swatch 7">
            <a:extLst>
              <a:ext uri="{FF2B5EF4-FFF2-40B4-BE49-F238E27FC236}">
                <a16:creationId xmlns:a16="http://schemas.microsoft.com/office/drawing/2014/main" id="{A79C73E4-4B4D-4C09-6F99-B9E7D0F57209}"/>
              </a:ext>
              <a:ext uri="{C183D7F6-B498-43B3-948B-1728B52AA6E4}">
                <adec:decorative xmlns:adec="http://schemas.microsoft.com/office/drawing/2017/decorative" val="1"/>
              </a:ext>
            </a:extLst>
          </p:cNvPr>
          <p:cNvSpPr/>
          <p:nvPr userDrawn="1"/>
        </p:nvSpPr>
        <p:spPr bwMode="gray">
          <a:xfrm>
            <a:off x="7094972" y="4681386"/>
            <a:ext cx="800175" cy="244360"/>
          </a:xfrm>
          <a:prstGeom prst="rect">
            <a:avLst/>
          </a:prstGeom>
          <a:solidFill>
            <a:srgbClr val="FFC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j-lt"/>
              <a:ea typeface="+mn-ea"/>
              <a:cs typeface="+mn-cs"/>
            </a:endParaRPr>
          </a:p>
        </p:txBody>
      </p:sp>
      <p:sp>
        <p:nvSpPr>
          <p:cNvPr id="102" name="Color 7">
            <a:extLst>
              <a:ext uri="{FF2B5EF4-FFF2-40B4-BE49-F238E27FC236}">
                <a16:creationId xmlns:a16="http://schemas.microsoft.com/office/drawing/2014/main" id="{4B1B38BB-DE58-A312-08F9-0A7A38180381}"/>
              </a:ext>
            </a:extLst>
          </p:cNvPr>
          <p:cNvSpPr txBox="1">
            <a:spLocks/>
          </p:cNvSpPr>
          <p:nvPr userDrawn="1"/>
        </p:nvSpPr>
        <p:spPr bwMode="gray">
          <a:xfrm>
            <a:off x="8029411" y="4681387"/>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Amber</a:t>
            </a:r>
          </a:p>
        </p:txBody>
      </p:sp>
      <p:sp>
        <p:nvSpPr>
          <p:cNvPr id="103" name="HEX 7">
            <a:extLst>
              <a:ext uri="{FF2B5EF4-FFF2-40B4-BE49-F238E27FC236}">
                <a16:creationId xmlns:a16="http://schemas.microsoft.com/office/drawing/2014/main" id="{84DE7ECA-C3C3-0836-0A59-6EB424A538A7}"/>
              </a:ext>
            </a:extLst>
          </p:cNvPr>
          <p:cNvSpPr txBox="1">
            <a:spLocks/>
          </p:cNvSpPr>
          <p:nvPr userDrawn="1"/>
        </p:nvSpPr>
        <p:spPr bwMode="gray">
          <a:xfrm>
            <a:off x="8971017" y="4681387"/>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#FFCE00</a:t>
            </a:r>
          </a:p>
        </p:txBody>
      </p:sp>
      <p:sp>
        <p:nvSpPr>
          <p:cNvPr id="104" name="RGB 7">
            <a:extLst>
              <a:ext uri="{FF2B5EF4-FFF2-40B4-BE49-F238E27FC236}">
                <a16:creationId xmlns:a16="http://schemas.microsoft.com/office/drawing/2014/main" id="{FE58B3E4-70FE-8BCE-E4CC-4FE4F914A0A1}"/>
              </a:ext>
            </a:extLst>
          </p:cNvPr>
          <p:cNvSpPr txBox="1">
            <a:spLocks/>
          </p:cNvSpPr>
          <p:nvPr userDrawn="1"/>
        </p:nvSpPr>
        <p:spPr bwMode="gray">
          <a:xfrm>
            <a:off x="9765449" y="4681387"/>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R255 G206 B0</a:t>
            </a:r>
          </a:p>
        </p:txBody>
      </p:sp>
      <p:cxnSp>
        <p:nvCxnSpPr>
          <p:cNvPr id="105" name="Straight Connector 104">
            <a:extLst>
              <a:ext uri="{FF2B5EF4-FFF2-40B4-BE49-F238E27FC236}">
                <a16:creationId xmlns:a16="http://schemas.microsoft.com/office/drawing/2014/main" id="{BE5741B2-B402-C50C-5F24-CB4A487C6803}"/>
              </a:ext>
              <a:ext uri="{C183D7F6-B498-43B3-948B-1728B52AA6E4}">
                <adec:decorative xmlns:adec="http://schemas.microsoft.com/office/drawing/2017/decorative" val="1"/>
              </a:ext>
            </a:extLst>
          </p:cNvPr>
          <p:cNvCxnSpPr>
            <a:cxnSpLocks/>
          </p:cNvCxnSpPr>
          <p:nvPr userDrawn="1"/>
        </p:nvCxnSpPr>
        <p:spPr bwMode="gray">
          <a:xfrm>
            <a:off x="7094972" y="4977560"/>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106" name="Swatch 8">
            <a:extLst>
              <a:ext uri="{FF2B5EF4-FFF2-40B4-BE49-F238E27FC236}">
                <a16:creationId xmlns:a16="http://schemas.microsoft.com/office/drawing/2014/main" id="{2D39DF79-C8B4-8F53-ECD3-90EB57EC50D0}"/>
              </a:ext>
              <a:ext uri="{C183D7F6-B498-43B3-948B-1728B52AA6E4}">
                <adec:decorative xmlns:adec="http://schemas.microsoft.com/office/drawing/2017/decorative" val="1"/>
              </a:ext>
            </a:extLst>
          </p:cNvPr>
          <p:cNvSpPr/>
          <p:nvPr userDrawn="1"/>
        </p:nvSpPr>
        <p:spPr bwMode="gray">
          <a:xfrm>
            <a:off x="7094972" y="5047573"/>
            <a:ext cx="800175" cy="244360"/>
          </a:xfrm>
          <a:prstGeom prst="rect">
            <a:avLst/>
          </a:prstGeom>
          <a:solidFill>
            <a:srgbClr val="FFE6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j-lt"/>
              <a:ea typeface="+mn-ea"/>
              <a:cs typeface="+mn-cs"/>
            </a:endParaRPr>
          </a:p>
        </p:txBody>
      </p:sp>
      <p:sp>
        <p:nvSpPr>
          <p:cNvPr id="107" name="Color 8">
            <a:extLst>
              <a:ext uri="{FF2B5EF4-FFF2-40B4-BE49-F238E27FC236}">
                <a16:creationId xmlns:a16="http://schemas.microsoft.com/office/drawing/2014/main" id="{E29B0DEF-F719-83C6-BF87-E57CC2A20C5B}"/>
              </a:ext>
            </a:extLst>
          </p:cNvPr>
          <p:cNvSpPr txBox="1">
            <a:spLocks/>
          </p:cNvSpPr>
          <p:nvPr userDrawn="1"/>
        </p:nvSpPr>
        <p:spPr bwMode="gray">
          <a:xfrm>
            <a:off x="8029411" y="5047573"/>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Amber Tint</a:t>
            </a:r>
          </a:p>
        </p:txBody>
      </p:sp>
      <p:sp>
        <p:nvSpPr>
          <p:cNvPr id="108" name="HEX 8">
            <a:extLst>
              <a:ext uri="{FF2B5EF4-FFF2-40B4-BE49-F238E27FC236}">
                <a16:creationId xmlns:a16="http://schemas.microsoft.com/office/drawing/2014/main" id="{0838F0BC-A19A-1D1E-71AF-51FDE07C631A}"/>
              </a:ext>
            </a:extLst>
          </p:cNvPr>
          <p:cNvSpPr txBox="1">
            <a:spLocks/>
          </p:cNvSpPr>
          <p:nvPr userDrawn="1"/>
        </p:nvSpPr>
        <p:spPr bwMode="gray">
          <a:xfrm>
            <a:off x="8971017" y="5047573"/>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#FFE67F</a:t>
            </a:r>
          </a:p>
        </p:txBody>
      </p:sp>
      <p:sp>
        <p:nvSpPr>
          <p:cNvPr id="109" name="RGB 8">
            <a:extLst>
              <a:ext uri="{FF2B5EF4-FFF2-40B4-BE49-F238E27FC236}">
                <a16:creationId xmlns:a16="http://schemas.microsoft.com/office/drawing/2014/main" id="{741FD6EF-0DCF-CFE0-0035-F871085B0F76}"/>
              </a:ext>
            </a:extLst>
          </p:cNvPr>
          <p:cNvSpPr txBox="1">
            <a:spLocks/>
          </p:cNvSpPr>
          <p:nvPr userDrawn="1"/>
        </p:nvSpPr>
        <p:spPr bwMode="gray">
          <a:xfrm>
            <a:off x="9765449" y="5047573"/>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R255 G230 B127</a:t>
            </a:r>
          </a:p>
        </p:txBody>
      </p:sp>
      <p:cxnSp>
        <p:nvCxnSpPr>
          <p:cNvPr id="110" name="Straight Connector 109">
            <a:extLst>
              <a:ext uri="{FF2B5EF4-FFF2-40B4-BE49-F238E27FC236}">
                <a16:creationId xmlns:a16="http://schemas.microsoft.com/office/drawing/2014/main" id="{C29F2BC4-A467-0D3B-79EB-C9AD91B93BBA}"/>
              </a:ext>
              <a:ext uri="{C183D7F6-B498-43B3-948B-1728B52AA6E4}">
                <adec:decorative xmlns:adec="http://schemas.microsoft.com/office/drawing/2017/decorative" val="1"/>
              </a:ext>
            </a:extLst>
          </p:cNvPr>
          <p:cNvCxnSpPr>
            <a:cxnSpLocks/>
          </p:cNvCxnSpPr>
          <p:nvPr userDrawn="1"/>
        </p:nvCxnSpPr>
        <p:spPr bwMode="gray">
          <a:xfrm>
            <a:off x="7094972" y="5345624"/>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111" name="Swatch 9">
            <a:extLst>
              <a:ext uri="{FF2B5EF4-FFF2-40B4-BE49-F238E27FC236}">
                <a16:creationId xmlns:a16="http://schemas.microsoft.com/office/drawing/2014/main" id="{C0E15434-6202-85AE-471F-C9ACDBF7DD05}"/>
              </a:ext>
              <a:ext uri="{C183D7F6-B498-43B3-948B-1728B52AA6E4}">
                <adec:decorative xmlns:adec="http://schemas.microsoft.com/office/drawing/2017/decorative" val="1"/>
              </a:ext>
            </a:extLst>
          </p:cNvPr>
          <p:cNvSpPr/>
          <p:nvPr userDrawn="1"/>
        </p:nvSpPr>
        <p:spPr bwMode="gray">
          <a:xfrm>
            <a:off x="7094972" y="5413759"/>
            <a:ext cx="800175" cy="244360"/>
          </a:xfrm>
          <a:prstGeom prst="rect">
            <a:avLst/>
          </a:prstGeom>
          <a:solidFill>
            <a:srgbClr val="56E2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j-lt"/>
              <a:ea typeface="+mn-ea"/>
              <a:cs typeface="+mn-cs"/>
            </a:endParaRPr>
          </a:p>
        </p:txBody>
      </p:sp>
      <p:sp>
        <p:nvSpPr>
          <p:cNvPr id="112" name="Color 9">
            <a:extLst>
              <a:ext uri="{FF2B5EF4-FFF2-40B4-BE49-F238E27FC236}">
                <a16:creationId xmlns:a16="http://schemas.microsoft.com/office/drawing/2014/main" id="{B8A6972A-2E7F-E477-088E-1D182990F567}"/>
              </a:ext>
            </a:extLst>
          </p:cNvPr>
          <p:cNvSpPr txBox="1">
            <a:spLocks/>
          </p:cNvSpPr>
          <p:nvPr userDrawn="1"/>
        </p:nvSpPr>
        <p:spPr bwMode="gray">
          <a:xfrm>
            <a:off x="8029411" y="5413759"/>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Turquoise</a:t>
            </a:r>
          </a:p>
        </p:txBody>
      </p:sp>
      <p:sp>
        <p:nvSpPr>
          <p:cNvPr id="113" name="HEX 9">
            <a:extLst>
              <a:ext uri="{FF2B5EF4-FFF2-40B4-BE49-F238E27FC236}">
                <a16:creationId xmlns:a16="http://schemas.microsoft.com/office/drawing/2014/main" id="{CD616D9B-B470-BAE8-C5B1-02ED39F926A3}"/>
              </a:ext>
            </a:extLst>
          </p:cNvPr>
          <p:cNvSpPr txBox="1">
            <a:spLocks/>
          </p:cNvSpPr>
          <p:nvPr userDrawn="1"/>
        </p:nvSpPr>
        <p:spPr bwMode="gray">
          <a:xfrm>
            <a:off x="8971017" y="5413759"/>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#56E2E1</a:t>
            </a:r>
          </a:p>
        </p:txBody>
      </p:sp>
      <p:sp>
        <p:nvSpPr>
          <p:cNvPr id="114" name="RGB 9">
            <a:extLst>
              <a:ext uri="{FF2B5EF4-FFF2-40B4-BE49-F238E27FC236}">
                <a16:creationId xmlns:a16="http://schemas.microsoft.com/office/drawing/2014/main" id="{8B0B3B02-BA99-AA2F-3F6A-2B0E0FDC0C61}"/>
              </a:ext>
            </a:extLst>
          </p:cNvPr>
          <p:cNvSpPr txBox="1">
            <a:spLocks/>
          </p:cNvSpPr>
          <p:nvPr userDrawn="1"/>
        </p:nvSpPr>
        <p:spPr bwMode="gray">
          <a:xfrm>
            <a:off x="9765449" y="5413759"/>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R86 G226 B225</a:t>
            </a:r>
          </a:p>
        </p:txBody>
      </p:sp>
      <p:cxnSp>
        <p:nvCxnSpPr>
          <p:cNvPr id="115" name="Straight Connector 114">
            <a:extLst>
              <a:ext uri="{FF2B5EF4-FFF2-40B4-BE49-F238E27FC236}">
                <a16:creationId xmlns:a16="http://schemas.microsoft.com/office/drawing/2014/main" id="{6BB486C0-4784-9AAE-CA5E-3C862F1ABA36}"/>
              </a:ext>
              <a:ext uri="{C183D7F6-B498-43B3-948B-1728B52AA6E4}">
                <adec:decorative xmlns:adec="http://schemas.microsoft.com/office/drawing/2017/decorative" val="1"/>
              </a:ext>
            </a:extLst>
          </p:cNvPr>
          <p:cNvCxnSpPr>
            <a:cxnSpLocks/>
          </p:cNvCxnSpPr>
          <p:nvPr userDrawn="1"/>
        </p:nvCxnSpPr>
        <p:spPr bwMode="gray">
          <a:xfrm>
            <a:off x="7094972" y="5713688"/>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116" name="Swatch 10">
            <a:extLst>
              <a:ext uri="{FF2B5EF4-FFF2-40B4-BE49-F238E27FC236}">
                <a16:creationId xmlns:a16="http://schemas.microsoft.com/office/drawing/2014/main" id="{4226C638-35FB-335A-2FA1-670701D45299}"/>
              </a:ext>
              <a:ext uri="{C183D7F6-B498-43B3-948B-1728B52AA6E4}">
                <adec:decorative xmlns:adec="http://schemas.microsoft.com/office/drawing/2017/decorative" val="1"/>
              </a:ext>
            </a:extLst>
          </p:cNvPr>
          <p:cNvSpPr/>
          <p:nvPr userDrawn="1"/>
        </p:nvSpPr>
        <p:spPr bwMode="gray">
          <a:xfrm>
            <a:off x="7094972" y="5779945"/>
            <a:ext cx="800175" cy="244360"/>
          </a:xfrm>
          <a:prstGeom prst="rect">
            <a:avLst/>
          </a:prstGeom>
          <a:solidFill>
            <a:srgbClr val="B3F2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j-lt"/>
              <a:ea typeface="+mn-ea"/>
              <a:cs typeface="+mn-cs"/>
            </a:endParaRPr>
          </a:p>
        </p:txBody>
      </p:sp>
      <p:sp>
        <p:nvSpPr>
          <p:cNvPr id="117" name="Color 10">
            <a:extLst>
              <a:ext uri="{FF2B5EF4-FFF2-40B4-BE49-F238E27FC236}">
                <a16:creationId xmlns:a16="http://schemas.microsoft.com/office/drawing/2014/main" id="{8421B9AB-37F9-BFE4-3696-BC62178F54E5}"/>
              </a:ext>
            </a:extLst>
          </p:cNvPr>
          <p:cNvSpPr txBox="1">
            <a:spLocks/>
          </p:cNvSpPr>
          <p:nvPr userDrawn="1"/>
        </p:nvSpPr>
        <p:spPr bwMode="gray">
          <a:xfrm>
            <a:off x="8029411" y="5779946"/>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Turquoise Tint</a:t>
            </a:r>
          </a:p>
        </p:txBody>
      </p:sp>
      <p:sp>
        <p:nvSpPr>
          <p:cNvPr id="118" name="HEX 10">
            <a:extLst>
              <a:ext uri="{FF2B5EF4-FFF2-40B4-BE49-F238E27FC236}">
                <a16:creationId xmlns:a16="http://schemas.microsoft.com/office/drawing/2014/main" id="{A326827D-F4ED-7CE5-6E66-45C9D2A03C56}"/>
              </a:ext>
            </a:extLst>
          </p:cNvPr>
          <p:cNvSpPr txBox="1">
            <a:spLocks/>
          </p:cNvSpPr>
          <p:nvPr userDrawn="1"/>
        </p:nvSpPr>
        <p:spPr bwMode="gray">
          <a:xfrm>
            <a:off x="8971017" y="5779945"/>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#B3F2F1</a:t>
            </a:r>
          </a:p>
        </p:txBody>
      </p:sp>
      <p:sp>
        <p:nvSpPr>
          <p:cNvPr id="119" name="RGB 10">
            <a:extLst>
              <a:ext uri="{FF2B5EF4-FFF2-40B4-BE49-F238E27FC236}">
                <a16:creationId xmlns:a16="http://schemas.microsoft.com/office/drawing/2014/main" id="{F9DEF901-1610-995A-2B8E-CF937E813B3A}"/>
              </a:ext>
            </a:extLst>
          </p:cNvPr>
          <p:cNvSpPr txBox="1">
            <a:spLocks/>
          </p:cNvSpPr>
          <p:nvPr userDrawn="1"/>
        </p:nvSpPr>
        <p:spPr bwMode="gray">
          <a:xfrm>
            <a:off x="9765449" y="5779945"/>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R179 G242 B241</a:t>
            </a:r>
          </a:p>
        </p:txBody>
      </p:sp>
      <p:pic>
        <p:nvPicPr>
          <p:cNvPr id="3" name="Pearson Logo" descr="Pearson Logo">
            <a:extLst>
              <a:ext uri="{FF2B5EF4-FFF2-40B4-BE49-F238E27FC236}">
                <a16:creationId xmlns:a16="http://schemas.microsoft.com/office/drawing/2014/main" id="{617D6169-AD9D-48B3-7AFE-3C1F72003378}"/>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35472057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User Guide: Data Visualization Palette">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73" name="Section">
            <a:extLst>
              <a:ext uri="{FF2B5EF4-FFF2-40B4-BE49-F238E27FC236}">
                <a16:creationId xmlns:a16="http://schemas.microsoft.com/office/drawing/2014/main" id="{577821E0-2938-E6D6-1996-765152085DAE}"/>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717057"/>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Data Visualization Palette</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496782"/>
            <a:ext cx="2345436" cy="4538893"/>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400" b="0" noProof="0" dirty="0">
                <a:latin typeface="+mj-lt"/>
                <a:cs typeface="Segoe UI" panose="020B0502040204020203" pitchFamily="34" charset="0"/>
              </a:rPr>
              <a:t>Colors to be used for data visualization stem from brand colors Turquoise, Amber, Fuchsia and Amethyst. In the event additional colors are needed due to a large number of data points, use “patterns” (i.e., cross hatch or diagonal lines) in place of creating new colors.</a:t>
            </a:r>
          </a:p>
          <a:p>
            <a:r>
              <a:rPr lang="en-US" sz="1400" b="1" noProof="0" dirty="0">
                <a:latin typeface="+mj-lt"/>
                <a:cs typeface="Segoe UI" panose="020B0502040204020203" pitchFamily="34" charset="0"/>
              </a:rPr>
              <a:t>Grayscale: </a:t>
            </a:r>
            <a:r>
              <a:rPr lang="en-US" sz="1400" b="0" noProof="0" dirty="0">
                <a:latin typeface="+mj-lt"/>
                <a:cs typeface="Segoe UI" panose="020B0502040204020203" pitchFamily="34" charset="0"/>
              </a:rPr>
              <a:t>Use increments of 20% to ensure differentiation between data points. Always separate with at least a 1px white space between values.</a:t>
            </a:r>
          </a:p>
          <a:p>
            <a:r>
              <a:rPr lang="en-US" sz="1400" b="1" noProof="0" dirty="0">
                <a:latin typeface="+mj-lt"/>
                <a:cs typeface="Segoe UI" panose="020B0502040204020203" pitchFamily="34" charset="0"/>
              </a:rPr>
              <a:t>Traffic light: </a:t>
            </a:r>
            <a:r>
              <a:rPr lang="en-US" sz="1400" b="0" noProof="0" dirty="0">
                <a:latin typeface="+mj-lt"/>
                <a:cs typeface="Segoe UI" panose="020B0502040204020203" pitchFamily="34" charset="0"/>
              </a:rPr>
              <a:t>Codes are listed at the bottom of this page. Use these for positive and negative values.</a:t>
            </a:r>
          </a:p>
          <a:p>
            <a:endParaRPr lang="en-US" sz="1400" b="0" noProof="0" dirty="0">
              <a:latin typeface="+mj-lt"/>
              <a:cs typeface="Segoe UI" panose="020B0502040204020203" pitchFamily="34" charset="0"/>
            </a:endParaRPr>
          </a:p>
        </p:txBody>
      </p:sp>
      <p:sp>
        <p:nvSpPr>
          <p:cNvPr id="10" name="Subhead 1">
            <a:extLst>
              <a:ext uri="{FF2B5EF4-FFF2-40B4-BE49-F238E27FC236}">
                <a16:creationId xmlns:a16="http://schemas.microsoft.com/office/drawing/2014/main" id="{922A121D-21BB-74B3-C165-9AC743354508}"/>
              </a:ext>
            </a:extLst>
          </p:cNvPr>
          <p:cNvSpPr txBox="1"/>
          <p:nvPr userDrawn="1"/>
        </p:nvSpPr>
        <p:spPr bwMode="gray">
          <a:xfrm>
            <a:off x="4916951" y="1373672"/>
            <a:ext cx="1131470" cy="12311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t>Data visualization</a:t>
            </a:r>
          </a:p>
        </p:txBody>
      </p:sp>
      <p:sp>
        <p:nvSpPr>
          <p:cNvPr id="20" name="Rectangle 19">
            <a:extLst>
              <a:ext uri="{FF2B5EF4-FFF2-40B4-BE49-F238E27FC236}">
                <a16:creationId xmlns:a16="http://schemas.microsoft.com/office/drawing/2014/main" id="{F54BEEDF-BD52-D6BC-016B-66034DC5F2CA}"/>
              </a:ext>
            </a:extLst>
          </p:cNvPr>
          <p:cNvSpPr/>
          <p:nvPr userDrawn="1"/>
        </p:nvSpPr>
        <p:spPr bwMode="gray">
          <a:xfrm>
            <a:off x="4916951" y="1537838"/>
            <a:ext cx="1326458" cy="576923"/>
          </a:xfrm>
          <a:prstGeom prst="rect">
            <a:avLst/>
          </a:prstGeom>
          <a:solidFill>
            <a:srgbClr val="BAF3F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t>Turquoise</a:t>
            </a:r>
            <a:b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t>Tint 01</a:t>
            </a:r>
            <a:b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t>#BAF3F2</a:t>
            </a:r>
          </a:p>
        </p:txBody>
      </p:sp>
      <p:sp>
        <p:nvSpPr>
          <p:cNvPr id="21" name="Rectangle 20">
            <a:extLst>
              <a:ext uri="{FF2B5EF4-FFF2-40B4-BE49-F238E27FC236}">
                <a16:creationId xmlns:a16="http://schemas.microsoft.com/office/drawing/2014/main" id="{C6050C11-71B5-2588-95F8-3A5CBED4D756}"/>
              </a:ext>
            </a:extLst>
          </p:cNvPr>
          <p:cNvSpPr/>
          <p:nvPr userDrawn="1"/>
        </p:nvSpPr>
        <p:spPr bwMode="gray">
          <a:xfrm>
            <a:off x="4916951" y="2114761"/>
            <a:ext cx="1326458" cy="576923"/>
          </a:xfrm>
          <a:prstGeom prst="rect">
            <a:avLst/>
          </a:prstGeom>
          <a:solidFill>
            <a:srgbClr val="9AEEED"/>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Turquoise</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Tint 02</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#9AEEED</a:t>
            </a:r>
          </a:p>
        </p:txBody>
      </p:sp>
      <p:sp>
        <p:nvSpPr>
          <p:cNvPr id="22" name="Rectangle 21">
            <a:extLst>
              <a:ext uri="{FF2B5EF4-FFF2-40B4-BE49-F238E27FC236}">
                <a16:creationId xmlns:a16="http://schemas.microsoft.com/office/drawing/2014/main" id="{65338A0C-8D08-C797-AEE8-D9AFAAB05699}"/>
              </a:ext>
            </a:extLst>
          </p:cNvPr>
          <p:cNvSpPr/>
          <p:nvPr userDrawn="1"/>
        </p:nvSpPr>
        <p:spPr bwMode="gray">
          <a:xfrm>
            <a:off x="4916951" y="2691684"/>
            <a:ext cx="1326458" cy="576923"/>
          </a:xfrm>
          <a:prstGeom prst="rect">
            <a:avLst/>
          </a:prstGeom>
          <a:solidFill>
            <a:srgbClr val="56E2E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Turquoise</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#56E2E1</a:t>
            </a:r>
          </a:p>
        </p:txBody>
      </p:sp>
      <p:sp>
        <p:nvSpPr>
          <p:cNvPr id="23" name="Rectangle 22">
            <a:extLst>
              <a:ext uri="{FF2B5EF4-FFF2-40B4-BE49-F238E27FC236}">
                <a16:creationId xmlns:a16="http://schemas.microsoft.com/office/drawing/2014/main" id="{634B3F83-AF9F-2EDA-A219-7987BA034125}"/>
              </a:ext>
            </a:extLst>
          </p:cNvPr>
          <p:cNvSpPr/>
          <p:nvPr userDrawn="1"/>
        </p:nvSpPr>
        <p:spPr bwMode="gray">
          <a:xfrm>
            <a:off x="4916951" y="3268607"/>
            <a:ext cx="1326458" cy="576923"/>
          </a:xfrm>
          <a:prstGeom prst="rect">
            <a:avLst/>
          </a:prstGeom>
          <a:solidFill>
            <a:srgbClr val="22C7C6"/>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Turquoise</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Shade 01</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#22C7C6</a:t>
            </a:r>
          </a:p>
        </p:txBody>
      </p:sp>
      <p:sp>
        <p:nvSpPr>
          <p:cNvPr id="24" name="Rectangle 23">
            <a:extLst>
              <a:ext uri="{FF2B5EF4-FFF2-40B4-BE49-F238E27FC236}">
                <a16:creationId xmlns:a16="http://schemas.microsoft.com/office/drawing/2014/main" id="{97E27F06-38E3-549C-E0DD-8C6A830146CE}"/>
              </a:ext>
            </a:extLst>
          </p:cNvPr>
          <p:cNvSpPr/>
          <p:nvPr userDrawn="1"/>
        </p:nvSpPr>
        <p:spPr bwMode="gray">
          <a:xfrm>
            <a:off x="4916951" y="3845530"/>
            <a:ext cx="1326458" cy="576923"/>
          </a:xfrm>
          <a:prstGeom prst="rect">
            <a:avLst/>
          </a:prstGeom>
          <a:solidFill>
            <a:srgbClr val="16858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Turquoise</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Shade 02</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#168584</a:t>
            </a:r>
          </a:p>
        </p:txBody>
      </p:sp>
      <p:sp>
        <p:nvSpPr>
          <p:cNvPr id="25" name="Rectangle 24">
            <a:extLst>
              <a:ext uri="{FF2B5EF4-FFF2-40B4-BE49-F238E27FC236}">
                <a16:creationId xmlns:a16="http://schemas.microsoft.com/office/drawing/2014/main" id="{A849FFB6-D110-98C2-7569-C6379C62EA1D}"/>
              </a:ext>
            </a:extLst>
          </p:cNvPr>
          <p:cNvSpPr/>
          <p:nvPr userDrawn="1"/>
        </p:nvSpPr>
        <p:spPr bwMode="gray">
          <a:xfrm>
            <a:off x="6332924" y="1537838"/>
            <a:ext cx="1326458" cy="576923"/>
          </a:xfrm>
          <a:prstGeom prst="rect">
            <a:avLst/>
          </a:prstGeom>
          <a:solidFill>
            <a:srgbClr val="FEEB99"/>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Amber</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Tint 01</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#FEEB99</a:t>
            </a:r>
          </a:p>
        </p:txBody>
      </p:sp>
      <p:sp>
        <p:nvSpPr>
          <p:cNvPr id="26" name="Rectangle 25">
            <a:extLst>
              <a:ext uri="{FF2B5EF4-FFF2-40B4-BE49-F238E27FC236}">
                <a16:creationId xmlns:a16="http://schemas.microsoft.com/office/drawing/2014/main" id="{2DB45E61-CF44-4881-FBAF-93B2494A9DA8}"/>
              </a:ext>
            </a:extLst>
          </p:cNvPr>
          <p:cNvSpPr/>
          <p:nvPr userDrawn="1"/>
        </p:nvSpPr>
        <p:spPr bwMode="gray">
          <a:xfrm>
            <a:off x="6332924" y="2114761"/>
            <a:ext cx="1326458" cy="576923"/>
          </a:xfrm>
          <a:prstGeom prst="rect">
            <a:avLst/>
          </a:prstGeom>
          <a:solidFill>
            <a:srgbClr val="FFE266"/>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Amber</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Tint 02</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#FFE266</a:t>
            </a:r>
          </a:p>
        </p:txBody>
      </p:sp>
      <p:sp>
        <p:nvSpPr>
          <p:cNvPr id="27" name="Rectangle 26">
            <a:extLst>
              <a:ext uri="{FF2B5EF4-FFF2-40B4-BE49-F238E27FC236}">
                <a16:creationId xmlns:a16="http://schemas.microsoft.com/office/drawing/2014/main" id="{25553206-65D9-6C69-71FC-BB070E43D2F7}"/>
              </a:ext>
            </a:extLst>
          </p:cNvPr>
          <p:cNvSpPr/>
          <p:nvPr userDrawn="1"/>
        </p:nvSpPr>
        <p:spPr bwMode="gray">
          <a:xfrm>
            <a:off x="6332924" y="2691684"/>
            <a:ext cx="1326458" cy="576923"/>
          </a:xfrm>
          <a:prstGeom prst="rect">
            <a:avLst/>
          </a:prstGeom>
          <a:solidFill>
            <a:srgbClr val="FFCE0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Amber</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#FFCE00</a:t>
            </a:r>
          </a:p>
        </p:txBody>
      </p:sp>
      <p:sp>
        <p:nvSpPr>
          <p:cNvPr id="28" name="Rectangle 27">
            <a:extLst>
              <a:ext uri="{FF2B5EF4-FFF2-40B4-BE49-F238E27FC236}">
                <a16:creationId xmlns:a16="http://schemas.microsoft.com/office/drawing/2014/main" id="{DD743C6F-0C25-BA27-C533-9486C0222755}"/>
              </a:ext>
            </a:extLst>
          </p:cNvPr>
          <p:cNvSpPr/>
          <p:nvPr userDrawn="1"/>
        </p:nvSpPr>
        <p:spPr bwMode="gray">
          <a:xfrm>
            <a:off x="6332924" y="3268607"/>
            <a:ext cx="1326458" cy="576923"/>
          </a:xfrm>
          <a:prstGeom prst="rect">
            <a:avLst/>
          </a:prstGeom>
          <a:solidFill>
            <a:srgbClr val="BF9A0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Amber</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Shade 01</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#BF9A00</a:t>
            </a:r>
          </a:p>
        </p:txBody>
      </p:sp>
      <p:sp>
        <p:nvSpPr>
          <p:cNvPr id="29" name="Rectangle 28">
            <a:extLst>
              <a:ext uri="{FF2B5EF4-FFF2-40B4-BE49-F238E27FC236}">
                <a16:creationId xmlns:a16="http://schemas.microsoft.com/office/drawing/2014/main" id="{BF7DE80C-B174-D391-5A82-6A9D4657273D}"/>
              </a:ext>
            </a:extLst>
          </p:cNvPr>
          <p:cNvSpPr/>
          <p:nvPr userDrawn="1"/>
        </p:nvSpPr>
        <p:spPr bwMode="gray">
          <a:xfrm>
            <a:off x="6332924" y="3845530"/>
            <a:ext cx="1326458" cy="576923"/>
          </a:xfrm>
          <a:prstGeom prst="rect">
            <a:avLst/>
          </a:prstGeom>
          <a:solidFill>
            <a:srgbClr val="7F670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Amber</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Shade 02</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#7F6701</a:t>
            </a:r>
          </a:p>
        </p:txBody>
      </p:sp>
      <p:sp>
        <p:nvSpPr>
          <p:cNvPr id="30" name="Rectangle 29">
            <a:extLst>
              <a:ext uri="{FF2B5EF4-FFF2-40B4-BE49-F238E27FC236}">
                <a16:creationId xmlns:a16="http://schemas.microsoft.com/office/drawing/2014/main" id="{791369E4-2378-818B-BDBB-B1810D07475B}"/>
              </a:ext>
            </a:extLst>
          </p:cNvPr>
          <p:cNvSpPr/>
          <p:nvPr userDrawn="1"/>
        </p:nvSpPr>
        <p:spPr bwMode="gray">
          <a:xfrm>
            <a:off x="7748897" y="1537838"/>
            <a:ext cx="1326458" cy="576923"/>
          </a:xfrm>
          <a:prstGeom prst="rect">
            <a:avLst/>
          </a:prstGeom>
          <a:solidFill>
            <a:srgbClr val="F1B3EB"/>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Fuchsia</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Tint 01</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#F1B3EB</a:t>
            </a:r>
          </a:p>
        </p:txBody>
      </p:sp>
      <p:sp>
        <p:nvSpPr>
          <p:cNvPr id="31" name="Rectangle 30">
            <a:extLst>
              <a:ext uri="{FF2B5EF4-FFF2-40B4-BE49-F238E27FC236}">
                <a16:creationId xmlns:a16="http://schemas.microsoft.com/office/drawing/2014/main" id="{A06A9DFE-B593-CA4E-6658-33F818BBB9F1}"/>
              </a:ext>
            </a:extLst>
          </p:cNvPr>
          <p:cNvSpPr/>
          <p:nvPr userDrawn="1"/>
        </p:nvSpPr>
        <p:spPr bwMode="gray">
          <a:xfrm>
            <a:off x="7748897" y="2114761"/>
            <a:ext cx="1326458" cy="576923"/>
          </a:xfrm>
          <a:prstGeom prst="rect">
            <a:avLst/>
          </a:prstGeom>
          <a:solidFill>
            <a:srgbClr val="EC8DE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Fuchsia</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Tint 02</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#EC8DE2</a:t>
            </a:r>
          </a:p>
        </p:txBody>
      </p:sp>
      <p:sp>
        <p:nvSpPr>
          <p:cNvPr id="32" name="Rectangle 31">
            <a:extLst>
              <a:ext uri="{FF2B5EF4-FFF2-40B4-BE49-F238E27FC236}">
                <a16:creationId xmlns:a16="http://schemas.microsoft.com/office/drawing/2014/main" id="{06C8DE8F-E873-831E-DA3D-AE4C36B44FA3}"/>
              </a:ext>
            </a:extLst>
          </p:cNvPr>
          <p:cNvSpPr/>
          <p:nvPr userDrawn="1"/>
        </p:nvSpPr>
        <p:spPr bwMode="gray">
          <a:xfrm>
            <a:off x="7748897" y="2691684"/>
            <a:ext cx="1326458" cy="576923"/>
          </a:xfrm>
          <a:prstGeom prst="rect">
            <a:avLst/>
          </a:prstGeom>
          <a:solidFill>
            <a:srgbClr val="DF41C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t>Fuchsia</a:t>
            </a:r>
            <a:b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t>#DF41CF</a:t>
            </a:r>
          </a:p>
        </p:txBody>
      </p:sp>
      <p:sp>
        <p:nvSpPr>
          <p:cNvPr id="33" name="Rectangle 32">
            <a:extLst>
              <a:ext uri="{FF2B5EF4-FFF2-40B4-BE49-F238E27FC236}">
                <a16:creationId xmlns:a16="http://schemas.microsoft.com/office/drawing/2014/main" id="{D07B4E1A-7BFA-5E3E-1E91-1E15CC836CB2}"/>
              </a:ext>
            </a:extLst>
          </p:cNvPr>
          <p:cNvSpPr/>
          <p:nvPr userDrawn="1"/>
        </p:nvSpPr>
        <p:spPr bwMode="gray">
          <a:xfrm>
            <a:off x="7748897" y="3268607"/>
            <a:ext cx="1326458" cy="576923"/>
          </a:xfrm>
          <a:prstGeom prst="rect">
            <a:avLst/>
          </a:prstGeom>
          <a:solidFill>
            <a:srgbClr val="B820A9"/>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mj-lt"/>
                <a:ea typeface="+mn-ea"/>
                <a:cs typeface="Segoe UI" panose="020B0502040204020203" pitchFamily="34" charset="0"/>
              </a:rPr>
              <a:t>Fuchsia</a:t>
            </a:r>
            <a:br>
              <a:rPr kumimoji="0" lang="en-US" sz="800" b="1" i="0" u="none" strike="noStrike" kern="1200" cap="none" spc="0" normalizeH="0" baseline="0" noProof="0" dirty="0">
                <a:ln>
                  <a:noFill/>
                </a:ln>
                <a:solidFill>
                  <a:srgbClr val="FFFFFF"/>
                </a:solidFill>
                <a:effectLst/>
                <a:uLnTx/>
                <a:uFillTx/>
                <a:latin typeface="+mj-lt"/>
                <a:ea typeface="+mn-ea"/>
                <a:cs typeface="Segoe UI" panose="020B0502040204020203" pitchFamily="34" charset="0"/>
              </a:rPr>
            </a:br>
            <a:r>
              <a:rPr kumimoji="0" lang="en-US" sz="800" b="1" i="0" u="none" strike="noStrike" kern="1200" cap="none" spc="0" normalizeH="0" baseline="0" noProof="0" dirty="0">
                <a:ln>
                  <a:noFill/>
                </a:ln>
                <a:solidFill>
                  <a:srgbClr val="FFFFFF"/>
                </a:solidFill>
                <a:effectLst/>
                <a:uLnTx/>
                <a:uFillTx/>
                <a:latin typeface="+mj-lt"/>
                <a:ea typeface="+mn-ea"/>
                <a:cs typeface="Segoe UI" panose="020B0502040204020203" pitchFamily="34" charset="0"/>
              </a:rPr>
              <a:t>Shade 01</a:t>
            </a:r>
            <a:br>
              <a:rPr kumimoji="0" lang="en-US" sz="800" b="1" i="0" u="none" strike="noStrike" kern="1200" cap="none" spc="0" normalizeH="0" baseline="0" noProof="0" dirty="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dirty="0">
                <a:ln>
                  <a:noFill/>
                </a:ln>
                <a:solidFill>
                  <a:srgbClr val="FFFFFF"/>
                </a:solidFill>
                <a:effectLst/>
                <a:uLnTx/>
                <a:uFillTx/>
                <a:latin typeface="+mj-lt"/>
                <a:ea typeface="+mn-ea"/>
                <a:cs typeface="Segoe UI" panose="020B0502040204020203" pitchFamily="34" charset="0"/>
              </a:rPr>
              <a:t>#</a:t>
            </a:r>
            <a:r>
              <a:rPr kumimoji="0" lang="en-US" sz="800" b="0" i="0" u="none" strike="noStrike" kern="1200" cap="none" spc="0" normalizeH="0" baseline="0" noProof="0" dirty="0">
                <a:ln>
                  <a:noFill/>
                </a:ln>
                <a:solidFill>
                  <a:srgbClr val="DF41CF"/>
                </a:solidFill>
                <a:effectLst/>
                <a:uLnTx/>
                <a:uFillTx/>
                <a:latin typeface="+mj-lt"/>
                <a:ea typeface="+mn-ea"/>
                <a:cs typeface="Segoe UI" panose="020B0502040204020203" pitchFamily="34" charset="0"/>
              </a:rPr>
              <a:t>B820A9</a:t>
            </a:r>
          </a:p>
        </p:txBody>
      </p:sp>
      <p:sp>
        <p:nvSpPr>
          <p:cNvPr id="34" name="Rectangle 33">
            <a:extLst>
              <a:ext uri="{FF2B5EF4-FFF2-40B4-BE49-F238E27FC236}">
                <a16:creationId xmlns:a16="http://schemas.microsoft.com/office/drawing/2014/main" id="{D218767A-C775-E209-DFAC-46EFDF64E930}"/>
              </a:ext>
            </a:extLst>
          </p:cNvPr>
          <p:cNvSpPr/>
          <p:nvPr userDrawn="1"/>
        </p:nvSpPr>
        <p:spPr bwMode="gray">
          <a:xfrm>
            <a:off x="7748897" y="3845530"/>
            <a:ext cx="1326458" cy="576923"/>
          </a:xfrm>
          <a:prstGeom prst="rect">
            <a:avLst/>
          </a:prstGeom>
          <a:solidFill>
            <a:srgbClr val="7B157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Fuchsia</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Shade 02</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#7B1571</a:t>
            </a:r>
          </a:p>
        </p:txBody>
      </p:sp>
      <p:sp>
        <p:nvSpPr>
          <p:cNvPr id="35" name="Rectangle 34">
            <a:extLst>
              <a:ext uri="{FF2B5EF4-FFF2-40B4-BE49-F238E27FC236}">
                <a16:creationId xmlns:a16="http://schemas.microsoft.com/office/drawing/2014/main" id="{FF64CBE2-07F4-520C-63FB-03732ACE24C0}"/>
              </a:ext>
            </a:extLst>
          </p:cNvPr>
          <p:cNvSpPr/>
          <p:nvPr userDrawn="1"/>
        </p:nvSpPr>
        <p:spPr bwMode="gray">
          <a:xfrm>
            <a:off x="9164869" y="1537838"/>
            <a:ext cx="1326458" cy="576923"/>
          </a:xfrm>
          <a:prstGeom prst="rect">
            <a:avLst/>
          </a:prstGeom>
          <a:solidFill>
            <a:srgbClr val="B79BFE"/>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Amethyst</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Tint 01</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#B79BFE</a:t>
            </a:r>
          </a:p>
        </p:txBody>
      </p:sp>
      <p:sp>
        <p:nvSpPr>
          <p:cNvPr id="36" name="Rectangle 35">
            <a:extLst>
              <a:ext uri="{FF2B5EF4-FFF2-40B4-BE49-F238E27FC236}">
                <a16:creationId xmlns:a16="http://schemas.microsoft.com/office/drawing/2014/main" id="{09423C69-58A0-E377-8552-AB05828AF803}"/>
              </a:ext>
            </a:extLst>
          </p:cNvPr>
          <p:cNvSpPr/>
          <p:nvPr userDrawn="1"/>
        </p:nvSpPr>
        <p:spPr bwMode="gray">
          <a:xfrm>
            <a:off x="9164869" y="2114761"/>
            <a:ext cx="1326458" cy="576923"/>
          </a:xfrm>
          <a:prstGeom prst="rect">
            <a:avLst/>
          </a:prstGeom>
          <a:solidFill>
            <a:srgbClr val="7950E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Amethyst</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Tint 02</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#7950E2</a:t>
            </a:r>
          </a:p>
        </p:txBody>
      </p:sp>
      <p:sp>
        <p:nvSpPr>
          <p:cNvPr id="37" name="Rectangle 36">
            <a:extLst>
              <a:ext uri="{FF2B5EF4-FFF2-40B4-BE49-F238E27FC236}">
                <a16:creationId xmlns:a16="http://schemas.microsoft.com/office/drawing/2014/main" id="{5AE43690-5F83-EE1F-3481-BEECA402947E}"/>
              </a:ext>
            </a:extLst>
          </p:cNvPr>
          <p:cNvSpPr/>
          <p:nvPr userDrawn="1"/>
        </p:nvSpPr>
        <p:spPr bwMode="gray">
          <a:xfrm>
            <a:off x="9164869" y="2691684"/>
            <a:ext cx="1326458" cy="576923"/>
          </a:xfrm>
          <a:prstGeom prst="rect">
            <a:avLst/>
          </a:prstGeom>
          <a:solidFill>
            <a:srgbClr val="512EAB"/>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Amethyst</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#512EAB</a:t>
            </a:r>
          </a:p>
        </p:txBody>
      </p:sp>
      <p:sp>
        <p:nvSpPr>
          <p:cNvPr id="38" name="Rectangle 37">
            <a:extLst>
              <a:ext uri="{FF2B5EF4-FFF2-40B4-BE49-F238E27FC236}">
                <a16:creationId xmlns:a16="http://schemas.microsoft.com/office/drawing/2014/main" id="{880A1BCB-A2A9-A063-81D5-BB7BBF81C201}"/>
              </a:ext>
            </a:extLst>
          </p:cNvPr>
          <p:cNvSpPr/>
          <p:nvPr userDrawn="1"/>
        </p:nvSpPr>
        <p:spPr bwMode="gray">
          <a:xfrm>
            <a:off x="9164869" y="3268607"/>
            <a:ext cx="1326458" cy="576923"/>
          </a:xfrm>
          <a:prstGeom prst="rect">
            <a:avLst/>
          </a:prstGeom>
          <a:solidFill>
            <a:srgbClr val="3D1788"/>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Amethyst</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Shade 01</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#3D1788</a:t>
            </a:r>
          </a:p>
        </p:txBody>
      </p:sp>
      <p:sp>
        <p:nvSpPr>
          <p:cNvPr id="39" name="Rectangle 38">
            <a:extLst>
              <a:ext uri="{FF2B5EF4-FFF2-40B4-BE49-F238E27FC236}">
                <a16:creationId xmlns:a16="http://schemas.microsoft.com/office/drawing/2014/main" id="{7C50A0DE-77C7-AF0E-DA5B-8376EA036688}"/>
              </a:ext>
            </a:extLst>
          </p:cNvPr>
          <p:cNvSpPr/>
          <p:nvPr userDrawn="1"/>
        </p:nvSpPr>
        <p:spPr bwMode="gray">
          <a:xfrm>
            <a:off x="9164869" y="3845530"/>
            <a:ext cx="1326458" cy="576923"/>
          </a:xfrm>
          <a:prstGeom prst="rect">
            <a:avLst/>
          </a:prstGeom>
          <a:solidFill>
            <a:srgbClr val="290066"/>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Amethyst</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Shade 02</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#290066</a:t>
            </a:r>
          </a:p>
        </p:txBody>
      </p:sp>
      <p:sp>
        <p:nvSpPr>
          <p:cNvPr id="40" name="Subhead 2">
            <a:extLst>
              <a:ext uri="{FF2B5EF4-FFF2-40B4-BE49-F238E27FC236}">
                <a16:creationId xmlns:a16="http://schemas.microsoft.com/office/drawing/2014/main" id="{212E630A-4384-AEDE-987A-814D0D11E73A}"/>
              </a:ext>
            </a:extLst>
          </p:cNvPr>
          <p:cNvSpPr txBox="1"/>
          <p:nvPr userDrawn="1"/>
        </p:nvSpPr>
        <p:spPr bwMode="gray">
          <a:xfrm>
            <a:off x="4916951" y="4579074"/>
            <a:ext cx="567463"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Traffic light</a:t>
            </a:r>
          </a:p>
        </p:txBody>
      </p:sp>
      <p:sp>
        <p:nvSpPr>
          <p:cNvPr id="41" name="Rectangle 40">
            <a:extLst>
              <a:ext uri="{FF2B5EF4-FFF2-40B4-BE49-F238E27FC236}">
                <a16:creationId xmlns:a16="http://schemas.microsoft.com/office/drawing/2014/main" id="{6D8BEE95-711A-FBC4-1619-C335B35038B8}"/>
              </a:ext>
            </a:extLst>
          </p:cNvPr>
          <p:cNvSpPr/>
          <p:nvPr userDrawn="1"/>
        </p:nvSpPr>
        <p:spPr bwMode="gray">
          <a:xfrm>
            <a:off x="4916951" y="4743240"/>
            <a:ext cx="646321" cy="576923"/>
          </a:xfrm>
          <a:prstGeom prst="rect">
            <a:avLst/>
          </a:prstGeom>
          <a:solidFill>
            <a:srgbClr val="00C80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Positive</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#00C800</a:t>
            </a:r>
          </a:p>
        </p:txBody>
      </p:sp>
      <p:sp>
        <p:nvSpPr>
          <p:cNvPr id="42" name="Rectangle 41">
            <a:extLst>
              <a:ext uri="{FF2B5EF4-FFF2-40B4-BE49-F238E27FC236}">
                <a16:creationId xmlns:a16="http://schemas.microsoft.com/office/drawing/2014/main" id="{6DE5A40B-2DF9-8687-5DB2-6CE2BA941A2B}"/>
              </a:ext>
            </a:extLst>
          </p:cNvPr>
          <p:cNvSpPr/>
          <p:nvPr userDrawn="1"/>
        </p:nvSpPr>
        <p:spPr bwMode="gray">
          <a:xfrm>
            <a:off x="5562744" y="4743240"/>
            <a:ext cx="646321" cy="576923"/>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Negative</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#FF0000</a:t>
            </a:r>
          </a:p>
        </p:txBody>
      </p:sp>
      <p:sp>
        <p:nvSpPr>
          <p:cNvPr id="43" name="Subhead 3">
            <a:extLst>
              <a:ext uri="{FF2B5EF4-FFF2-40B4-BE49-F238E27FC236}">
                <a16:creationId xmlns:a16="http://schemas.microsoft.com/office/drawing/2014/main" id="{41684835-66EF-0EBC-A5A1-C37CEC9E155E}"/>
              </a:ext>
            </a:extLst>
          </p:cNvPr>
          <p:cNvSpPr txBox="1"/>
          <p:nvPr userDrawn="1"/>
        </p:nvSpPr>
        <p:spPr bwMode="gray">
          <a:xfrm>
            <a:off x="7253959" y="4579074"/>
            <a:ext cx="495328"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Grayscale</a:t>
            </a:r>
          </a:p>
        </p:txBody>
      </p:sp>
      <p:sp>
        <p:nvSpPr>
          <p:cNvPr id="44" name="Rectangle 43">
            <a:extLst>
              <a:ext uri="{FF2B5EF4-FFF2-40B4-BE49-F238E27FC236}">
                <a16:creationId xmlns:a16="http://schemas.microsoft.com/office/drawing/2014/main" id="{221BC818-BEE3-33AF-DB67-C957BD7CEDD1}"/>
              </a:ext>
            </a:extLst>
          </p:cNvPr>
          <p:cNvSpPr/>
          <p:nvPr userDrawn="1"/>
        </p:nvSpPr>
        <p:spPr bwMode="gray">
          <a:xfrm>
            <a:off x="7253959" y="4743240"/>
            <a:ext cx="646321" cy="576923"/>
          </a:xfrm>
          <a:prstGeom prst="rect">
            <a:avLst/>
          </a:prstGeom>
          <a:solidFill>
            <a:srgbClr val="CCCCCC"/>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20%</a:t>
            </a:r>
          </a:p>
        </p:txBody>
      </p:sp>
      <p:sp>
        <p:nvSpPr>
          <p:cNvPr id="45" name="Rectangle 44">
            <a:extLst>
              <a:ext uri="{FF2B5EF4-FFF2-40B4-BE49-F238E27FC236}">
                <a16:creationId xmlns:a16="http://schemas.microsoft.com/office/drawing/2014/main" id="{AAA2FD56-1689-2D49-59DF-A5E41412B276}"/>
              </a:ext>
            </a:extLst>
          </p:cNvPr>
          <p:cNvSpPr/>
          <p:nvPr userDrawn="1"/>
        </p:nvSpPr>
        <p:spPr bwMode="gray">
          <a:xfrm>
            <a:off x="7901721" y="4743240"/>
            <a:ext cx="646321" cy="576923"/>
          </a:xfrm>
          <a:prstGeom prst="rect">
            <a:avLst/>
          </a:prstGeom>
          <a:solidFill>
            <a:srgbClr val="999999"/>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40%</a:t>
            </a:r>
          </a:p>
        </p:txBody>
      </p:sp>
      <p:sp>
        <p:nvSpPr>
          <p:cNvPr id="46" name="Rectangle 45">
            <a:extLst>
              <a:ext uri="{FF2B5EF4-FFF2-40B4-BE49-F238E27FC236}">
                <a16:creationId xmlns:a16="http://schemas.microsoft.com/office/drawing/2014/main" id="{4409D2F5-A048-77BD-7533-AF517A24D5B3}"/>
              </a:ext>
            </a:extLst>
          </p:cNvPr>
          <p:cNvSpPr/>
          <p:nvPr userDrawn="1"/>
        </p:nvSpPr>
        <p:spPr bwMode="gray">
          <a:xfrm>
            <a:off x="8549483" y="4743240"/>
            <a:ext cx="646321" cy="576923"/>
          </a:xfrm>
          <a:prstGeom prst="rect">
            <a:avLst/>
          </a:prstGeom>
          <a:solidFill>
            <a:srgbClr val="666666"/>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60%</a:t>
            </a:r>
          </a:p>
        </p:txBody>
      </p:sp>
      <p:sp>
        <p:nvSpPr>
          <p:cNvPr id="47" name="Rectangle 46">
            <a:extLst>
              <a:ext uri="{FF2B5EF4-FFF2-40B4-BE49-F238E27FC236}">
                <a16:creationId xmlns:a16="http://schemas.microsoft.com/office/drawing/2014/main" id="{730DF5C7-FF9A-07D5-DCD6-A7C7F05C5A08}"/>
              </a:ext>
            </a:extLst>
          </p:cNvPr>
          <p:cNvSpPr/>
          <p:nvPr userDrawn="1"/>
        </p:nvSpPr>
        <p:spPr bwMode="gray">
          <a:xfrm>
            <a:off x="9197245" y="4743240"/>
            <a:ext cx="646321" cy="576923"/>
          </a:xfrm>
          <a:prstGeom prst="rect">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80%</a:t>
            </a:r>
          </a:p>
        </p:txBody>
      </p:sp>
      <p:sp>
        <p:nvSpPr>
          <p:cNvPr id="48" name="Rectangle 47">
            <a:extLst>
              <a:ext uri="{FF2B5EF4-FFF2-40B4-BE49-F238E27FC236}">
                <a16:creationId xmlns:a16="http://schemas.microsoft.com/office/drawing/2014/main" id="{D28BDD03-9CE4-9CEB-6ED1-BC3A06E744B6}"/>
              </a:ext>
            </a:extLst>
          </p:cNvPr>
          <p:cNvSpPr/>
          <p:nvPr userDrawn="1"/>
        </p:nvSpPr>
        <p:spPr bwMode="gray">
          <a:xfrm>
            <a:off x="9845006" y="4743240"/>
            <a:ext cx="646321" cy="57692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100%</a:t>
            </a:r>
          </a:p>
        </p:txBody>
      </p:sp>
      <p:pic>
        <p:nvPicPr>
          <p:cNvPr id="2" name="Pearson Logo" descr="Pearson Logo">
            <a:extLst>
              <a:ext uri="{FF2B5EF4-FFF2-40B4-BE49-F238E27FC236}">
                <a16:creationId xmlns:a16="http://schemas.microsoft.com/office/drawing/2014/main" id="{5F48F98B-A040-2A3E-39D4-EBD226C3AF49}"/>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19705874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User Guide: PowerPoint Theme Colors">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j-lt"/>
              <a:ea typeface="+mn-ea"/>
              <a:cs typeface="+mn-cs"/>
            </a:endParaRPr>
          </a:p>
        </p:txBody>
      </p:sp>
      <p:sp>
        <p:nvSpPr>
          <p:cNvPr id="42" name="Section">
            <a:extLst>
              <a:ext uri="{FF2B5EF4-FFF2-40B4-BE49-F238E27FC236}">
                <a16:creationId xmlns:a16="http://schemas.microsoft.com/office/drawing/2014/main" id="{5EAC5A3C-7DDC-5E19-9448-3BC612C422E1}"/>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PowerPoint </a:t>
            </a:r>
            <a:b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b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theme colors</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625600"/>
            <a:ext cx="2412111" cy="1803400"/>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200" b="1" dirty="0">
                <a:latin typeface="+mj-lt"/>
                <a:cs typeface="Segoe UI" panose="020B0502040204020203" pitchFamily="34" charset="0"/>
              </a:rPr>
              <a:t>Theme colors: </a:t>
            </a:r>
            <a:r>
              <a:rPr lang="en-US" sz="1200" b="0" dirty="0">
                <a:latin typeface="+mj-lt"/>
                <a:cs typeface="Segoe UI" panose="020B0502040204020203" pitchFamily="34" charset="0"/>
              </a:rPr>
              <a:t>We have set this template’s theme colors according to the data visualization palette. This is to ensure that automated charts appear the most accessible when presenting sequential data points. These colors are only to be used in Data Vis – otherwise, please reference the Custom Colors section.</a:t>
            </a:r>
          </a:p>
        </p:txBody>
      </p:sp>
      <p:sp>
        <p:nvSpPr>
          <p:cNvPr id="2" name="Rounded Rectangle text">
            <a:extLst>
              <a:ext uri="{FF2B5EF4-FFF2-40B4-BE49-F238E27FC236}">
                <a16:creationId xmlns:a16="http://schemas.microsoft.com/office/drawing/2014/main" id="{AE7823A5-ADBF-99F1-4C6E-BF4FE5A7BA83}"/>
              </a:ext>
            </a:extLst>
          </p:cNvPr>
          <p:cNvSpPr>
            <a:spLocks/>
          </p:cNvSpPr>
          <p:nvPr userDrawn="1"/>
        </p:nvSpPr>
        <p:spPr>
          <a:xfrm>
            <a:off x="461330" y="3602250"/>
            <a:ext cx="2412111" cy="1212360"/>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ts val="1420"/>
              </a:lnSpc>
              <a:spcBef>
                <a:spcPts val="0"/>
              </a:spcBef>
              <a:spcAft>
                <a:spcPts val="600"/>
              </a:spcAft>
              <a:buClrTx/>
              <a:buSzTx/>
              <a:buFont typeface="Plus Jakarta Sans" panose="020B0604020202020204" pitchFamily="34" charset="0"/>
              <a:buNone/>
              <a:tabLst/>
              <a:defRPr/>
            </a:pPr>
            <a:r>
              <a:rPr lang="en-US" sz="1200" b="1" dirty="0">
                <a:solidFill>
                  <a:schemeClr val="tx2"/>
                </a:solidFill>
                <a:latin typeface="+mj-lt"/>
                <a:cs typeface="Segoe UI" panose="020B0502040204020203" pitchFamily="34" charset="0"/>
              </a:rPr>
              <a:t>Custom colors: </a:t>
            </a:r>
            <a:r>
              <a:rPr lang="en-US" sz="1200" b="0" dirty="0">
                <a:solidFill>
                  <a:schemeClr val="tx2"/>
                </a:solidFill>
                <a:latin typeface="+mj-lt"/>
                <a:cs typeface="Segoe UI" panose="020B0502040204020203" pitchFamily="34" charset="0"/>
              </a:rPr>
              <a:t>The primary, accent, and traffic light colors are featured in the Custom Colors section. If changing an element’s color, please use the colors in this set.</a:t>
            </a:r>
          </a:p>
        </p:txBody>
      </p:sp>
      <p:sp>
        <p:nvSpPr>
          <p:cNvPr id="20" name="Subhead 1">
            <a:extLst>
              <a:ext uri="{FF2B5EF4-FFF2-40B4-BE49-F238E27FC236}">
                <a16:creationId xmlns:a16="http://schemas.microsoft.com/office/drawing/2014/main" id="{0A512AF5-AD3D-1160-4894-E08C40AC65EB}"/>
              </a:ext>
            </a:extLst>
          </p:cNvPr>
          <p:cNvSpPr txBox="1">
            <a:spLocks/>
          </p:cNvSpPr>
          <p:nvPr userDrawn="1"/>
        </p:nvSpPr>
        <p:spPr bwMode="gray">
          <a:xfrm>
            <a:off x="4294188" y="1096963"/>
            <a:ext cx="2111278" cy="277053"/>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dirty="0">
                <a:ln>
                  <a:noFill/>
                </a:ln>
                <a:solidFill>
                  <a:srgbClr val="0D004D"/>
                </a:solidFill>
                <a:effectLst/>
                <a:uLnTx/>
                <a:uFillTx/>
                <a:latin typeface="+mj-lt"/>
                <a:ea typeface="+mj-ea"/>
                <a:cs typeface="Segoe UI" panose="020B0502040204020203" pitchFamily="34" charset="0"/>
              </a:rPr>
              <a:t>THEME COLORS SETTING</a:t>
            </a:r>
          </a:p>
        </p:txBody>
      </p:sp>
      <p:pic>
        <p:nvPicPr>
          <p:cNvPr id="21" name="Picture 20" descr="Colors menu">
            <a:extLst>
              <a:ext uri="{FF2B5EF4-FFF2-40B4-BE49-F238E27FC236}">
                <a16:creationId xmlns:a16="http://schemas.microsoft.com/office/drawing/2014/main" id="{E7C41DAC-9B02-C6FD-B3D8-91FC284EA58C}"/>
              </a:ext>
            </a:extLst>
          </p:cNvPr>
          <p:cNvPicPr>
            <a:picLocks noChangeAspect="1"/>
          </p:cNvPicPr>
          <p:nvPr userDrawn="1"/>
        </p:nvPicPr>
        <p:blipFill>
          <a:blip r:embed="rId2" cstate="screen">
            <a:extLst>
              <a:ext uri="{28A0092B-C50C-407E-A947-70E740481C1C}">
                <a14:useLocalDpi xmlns:a14="http://schemas.microsoft.com/office/drawing/2010/main"/>
              </a:ext>
            </a:extLst>
          </a:blip>
          <a:srcRect r="295"/>
          <a:stretch/>
        </p:blipFill>
        <p:spPr bwMode="gray">
          <a:xfrm>
            <a:off x="4294188" y="1366838"/>
            <a:ext cx="1697037" cy="4394196"/>
          </a:xfrm>
          <a:prstGeom prst="rect">
            <a:avLst/>
          </a:prstGeom>
          <a:ln w="9525">
            <a:solidFill>
              <a:schemeClr val="tx1"/>
            </a:solidFill>
          </a:ln>
        </p:spPr>
      </p:pic>
      <p:sp>
        <p:nvSpPr>
          <p:cNvPr id="27" name="Title 1">
            <a:extLst>
              <a:ext uri="{FF2B5EF4-FFF2-40B4-BE49-F238E27FC236}">
                <a16:creationId xmlns:a16="http://schemas.microsoft.com/office/drawing/2014/main" id="{A9D15B57-6958-52A1-AC6E-6F30739C4604}"/>
              </a:ext>
            </a:extLst>
          </p:cNvPr>
          <p:cNvSpPr txBox="1">
            <a:spLocks/>
          </p:cNvSpPr>
          <p:nvPr userDrawn="1"/>
        </p:nvSpPr>
        <p:spPr bwMode="gray">
          <a:xfrm>
            <a:off x="6359323" y="1515242"/>
            <a:ext cx="1219832" cy="472505"/>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dirty="0">
                <a:ln>
                  <a:noFill/>
                </a:ln>
                <a:solidFill>
                  <a:srgbClr val="0D004D"/>
                </a:solidFill>
                <a:effectLst/>
                <a:uLnTx/>
                <a:uFillTx/>
                <a:latin typeface="+mj-lt"/>
                <a:ea typeface="+mj-ea"/>
                <a:cs typeface="Segoe UI" panose="020B0502040204020203" pitchFamily="34" charset="0"/>
              </a:rPr>
              <a:t>The</a:t>
            </a:r>
            <a:r>
              <a:rPr lang="en-US" sz="1000" dirty="0">
                <a:solidFill>
                  <a:srgbClr val="0D004D"/>
                </a:solidFill>
                <a:latin typeface="+mj-lt"/>
                <a:cs typeface="Segoe UI" panose="020B0502040204020203" pitchFamily="34" charset="0"/>
              </a:rPr>
              <a:t> theme</a:t>
            </a:r>
            <a:r>
              <a:rPr kumimoji="0" lang="en-US" sz="1000" b="0" i="0" u="none" strike="noStrike" kern="1200" cap="none" spc="0" normalizeH="0" baseline="0" noProof="0" dirty="0">
                <a:ln>
                  <a:noFill/>
                </a:ln>
                <a:solidFill>
                  <a:srgbClr val="0D004D"/>
                </a:solidFill>
                <a:effectLst/>
                <a:uLnTx/>
                <a:uFillTx/>
                <a:latin typeface="+mj-lt"/>
                <a:ea typeface="+mj-ea"/>
                <a:cs typeface="Segoe UI" panose="020B0502040204020203" pitchFamily="34" charset="0"/>
              </a:rPr>
              <a:t> colors are optimized for automated charts.</a:t>
            </a:r>
          </a:p>
        </p:txBody>
      </p:sp>
      <p:sp>
        <p:nvSpPr>
          <p:cNvPr id="25" name="Title 1">
            <a:extLst>
              <a:ext uri="{FF2B5EF4-FFF2-40B4-BE49-F238E27FC236}">
                <a16:creationId xmlns:a16="http://schemas.microsoft.com/office/drawing/2014/main" id="{E7ADF355-EEF1-6676-3391-435ADA5D9A05}"/>
              </a:ext>
            </a:extLst>
          </p:cNvPr>
          <p:cNvSpPr txBox="1">
            <a:spLocks/>
          </p:cNvSpPr>
          <p:nvPr userDrawn="1"/>
        </p:nvSpPr>
        <p:spPr bwMode="gray">
          <a:xfrm>
            <a:off x="6359322" y="2011291"/>
            <a:ext cx="1221515" cy="472505"/>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Do not use automated tints.</a:t>
            </a:r>
          </a:p>
        </p:txBody>
      </p:sp>
      <p:grpSp>
        <p:nvGrpSpPr>
          <p:cNvPr id="22" name="Group 21" descr="Lighter and darker versions of the theme colors displayed below the first row of the Theme Colors section of the Colors menu, crossed out">
            <a:extLst>
              <a:ext uri="{FF2B5EF4-FFF2-40B4-BE49-F238E27FC236}">
                <a16:creationId xmlns:a16="http://schemas.microsoft.com/office/drawing/2014/main" id="{D4125BDA-BC0C-CD21-ACC1-0EC3549338E3}"/>
              </a:ext>
            </a:extLst>
          </p:cNvPr>
          <p:cNvGrpSpPr/>
          <p:nvPr userDrawn="1"/>
        </p:nvGrpSpPr>
        <p:grpSpPr bwMode="gray">
          <a:xfrm>
            <a:off x="4294188" y="1861423"/>
            <a:ext cx="1697037" cy="772240"/>
            <a:chOff x="2503584" y="2442876"/>
            <a:chExt cx="2201384" cy="1025560"/>
          </a:xfrm>
        </p:grpSpPr>
        <p:sp>
          <p:nvSpPr>
            <p:cNvPr id="23" name="Rectangle 22">
              <a:extLst>
                <a:ext uri="{FF2B5EF4-FFF2-40B4-BE49-F238E27FC236}">
                  <a16:creationId xmlns:a16="http://schemas.microsoft.com/office/drawing/2014/main" id="{FD6C423A-1269-0479-236C-E5CD91684555}"/>
                </a:ext>
              </a:extLst>
            </p:cNvPr>
            <p:cNvSpPr/>
            <p:nvPr/>
          </p:nvSpPr>
          <p:spPr bwMode="gray">
            <a:xfrm>
              <a:off x="2503584" y="2445616"/>
              <a:ext cx="2201384" cy="1022820"/>
            </a:xfrm>
            <a:prstGeom prst="rect">
              <a:avLst/>
            </a:prstGeom>
            <a:solidFill>
              <a:schemeClr val="bg2">
                <a:lumMod val="85000"/>
                <a:alpha val="80922"/>
              </a:schemeClr>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cxnSp>
          <p:nvCxnSpPr>
            <p:cNvPr id="24" name="Straight Connector 23">
              <a:extLst>
                <a:ext uri="{FF2B5EF4-FFF2-40B4-BE49-F238E27FC236}">
                  <a16:creationId xmlns:a16="http://schemas.microsoft.com/office/drawing/2014/main" id="{68394944-3CB1-F204-20EA-BC3BD16DE6FB}"/>
                </a:ext>
              </a:extLst>
            </p:cNvPr>
            <p:cNvCxnSpPr>
              <a:cxnSpLocks/>
            </p:cNvCxnSpPr>
            <p:nvPr/>
          </p:nvCxnSpPr>
          <p:spPr bwMode="gray">
            <a:xfrm>
              <a:off x="2503584" y="2453444"/>
              <a:ext cx="2201384" cy="1012252"/>
            </a:xfrm>
            <a:prstGeom prst="line">
              <a:avLst/>
            </a:prstGeom>
            <a:solidFill>
              <a:schemeClr val="tx1">
                <a:alpha val="50000"/>
              </a:schemeClr>
            </a:solid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cxnSp>
        <p:cxnSp>
          <p:nvCxnSpPr>
            <p:cNvPr id="26" name="Straight Connector 25">
              <a:extLst>
                <a:ext uri="{FF2B5EF4-FFF2-40B4-BE49-F238E27FC236}">
                  <a16:creationId xmlns:a16="http://schemas.microsoft.com/office/drawing/2014/main" id="{8B3FD31C-A3D3-1B7C-4C5C-40F19A121224}"/>
                </a:ext>
              </a:extLst>
            </p:cNvPr>
            <p:cNvCxnSpPr>
              <a:cxnSpLocks/>
            </p:cNvCxnSpPr>
            <p:nvPr/>
          </p:nvCxnSpPr>
          <p:spPr bwMode="gray">
            <a:xfrm flipH="1">
              <a:off x="2503584" y="2442876"/>
              <a:ext cx="2201384" cy="1022820"/>
            </a:xfrm>
            <a:prstGeom prst="line">
              <a:avLst/>
            </a:prstGeom>
            <a:solidFill>
              <a:schemeClr val="tx1">
                <a:alpha val="50000"/>
              </a:schemeClr>
            </a:solid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cxnSp>
      </p:grpSp>
      <p:sp>
        <p:nvSpPr>
          <p:cNvPr id="28" name="Title 1">
            <a:extLst>
              <a:ext uri="{FF2B5EF4-FFF2-40B4-BE49-F238E27FC236}">
                <a16:creationId xmlns:a16="http://schemas.microsoft.com/office/drawing/2014/main" id="{75463075-4A61-1CCE-347E-EC2252348A0C}"/>
              </a:ext>
            </a:extLst>
          </p:cNvPr>
          <p:cNvSpPr txBox="1">
            <a:spLocks/>
          </p:cNvSpPr>
          <p:nvPr userDrawn="1"/>
        </p:nvSpPr>
        <p:spPr bwMode="gray">
          <a:xfrm>
            <a:off x="6359323" y="3591504"/>
            <a:ext cx="1221515" cy="471601"/>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Do not use Standard Colors.</a:t>
            </a:r>
          </a:p>
        </p:txBody>
      </p:sp>
      <p:grpSp>
        <p:nvGrpSpPr>
          <p:cNvPr id="29" name="Group 28" descr="Standard Colors section of the Colors menu, crossed out">
            <a:extLst>
              <a:ext uri="{FF2B5EF4-FFF2-40B4-BE49-F238E27FC236}">
                <a16:creationId xmlns:a16="http://schemas.microsoft.com/office/drawing/2014/main" id="{A306B0C4-5E0F-805B-EC1D-59572D3CDC17}"/>
              </a:ext>
            </a:extLst>
          </p:cNvPr>
          <p:cNvGrpSpPr/>
          <p:nvPr userDrawn="1"/>
        </p:nvGrpSpPr>
        <p:grpSpPr bwMode="gray">
          <a:xfrm>
            <a:off x="4294188" y="3713625"/>
            <a:ext cx="1697037" cy="227358"/>
            <a:chOff x="2503584" y="4666500"/>
            <a:chExt cx="2201384" cy="255192"/>
          </a:xfrm>
        </p:grpSpPr>
        <p:sp>
          <p:nvSpPr>
            <p:cNvPr id="30" name="Rectangle 29">
              <a:extLst>
                <a:ext uri="{FF2B5EF4-FFF2-40B4-BE49-F238E27FC236}">
                  <a16:creationId xmlns:a16="http://schemas.microsoft.com/office/drawing/2014/main" id="{782A608A-EA2E-BB7C-23F3-BE92C95DD3AC}"/>
                </a:ext>
              </a:extLst>
            </p:cNvPr>
            <p:cNvSpPr/>
            <p:nvPr/>
          </p:nvSpPr>
          <p:spPr bwMode="gray">
            <a:xfrm>
              <a:off x="2503584" y="4667529"/>
              <a:ext cx="2201384" cy="252453"/>
            </a:xfrm>
            <a:prstGeom prst="rect">
              <a:avLst/>
            </a:prstGeom>
            <a:solidFill>
              <a:schemeClr val="bg2">
                <a:lumMod val="85000"/>
                <a:alpha val="80922"/>
              </a:schemeClr>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pSp>
          <p:nvGrpSpPr>
            <p:cNvPr id="31" name="Group 30">
              <a:extLst>
                <a:ext uri="{FF2B5EF4-FFF2-40B4-BE49-F238E27FC236}">
                  <a16:creationId xmlns:a16="http://schemas.microsoft.com/office/drawing/2014/main" id="{D70ACD29-9A23-2B00-4775-A83A3C340B96}"/>
                </a:ext>
              </a:extLst>
            </p:cNvPr>
            <p:cNvGrpSpPr/>
            <p:nvPr/>
          </p:nvGrpSpPr>
          <p:grpSpPr bwMode="gray">
            <a:xfrm>
              <a:off x="2503584" y="4666500"/>
              <a:ext cx="2201384" cy="255192"/>
              <a:chOff x="623734" y="3324550"/>
              <a:chExt cx="2078966" cy="974786"/>
            </a:xfrm>
          </p:grpSpPr>
          <p:cxnSp>
            <p:nvCxnSpPr>
              <p:cNvPr id="32" name="Straight Connector 31">
                <a:extLst>
                  <a:ext uri="{FF2B5EF4-FFF2-40B4-BE49-F238E27FC236}">
                    <a16:creationId xmlns:a16="http://schemas.microsoft.com/office/drawing/2014/main" id="{B559716B-E512-F741-BDB6-BDC24BE584EC}"/>
                  </a:ext>
                </a:extLst>
              </p:cNvPr>
              <p:cNvCxnSpPr>
                <a:cxnSpLocks/>
              </p:cNvCxnSpPr>
              <p:nvPr/>
            </p:nvCxnSpPr>
            <p:spPr bwMode="gray">
              <a:xfrm>
                <a:off x="623734" y="3324551"/>
                <a:ext cx="2078966" cy="974785"/>
              </a:xfrm>
              <a:prstGeom prst="line">
                <a:avLst/>
              </a:prstGeom>
              <a:solidFill>
                <a:schemeClr val="tx1">
                  <a:alpha val="50000"/>
                </a:schemeClr>
              </a:solid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cxnSp>
          <p:cxnSp>
            <p:nvCxnSpPr>
              <p:cNvPr id="33" name="Straight Connector 32">
                <a:extLst>
                  <a:ext uri="{FF2B5EF4-FFF2-40B4-BE49-F238E27FC236}">
                    <a16:creationId xmlns:a16="http://schemas.microsoft.com/office/drawing/2014/main" id="{42812C71-5212-5AF1-72F7-F06BFFA9DBC5}"/>
                  </a:ext>
                </a:extLst>
              </p:cNvPr>
              <p:cNvCxnSpPr>
                <a:cxnSpLocks/>
              </p:cNvCxnSpPr>
              <p:nvPr/>
            </p:nvCxnSpPr>
            <p:spPr bwMode="gray">
              <a:xfrm flipH="1">
                <a:off x="623734" y="3324550"/>
                <a:ext cx="2078966" cy="972198"/>
              </a:xfrm>
              <a:prstGeom prst="line">
                <a:avLst/>
              </a:prstGeom>
              <a:solidFill>
                <a:schemeClr val="tx1">
                  <a:alpha val="50000"/>
                </a:schemeClr>
              </a:solid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cxnSp>
        </p:grpSp>
      </p:grpSp>
      <p:cxnSp>
        <p:nvCxnSpPr>
          <p:cNvPr id="34" name="Straight Connector 33">
            <a:extLst>
              <a:ext uri="{FF2B5EF4-FFF2-40B4-BE49-F238E27FC236}">
                <a16:creationId xmlns:a16="http://schemas.microsoft.com/office/drawing/2014/main" id="{3B3E2B9A-6011-262D-367F-CC354606CC29}"/>
              </a:ext>
              <a:ext uri="{C183D7F6-B498-43B3-948B-1728B52AA6E4}">
                <adec:decorative xmlns:adec="http://schemas.microsoft.com/office/drawing/2017/decorative" val="1"/>
              </a:ext>
            </a:extLst>
          </p:cNvPr>
          <p:cNvCxnSpPr>
            <a:cxnSpLocks/>
          </p:cNvCxnSpPr>
          <p:nvPr userDrawn="1"/>
        </p:nvCxnSpPr>
        <p:spPr bwMode="gray">
          <a:xfrm flipH="1" flipV="1">
            <a:off x="6003190" y="3827304"/>
            <a:ext cx="330958" cy="1"/>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7DD2EB9F-0D50-6080-6A4F-E0DC5F8F4493}"/>
              </a:ext>
              <a:ext uri="{C183D7F6-B498-43B3-948B-1728B52AA6E4}">
                <adec:decorative xmlns:adec="http://schemas.microsoft.com/office/drawing/2017/decorative" val="1"/>
              </a:ext>
            </a:extLst>
          </p:cNvPr>
          <p:cNvCxnSpPr>
            <a:cxnSpLocks/>
          </p:cNvCxnSpPr>
          <p:nvPr userDrawn="1"/>
        </p:nvCxnSpPr>
        <p:spPr bwMode="gray">
          <a:xfrm flipH="1">
            <a:off x="6003190" y="2247543"/>
            <a:ext cx="330958"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FE8D3A89-E70E-DDE7-021E-285840325888}"/>
              </a:ext>
              <a:ext uri="{C183D7F6-B498-43B3-948B-1728B52AA6E4}">
                <adec:decorative xmlns:adec="http://schemas.microsoft.com/office/drawing/2017/decorative" val="1"/>
              </a:ext>
            </a:extLst>
          </p:cNvPr>
          <p:cNvCxnSpPr>
            <a:cxnSpLocks/>
          </p:cNvCxnSpPr>
          <p:nvPr userDrawn="1"/>
        </p:nvCxnSpPr>
        <p:spPr bwMode="gray">
          <a:xfrm flipH="1">
            <a:off x="6003190" y="1751494"/>
            <a:ext cx="330958"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56B2F530-8F39-E0B1-91C4-C21680E8FFFE}"/>
              </a:ext>
              <a:ext uri="{C183D7F6-B498-43B3-948B-1728B52AA6E4}">
                <adec:decorative xmlns:adec="http://schemas.microsoft.com/office/drawing/2017/decorative" val="1"/>
              </a:ext>
            </a:extLst>
          </p:cNvPr>
          <p:cNvCxnSpPr>
            <a:cxnSpLocks/>
          </p:cNvCxnSpPr>
          <p:nvPr userDrawn="1"/>
        </p:nvCxnSpPr>
        <p:spPr bwMode="gray">
          <a:xfrm flipH="1">
            <a:off x="7579155" y="1751494"/>
            <a:ext cx="44883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
        <p:nvSpPr>
          <p:cNvPr id="39" name="Rectangle 38">
            <a:extLst>
              <a:ext uri="{FF2B5EF4-FFF2-40B4-BE49-F238E27FC236}">
                <a16:creationId xmlns:a16="http://schemas.microsoft.com/office/drawing/2014/main" id="{709EA482-6FA9-C797-D634-2D0AD746733E}"/>
              </a:ext>
              <a:ext uri="{C183D7F6-B498-43B3-948B-1728B52AA6E4}">
                <adec:decorative xmlns:adec="http://schemas.microsoft.com/office/drawing/2017/decorative" val="1"/>
              </a:ext>
            </a:extLst>
          </p:cNvPr>
          <p:cNvSpPr/>
          <p:nvPr/>
        </p:nvSpPr>
        <p:spPr bwMode="gray">
          <a:xfrm>
            <a:off x="8027988" y="1374016"/>
            <a:ext cx="2678112" cy="4388609"/>
          </a:xfrm>
          <a:prstGeom prst="rect">
            <a:avLst/>
          </a:prstGeom>
          <a:ln w="9525">
            <a:solidFill>
              <a:schemeClr val="tx2"/>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aphicFrame>
        <p:nvGraphicFramePr>
          <p:cNvPr id="40" name="Chart Placeholder 9" descr="Bar graph theme colors">
            <a:extLst>
              <a:ext uri="{FF2B5EF4-FFF2-40B4-BE49-F238E27FC236}">
                <a16:creationId xmlns:a16="http://schemas.microsoft.com/office/drawing/2014/main" id="{A750D901-C06D-F23A-2288-B642D179C6AA}"/>
              </a:ext>
            </a:extLst>
          </p:cNvPr>
          <p:cNvGraphicFramePr>
            <a:graphicFrameLocks/>
          </p:cNvGraphicFramePr>
          <p:nvPr>
            <p:extLst>
              <p:ext uri="{D42A27DB-BD31-4B8C-83A1-F6EECF244321}">
                <p14:modId xmlns:p14="http://schemas.microsoft.com/office/powerpoint/2010/main" val="392343148"/>
              </p:ext>
            </p:extLst>
          </p:nvPr>
        </p:nvGraphicFramePr>
        <p:xfrm>
          <a:off x="8181702" y="1566042"/>
          <a:ext cx="2370684" cy="217732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1" name="Chart Placeholder 10" descr="Pie graph theme colors">
            <a:extLst>
              <a:ext uri="{FF2B5EF4-FFF2-40B4-BE49-F238E27FC236}">
                <a16:creationId xmlns:a16="http://schemas.microsoft.com/office/drawing/2014/main" id="{FC179024-8977-99D8-FB5C-94EE53A01828}"/>
              </a:ext>
            </a:extLst>
          </p:cNvPr>
          <p:cNvGraphicFramePr>
            <a:graphicFrameLocks/>
          </p:cNvGraphicFramePr>
          <p:nvPr>
            <p:extLst>
              <p:ext uri="{D42A27DB-BD31-4B8C-83A1-F6EECF244321}">
                <p14:modId xmlns:p14="http://schemas.microsoft.com/office/powerpoint/2010/main" val="3237990657"/>
              </p:ext>
            </p:extLst>
          </p:nvPr>
        </p:nvGraphicFramePr>
        <p:xfrm>
          <a:off x="8181702" y="3890901"/>
          <a:ext cx="2370684" cy="1721623"/>
        </p:xfrm>
        <a:graphic>
          <a:graphicData uri="http://schemas.openxmlformats.org/drawingml/2006/chart">
            <c:chart xmlns:c="http://schemas.openxmlformats.org/drawingml/2006/chart" xmlns:r="http://schemas.openxmlformats.org/officeDocument/2006/relationships" r:id="rId4"/>
          </a:graphicData>
        </a:graphic>
      </p:graphicFrame>
      <p:pic>
        <p:nvPicPr>
          <p:cNvPr id="3" name="Pearson Logo" descr="Pearson Logo">
            <a:extLst>
              <a:ext uri="{FF2B5EF4-FFF2-40B4-BE49-F238E27FC236}">
                <a16:creationId xmlns:a16="http://schemas.microsoft.com/office/drawing/2014/main" id="{AB363CA6-8E1A-F783-321E-5F09E051A5CA}"/>
              </a:ext>
            </a:extLst>
          </p:cNvPr>
          <p:cNvPicPr/>
          <p:nvPr userDrawn="1"/>
        </p:nvPicPr>
        <p:blipFill>
          <a:blip r:embed="rId5">
            <a:extLst>
              <a:ext uri="{96DAC541-7B7A-43D3-8B79-37D633B846F1}">
                <asvg:svgBlip xmlns:asvg="http://schemas.microsoft.com/office/drawing/2016/SVG/main" r:embed="rId6"/>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65287921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User Guide: Typography">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j-lt"/>
              <a:ea typeface="+mn-ea"/>
              <a:cs typeface="+mn-cs"/>
            </a:endParaRPr>
          </a:p>
        </p:txBody>
      </p:sp>
      <p:sp>
        <p:nvSpPr>
          <p:cNvPr id="16" name="Section">
            <a:extLst>
              <a:ext uri="{FF2B5EF4-FFF2-40B4-BE49-F238E27FC236}">
                <a16:creationId xmlns:a16="http://schemas.microsoft.com/office/drawing/2014/main" id="{554ECA3C-1DF4-B7F5-69F4-F7609A8B8398}"/>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Typography</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029810"/>
            <a:ext cx="2557019" cy="5379868"/>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200" b="1" dirty="0">
                <a:latin typeface="+mj-lt"/>
                <a:cs typeface="Segoe UI" panose="020B0502040204020203" pitchFamily="34" charset="0"/>
              </a:rPr>
              <a:t>Arial </a:t>
            </a:r>
            <a:r>
              <a:rPr lang="en-US" sz="1200" b="0" dirty="0">
                <a:latin typeface="+mj-lt"/>
                <a:cs typeface="Segoe UI" panose="020B0502040204020203" pitchFamily="34" charset="0"/>
              </a:rPr>
              <a:t>is our primary typeface for PowerPoint presentations.</a:t>
            </a:r>
          </a:p>
          <a:p>
            <a:r>
              <a:rPr lang="en-US" sz="1200" b="0" dirty="0">
                <a:latin typeface="+mj-lt"/>
                <a:cs typeface="Segoe UI" panose="020B0502040204020203" pitchFamily="34" charset="0"/>
              </a:rPr>
              <a:t>Follow these rules for using type in our communications:</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Use only our approved typeface</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Set text primarily flush left</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Set kerning to optical</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Use consistent point sizes throughout — do not use too many different type sizes</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Limit the use of all caps</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Text-heavy documents should be well organized and use white space generously, allowing the reader’s eye to scan and flow through the material easily</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Use Italic only for special cases, i.e., titles, names of vehicles and ships, scientific and technical terms, foreign words or phrases.</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endParaRPr lang="en-US" sz="1200" kern="1200" dirty="0">
              <a:solidFill>
                <a:srgbClr val="0D004D"/>
              </a:solidFill>
              <a:latin typeface="+mj-lt"/>
              <a:ea typeface="+mn-ea"/>
              <a:cs typeface="Segoe UI" panose="020B0502040204020203" pitchFamily="34" charset="0"/>
            </a:endParaRP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If you need to use </a:t>
            </a:r>
            <a:r>
              <a:rPr lang="en-US" sz="1200" dirty="0">
                <a:latin typeface="+mj-lt"/>
                <a:cs typeface="Segoe UI" panose="020B0502040204020203" pitchFamily="34" charset="0"/>
              </a:rPr>
              <a:t>monospaced fonts used for coding, please use </a:t>
            </a:r>
            <a:r>
              <a:rPr lang="en-US" sz="1200" b="1" dirty="0">
                <a:latin typeface="Courier New" panose="02070309020205020404" pitchFamily="49" charset="0"/>
                <a:cs typeface="Courier New" panose="02070309020205020404" pitchFamily="49" charset="0"/>
              </a:rPr>
              <a:t>Courier New</a:t>
            </a:r>
            <a:r>
              <a:rPr lang="en-US" sz="1200" b="1" dirty="0">
                <a:latin typeface="+mj-lt"/>
                <a:cs typeface="Courier New" panose="02070309020205020404" pitchFamily="49" charset="0"/>
              </a:rPr>
              <a:t>.</a:t>
            </a:r>
            <a:endParaRPr lang="en-US" sz="1200" kern="1200" dirty="0">
              <a:solidFill>
                <a:srgbClr val="0D004D"/>
              </a:solidFill>
              <a:latin typeface="+mj-lt"/>
              <a:ea typeface="+mn-ea"/>
              <a:cs typeface="Courier New" panose="02070309020205020404" pitchFamily="49" charset="0"/>
            </a:endParaRPr>
          </a:p>
          <a:p>
            <a:endParaRPr lang="en-US" sz="1200" b="0" dirty="0">
              <a:latin typeface="+mj-lt"/>
              <a:cs typeface="Segoe UI" panose="020B0502040204020203" pitchFamily="34" charset="0"/>
            </a:endParaRPr>
          </a:p>
        </p:txBody>
      </p:sp>
      <p:sp>
        <p:nvSpPr>
          <p:cNvPr id="2" name="Title 1">
            <a:extLst>
              <a:ext uri="{FF2B5EF4-FFF2-40B4-BE49-F238E27FC236}">
                <a16:creationId xmlns:a16="http://schemas.microsoft.com/office/drawing/2014/main" id="{041F95B9-14C1-0998-1118-27703025EE2D}"/>
              </a:ext>
            </a:extLst>
          </p:cNvPr>
          <p:cNvSpPr txBox="1">
            <a:spLocks/>
          </p:cNvSpPr>
          <p:nvPr userDrawn="1"/>
        </p:nvSpPr>
        <p:spPr bwMode="gray">
          <a:xfrm>
            <a:off x="4637087" y="721944"/>
            <a:ext cx="7004747" cy="5539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1" i="0" u="none" strike="noStrike" kern="1200" cap="none" spc="0" normalizeH="0" baseline="0" noProof="1">
                <a:ln>
                  <a:noFill/>
                </a:ln>
                <a:solidFill>
                  <a:srgbClr val="0D004D"/>
                </a:solidFill>
                <a:effectLst/>
                <a:uLnTx/>
                <a:uFillTx/>
                <a:latin typeface="+mj-lt"/>
                <a:ea typeface="+mj-ea"/>
                <a:cs typeface="Segoe UI" panose="020B0502040204020203" pitchFamily="34" charset="0"/>
              </a:rPr>
              <a:t>Title — Arial (Headings) Bold</a:t>
            </a:r>
          </a:p>
        </p:txBody>
      </p:sp>
      <p:sp>
        <p:nvSpPr>
          <p:cNvPr id="7" name="Title 1">
            <a:extLst>
              <a:ext uri="{FF2B5EF4-FFF2-40B4-BE49-F238E27FC236}">
                <a16:creationId xmlns:a16="http://schemas.microsoft.com/office/drawing/2014/main" id="{EAE89D40-FA37-7962-F804-74B144E2CB9F}"/>
              </a:ext>
            </a:extLst>
          </p:cNvPr>
          <p:cNvSpPr txBox="1">
            <a:spLocks/>
          </p:cNvSpPr>
          <p:nvPr userDrawn="1"/>
        </p:nvSpPr>
        <p:spPr bwMode="gray">
          <a:xfrm>
            <a:off x="4637088" y="1543384"/>
            <a:ext cx="7004745" cy="33239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1">
                <a:ln>
                  <a:noFill/>
                </a:ln>
                <a:solidFill>
                  <a:srgbClr val="0D004D"/>
                </a:solidFill>
                <a:effectLst/>
                <a:uLnTx/>
                <a:uFillTx/>
                <a:latin typeface="+mj-lt"/>
                <a:ea typeface="+mj-ea"/>
                <a:cs typeface="Segoe UI Semibold" panose="020B0502040204020203" pitchFamily="34" charset="0"/>
              </a:rPr>
              <a:t>Slide headline — Arial (Headings) Bold</a:t>
            </a:r>
          </a:p>
        </p:txBody>
      </p:sp>
      <p:sp>
        <p:nvSpPr>
          <p:cNvPr id="9" name="Title 1">
            <a:extLst>
              <a:ext uri="{FF2B5EF4-FFF2-40B4-BE49-F238E27FC236}">
                <a16:creationId xmlns:a16="http://schemas.microsoft.com/office/drawing/2014/main" id="{DBA1FB21-1438-AA2D-3FC5-BDBD25832C03}"/>
              </a:ext>
            </a:extLst>
          </p:cNvPr>
          <p:cNvSpPr txBox="1">
            <a:spLocks/>
          </p:cNvSpPr>
          <p:nvPr userDrawn="1"/>
        </p:nvSpPr>
        <p:spPr bwMode="gray">
          <a:xfrm>
            <a:off x="4647721" y="2041910"/>
            <a:ext cx="6401317" cy="246221"/>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600" b="1" i="0" u="none" strike="noStrike" kern="1200" cap="none" spc="0" normalizeH="0" baseline="0" noProof="1">
                <a:ln>
                  <a:noFill/>
                </a:ln>
                <a:solidFill>
                  <a:srgbClr val="0D004D"/>
                </a:solidFill>
                <a:effectLst/>
                <a:uLnTx/>
                <a:uFillTx/>
                <a:latin typeface="+mj-lt"/>
                <a:ea typeface="+mj-ea"/>
                <a:cs typeface="Segoe UI Semibold" panose="020B0502040204020203" pitchFamily="34" charset="0"/>
              </a:rPr>
              <a:t>Smaller subheads — Arial (Headings) Bold</a:t>
            </a:r>
          </a:p>
        </p:txBody>
      </p:sp>
      <p:sp>
        <p:nvSpPr>
          <p:cNvPr id="12" name="Title 1">
            <a:extLst>
              <a:ext uri="{FF2B5EF4-FFF2-40B4-BE49-F238E27FC236}">
                <a16:creationId xmlns:a16="http://schemas.microsoft.com/office/drawing/2014/main" id="{C2145967-1BCF-A0AD-9B31-667AB123C28E}"/>
              </a:ext>
            </a:extLst>
          </p:cNvPr>
          <p:cNvSpPr txBox="1">
            <a:spLocks/>
          </p:cNvSpPr>
          <p:nvPr userDrawn="1"/>
        </p:nvSpPr>
        <p:spPr bwMode="gray">
          <a:xfrm>
            <a:off x="4647721" y="2409988"/>
            <a:ext cx="6401317" cy="93871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0" i="0" u="none" strike="noStrike" kern="1200" cap="none" spc="0" normalizeH="0" baseline="0" noProof="1">
                <a:ln>
                  <a:noFill/>
                </a:ln>
                <a:solidFill>
                  <a:srgbClr val="0D004D"/>
                </a:solidFill>
                <a:effectLst/>
                <a:uLnTx/>
                <a:uFillTx/>
                <a:latin typeface="+mj-lt"/>
                <a:ea typeface="+mj-ea"/>
                <a:cs typeface="Segoe UI" panose="020B0502040204020203" pitchFamily="34" charset="0"/>
              </a:rPr>
              <a:t>Content — Arial (Body) Regular</a:t>
            </a:r>
          </a:p>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0" i="0" u="none" strike="noStrike" kern="1200" cap="none" spc="0" normalizeH="0" baseline="0" noProof="1">
                <a:ln>
                  <a:noFill/>
                </a:ln>
                <a:solidFill>
                  <a:srgbClr val="0D004D"/>
                </a:solidFill>
                <a:effectLst/>
                <a:uLnTx/>
                <a:uFillTx/>
                <a:latin typeface="+mj-lt"/>
                <a:ea typeface="+mj-ea"/>
                <a:cs typeface="Segoe UI" panose="020B0502040204020203" pitchFamily="34" charset="0"/>
              </a:rPr>
              <a:t>Lorem ipsum dolor sit amet, consectetur adipiscing elit, sed do eiusmod tempor incididunt ut labore et dolore magna aliqua. Ut enim ad minim veniam, quis nostrud exercitation ullamco laboris nisi ut aliquip ex ea commodo consequat. </a:t>
            </a:r>
          </a:p>
        </p:txBody>
      </p:sp>
      <p:sp>
        <p:nvSpPr>
          <p:cNvPr id="13" name="Title 1">
            <a:extLst>
              <a:ext uri="{FF2B5EF4-FFF2-40B4-BE49-F238E27FC236}">
                <a16:creationId xmlns:a16="http://schemas.microsoft.com/office/drawing/2014/main" id="{D26A9AC9-28F1-BAC6-C232-360B73B36B99}"/>
              </a:ext>
            </a:extLst>
          </p:cNvPr>
          <p:cNvSpPr txBox="1">
            <a:spLocks/>
          </p:cNvSpPr>
          <p:nvPr userDrawn="1"/>
        </p:nvSpPr>
        <p:spPr bwMode="gray">
          <a:xfrm>
            <a:off x="4637089" y="3475100"/>
            <a:ext cx="6411910" cy="13849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000" b="0" i="0" u="none" strike="noStrike" kern="1200" cap="none" spc="0" normalizeH="0" baseline="0" noProof="1">
                <a:ln>
                  <a:noFill/>
                </a:ln>
                <a:solidFill>
                  <a:srgbClr val="0D004D"/>
                </a:solidFill>
                <a:effectLst/>
                <a:uLnTx/>
                <a:uFillTx/>
                <a:latin typeface="+mj-lt"/>
                <a:ea typeface="+mj-ea"/>
                <a:cs typeface="Segoe UI" panose="020B0502040204020203" pitchFamily="34" charset="0"/>
              </a:rPr>
              <a:t>Annotation and citation — Arial (Body) Regular</a:t>
            </a:r>
          </a:p>
        </p:txBody>
      </p:sp>
      <p:sp>
        <p:nvSpPr>
          <p:cNvPr id="8" name="Title 1">
            <a:extLst>
              <a:ext uri="{FF2B5EF4-FFF2-40B4-BE49-F238E27FC236}">
                <a16:creationId xmlns:a16="http://schemas.microsoft.com/office/drawing/2014/main" id="{FD2D1494-3772-7933-5C33-268753CE4107}"/>
              </a:ext>
            </a:extLst>
          </p:cNvPr>
          <p:cNvSpPr txBox="1">
            <a:spLocks/>
          </p:cNvSpPr>
          <p:nvPr userDrawn="1"/>
        </p:nvSpPr>
        <p:spPr bwMode="gray">
          <a:xfrm>
            <a:off x="3946278" y="240812"/>
            <a:ext cx="5029449" cy="613412"/>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Text on Slides – Arial</a:t>
            </a:r>
          </a:p>
        </p:txBody>
      </p:sp>
      <p:sp>
        <p:nvSpPr>
          <p:cNvPr id="10" name="Title 1">
            <a:extLst>
              <a:ext uri="{FF2B5EF4-FFF2-40B4-BE49-F238E27FC236}">
                <a16:creationId xmlns:a16="http://schemas.microsoft.com/office/drawing/2014/main" id="{F89DECD1-33AC-9F80-1B59-CBD4526890FA}"/>
              </a:ext>
            </a:extLst>
          </p:cNvPr>
          <p:cNvSpPr txBox="1">
            <a:spLocks/>
          </p:cNvSpPr>
          <p:nvPr userDrawn="1"/>
        </p:nvSpPr>
        <p:spPr bwMode="gray">
          <a:xfrm>
            <a:off x="3946278" y="4151314"/>
            <a:ext cx="5467230" cy="390908"/>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Courier New" panose="02070309020205020404" pitchFamily="49" charset="0"/>
                <a:ea typeface="+mj-ea"/>
                <a:cs typeface="Courier New" panose="02070309020205020404" pitchFamily="49" charset="0"/>
              </a:rPr>
              <a:t>Font for Coding – Courier New</a:t>
            </a:r>
          </a:p>
        </p:txBody>
      </p:sp>
      <p:sp>
        <p:nvSpPr>
          <p:cNvPr id="24" name="Title 1">
            <a:extLst>
              <a:ext uri="{FF2B5EF4-FFF2-40B4-BE49-F238E27FC236}">
                <a16:creationId xmlns:a16="http://schemas.microsoft.com/office/drawing/2014/main" id="{C2210716-54A9-B23F-4FB9-0EBB212B429C}"/>
              </a:ext>
            </a:extLst>
          </p:cNvPr>
          <p:cNvSpPr txBox="1">
            <a:spLocks/>
          </p:cNvSpPr>
          <p:nvPr userDrawn="1"/>
        </p:nvSpPr>
        <p:spPr bwMode="gray">
          <a:xfrm>
            <a:off x="4395860" y="4638472"/>
            <a:ext cx="6401317" cy="246221"/>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600" b="1" i="0" u="none" strike="noStrike" kern="1200" cap="none" spc="0" normalizeH="0" baseline="0" noProof="1">
                <a:ln>
                  <a:noFill/>
                </a:ln>
                <a:solidFill>
                  <a:srgbClr val="0D004D"/>
                </a:solidFill>
                <a:effectLst/>
                <a:uLnTx/>
                <a:uFillTx/>
                <a:latin typeface="Courier New" panose="02070309020205020404" pitchFamily="49" charset="0"/>
                <a:ea typeface="+mj-ea"/>
                <a:cs typeface="Courier New" panose="02070309020205020404" pitchFamily="49" charset="0"/>
              </a:rPr>
              <a:t>Smaller subheads — Bold</a:t>
            </a:r>
          </a:p>
        </p:txBody>
      </p:sp>
      <p:sp>
        <p:nvSpPr>
          <p:cNvPr id="25" name="Title 1">
            <a:extLst>
              <a:ext uri="{FF2B5EF4-FFF2-40B4-BE49-F238E27FC236}">
                <a16:creationId xmlns:a16="http://schemas.microsoft.com/office/drawing/2014/main" id="{D1D5DCB3-4395-3D96-8730-1B5512CEB72C}"/>
              </a:ext>
            </a:extLst>
          </p:cNvPr>
          <p:cNvSpPr txBox="1">
            <a:spLocks/>
          </p:cNvSpPr>
          <p:nvPr userDrawn="1"/>
        </p:nvSpPr>
        <p:spPr bwMode="gray">
          <a:xfrm>
            <a:off x="4395860" y="5150932"/>
            <a:ext cx="6401317" cy="1154162"/>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0" i="0" u="none" strike="noStrike" kern="1200" cap="none" spc="0" normalizeH="0" baseline="0" noProof="1">
                <a:ln>
                  <a:noFill/>
                </a:ln>
                <a:solidFill>
                  <a:srgbClr val="0D004D"/>
                </a:solidFill>
                <a:effectLst/>
                <a:uLnTx/>
                <a:uFillTx/>
                <a:latin typeface="Courier New" panose="02070309020205020404" pitchFamily="49" charset="0"/>
                <a:ea typeface="+mj-ea"/>
                <a:cs typeface="Courier New" panose="02070309020205020404" pitchFamily="49" charset="0"/>
              </a:rPr>
              <a:t>Content— Regular</a:t>
            </a:r>
          </a:p>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0" i="0" u="none" strike="noStrike" kern="1200" cap="none" spc="0" normalizeH="0" baseline="0" noProof="1">
                <a:ln>
                  <a:noFill/>
                </a:ln>
                <a:solidFill>
                  <a:srgbClr val="0D004D"/>
                </a:solidFill>
                <a:effectLst/>
                <a:uLnTx/>
                <a:uFillTx/>
                <a:latin typeface="Courier New" panose="02070309020205020404" pitchFamily="49" charset="0"/>
                <a:ea typeface="+mj-ea"/>
                <a:cs typeface="Courier New" panose="02070309020205020404" pitchFamily="49" charset="0"/>
              </a:rPr>
              <a:t>Lorem ipsum dolor sit amet, consectetur adipiscing elit, sed do eiusmod tempor incididunt ut labore et dolore magna aliqua. Ut enim ad minim veniam, quis nostrud exercitation ullamco laboris nisi ut aliquip ex ea commodo consequat. </a:t>
            </a:r>
          </a:p>
        </p:txBody>
      </p:sp>
      <p:pic>
        <p:nvPicPr>
          <p:cNvPr id="4" name="Pearson Logo" descr="Pearson Logo">
            <a:extLst>
              <a:ext uri="{FF2B5EF4-FFF2-40B4-BE49-F238E27FC236}">
                <a16:creationId xmlns:a16="http://schemas.microsoft.com/office/drawing/2014/main" id="{1C0E0A05-8CDD-11FE-7F84-BC16E4D1A1F6}"/>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56000275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4_User Guide: Pictograms and Icons">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j-lt"/>
              <a:ea typeface="+mn-ea"/>
              <a:cs typeface="+mn-cs"/>
            </a:endParaRPr>
          </a:p>
        </p:txBody>
      </p:sp>
      <p:sp>
        <p:nvSpPr>
          <p:cNvPr id="188" name="Section">
            <a:extLst>
              <a:ext uri="{FF2B5EF4-FFF2-40B4-BE49-F238E27FC236}">
                <a16:creationId xmlns:a16="http://schemas.microsoft.com/office/drawing/2014/main" id="{EBA5F521-577F-6087-09CE-FB6C3058BD6D}"/>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Pictograms –</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Light Mode</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625600"/>
            <a:ext cx="2354961" cy="3499413"/>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400" b="0" noProof="0" dirty="0">
                <a:latin typeface="+mj-lt"/>
                <a:cs typeface="Segoe UI" panose="020B0502040204020203" pitchFamily="34" charset="0"/>
              </a:rPr>
              <a:t>While pictograms should be used in their original Purple colorway, they can also incorporate one of three accent colors, Amber, Turquoise and Fuchsia.</a:t>
            </a:r>
          </a:p>
          <a:p>
            <a:r>
              <a:rPr lang="en-GB" sz="1400" dirty="0">
                <a:solidFill>
                  <a:srgbClr val="0C004C"/>
                </a:solidFill>
                <a:effectLst/>
                <a:latin typeface="+mj-lt"/>
                <a:cs typeface="Segoe UI" panose="020B0502040204020203" pitchFamily="34" charset="0"/>
              </a:rPr>
              <a:t>Consider using pictograms with accent colours when: </a:t>
            </a:r>
          </a:p>
          <a:p>
            <a:pPr marL="171450" indent="-171450">
              <a:buFont typeface="Arial" panose="020B0604020202020204" pitchFamily="34" charset="0"/>
              <a:buChar char="•"/>
            </a:pPr>
            <a:r>
              <a:rPr lang="en-GB" sz="1400" dirty="0">
                <a:solidFill>
                  <a:srgbClr val="0C004C"/>
                </a:solidFill>
                <a:effectLst/>
                <a:latin typeface="+mj-lt"/>
                <a:cs typeface="Segoe UI" panose="020B0502040204020203" pitchFamily="34" charset="0"/>
              </a:rPr>
              <a:t>calling additional attention to one in a series </a:t>
            </a:r>
          </a:p>
          <a:p>
            <a:pPr marL="171450" indent="-171450">
              <a:buFont typeface="Arial" panose="020B0604020202020204" pitchFamily="34" charset="0"/>
              <a:buChar char="•"/>
            </a:pPr>
            <a:r>
              <a:rPr lang="en-GB" sz="1400" dirty="0">
                <a:solidFill>
                  <a:srgbClr val="0C004C"/>
                </a:solidFill>
                <a:effectLst/>
                <a:latin typeface="+mj-lt"/>
                <a:cs typeface="Segoe UI" panose="020B0502040204020203" pitchFamily="34" charset="0"/>
              </a:rPr>
              <a:t>complementing the colour of a layout </a:t>
            </a:r>
          </a:p>
          <a:p>
            <a:pPr marL="171450" indent="-171450">
              <a:buFont typeface="Arial" panose="020B0604020202020204" pitchFamily="34" charset="0"/>
              <a:buChar char="•"/>
            </a:pPr>
            <a:r>
              <a:rPr lang="en-GB" sz="1400" dirty="0">
                <a:solidFill>
                  <a:srgbClr val="0C004C"/>
                </a:solidFill>
                <a:effectLst/>
                <a:latin typeface="+mj-lt"/>
                <a:cs typeface="Segoe UI" panose="020B0502040204020203" pitchFamily="34" charset="0"/>
              </a:rPr>
              <a:t>used as a large expressive illustration </a:t>
            </a:r>
          </a:p>
        </p:txBody>
      </p:sp>
      <p:grpSp>
        <p:nvGrpSpPr>
          <p:cNvPr id="3" name="Group 2" descr="pictograms with accent colors">
            <a:extLst>
              <a:ext uri="{FF2B5EF4-FFF2-40B4-BE49-F238E27FC236}">
                <a16:creationId xmlns:a16="http://schemas.microsoft.com/office/drawing/2014/main" id="{31BBCCFD-7160-50BD-400C-BED8BEE208DD}"/>
              </a:ext>
            </a:extLst>
          </p:cNvPr>
          <p:cNvGrpSpPr/>
          <p:nvPr userDrawn="1"/>
        </p:nvGrpSpPr>
        <p:grpSpPr>
          <a:xfrm>
            <a:off x="550164" y="5125013"/>
            <a:ext cx="2159747" cy="680781"/>
            <a:chOff x="550164" y="5125013"/>
            <a:chExt cx="2159747" cy="680781"/>
          </a:xfrm>
        </p:grpSpPr>
        <p:pic>
          <p:nvPicPr>
            <p:cNvPr id="7" name="Picture 6" descr="A colorful cube with purple and yellow squares&#10;&#10;AI-generated content may be incorrect.">
              <a:extLst>
                <a:ext uri="{FF2B5EF4-FFF2-40B4-BE49-F238E27FC236}">
                  <a16:creationId xmlns:a16="http://schemas.microsoft.com/office/drawing/2014/main" id="{011BFC08-9810-AC36-4734-2DBD3E8DC86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50164" y="5125013"/>
              <a:ext cx="680781" cy="680781"/>
            </a:xfrm>
            <a:prstGeom prst="rect">
              <a:avLst/>
            </a:prstGeom>
          </p:spPr>
        </p:pic>
        <p:pic>
          <p:nvPicPr>
            <p:cNvPr id="8" name="Picture 7">
              <a:extLst>
                <a:ext uri="{FF2B5EF4-FFF2-40B4-BE49-F238E27FC236}">
                  <a16:creationId xmlns:a16="http://schemas.microsoft.com/office/drawing/2014/main" id="{66DE5405-8D04-89A3-D50D-6A4E3994B4F6}"/>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1289647" y="5125013"/>
              <a:ext cx="680781" cy="680781"/>
            </a:xfrm>
            <a:prstGeom prst="rect">
              <a:avLst/>
            </a:prstGeom>
          </p:spPr>
        </p:pic>
        <p:pic>
          <p:nvPicPr>
            <p:cNvPr id="9" name="Picture 8">
              <a:extLst>
                <a:ext uri="{FF2B5EF4-FFF2-40B4-BE49-F238E27FC236}">
                  <a16:creationId xmlns:a16="http://schemas.microsoft.com/office/drawing/2014/main" id="{D2E79EF5-BCB0-4652-4D84-9771BDB88ABD}"/>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2029130" y="5125013"/>
              <a:ext cx="680781" cy="680781"/>
            </a:xfrm>
            <a:prstGeom prst="rect">
              <a:avLst/>
            </a:prstGeom>
          </p:spPr>
        </p:pic>
      </p:grpSp>
      <p:pic>
        <p:nvPicPr>
          <p:cNvPr id="10" name="Picture 9" descr="A purple paper plane&#10;">
            <a:extLst>
              <a:ext uri="{FF2B5EF4-FFF2-40B4-BE49-F238E27FC236}">
                <a16:creationId xmlns:a16="http://schemas.microsoft.com/office/drawing/2014/main" id="{6706DEBC-CA78-57B6-1ABD-0E06263FCED2}"/>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3653155" y="722826"/>
            <a:ext cx="840821" cy="840821"/>
          </a:xfrm>
          <a:prstGeom prst="rect">
            <a:avLst/>
          </a:prstGeom>
        </p:spPr>
      </p:pic>
      <p:pic>
        <p:nvPicPr>
          <p:cNvPr id="12" name="Picture 11" descr="A purple and white cube&#10;">
            <a:extLst>
              <a:ext uri="{FF2B5EF4-FFF2-40B4-BE49-F238E27FC236}">
                <a16:creationId xmlns:a16="http://schemas.microsoft.com/office/drawing/2014/main" id="{BFB38276-5BA2-B22D-DD5D-36936ED25C03}"/>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4702209" y="722826"/>
            <a:ext cx="840821" cy="840821"/>
          </a:xfrm>
          <a:prstGeom prst="rect">
            <a:avLst/>
          </a:prstGeom>
        </p:spPr>
      </p:pic>
      <p:pic>
        <p:nvPicPr>
          <p:cNvPr id="13" name="Picture 12" descr="A purple and white square with a graph going up">
            <a:extLst>
              <a:ext uri="{FF2B5EF4-FFF2-40B4-BE49-F238E27FC236}">
                <a16:creationId xmlns:a16="http://schemas.microsoft.com/office/drawing/2014/main" id="{BA08C0A7-E1A4-21CF-4A94-AA95B511517F}"/>
              </a:ext>
            </a:extLst>
          </p:cNvPr>
          <p:cNvPicPr>
            <a:picLocks noChangeAspect="1"/>
          </p:cNvPicPr>
          <p:nvPr userDrawn="1"/>
        </p:nvPicPr>
        <p:blipFill>
          <a:blip r:embed="rId7" cstate="screen">
            <a:extLst>
              <a:ext uri="{28A0092B-C50C-407E-A947-70E740481C1C}">
                <a14:useLocalDpi xmlns:a14="http://schemas.microsoft.com/office/drawing/2010/main"/>
              </a:ext>
            </a:extLst>
          </a:blip>
          <a:srcRect/>
          <a:stretch/>
        </p:blipFill>
        <p:spPr>
          <a:xfrm>
            <a:off x="5751263" y="722826"/>
            <a:ext cx="840821" cy="840821"/>
          </a:xfrm>
          <a:prstGeom prst="rect">
            <a:avLst/>
          </a:prstGeom>
        </p:spPr>
      </p:pic>
      <p:pic>
        <p:nvPicPr>
          <p:cNvPr id="15" name="Picture 14" descr="A four white circles with arrows pointing to the center&#10;">
            <a:extLst>
              <a:ext uri="{FF2B5EF4-FFF2-40B4-BE49-F238E27FC236}">
                <a16:creationId xmlns:a16="http://schemas.microsoft.com/office/drawing/2014/main" id="{CA1EFC87-9EBE-47A0-2495-D7F88385E154}"/>
              </a:ext>
            </a:extLst>
          </p:cNvPr>
          <p:cNvPicPr>
            <a:picLocks noChangeAspect="1"/>
          </p:cNvPicPr>
          <p:nvPr userDrawn="1"/>
        </p:nvPicPr>
        <p:blipFill>
          <a:blip r:embed="rId8" cstate="screen">
            <a:extLst>
              <a:ext uri="{28A0092B-C50C-407E-A947-70E740481C1C}">
                <a14:useLocalDpi xmlns:a14="http://schemas.microsoft.com/office/drawing/2010/main"/>
              </a:ext>
            </a:extLst>
          </a:blip>
          <a:srcRect/>
          <a:stretch/>
        </p:blipFill>
        <p:spPr>
          <a:xfrm>
            <a:off x="6800317" y="722826"/>
            <a:ext cx="840821" cy="840821"/>
          </a:xfrm>
          <a:prstGeom prst="rect">
            <a:avLst/>
          </a:prstGeom>
        </p:spPr>
      </p:pic>
      <p:pic>
        <p:nvPicPr>
          <p:cNvPr id="16" name="Picture 15" descr="A purple globe&#10;">
            <a:extLst>
              <a:ext uri="{FF2B5EF4-FFF2-40B4-BE49-F238E27FC236}">
                <a16:creationId xmlns:a16="http://schemas.microsoft.com/office/drawing/2014/main" id="{0917A544-91AE-E692-5BF1-53402396F1D5}"/>
              </a:ext>
            </a:extLst>
          </p:cNvPr>
          <p:cNvPicPr>
            <a:picLocks noChangeAspect="1"/>
          </p:cNvPicPr>
          <p:nvPr userDrawn="1"/>
        </p:nvPicPr>
        <p:blipFill>
          <a:blip r:embed="rId9" cstate="screen">
            <a:extLst>
              <a:ext uri="{28A0092B-C50C-407E-A947-70E740481C1C}">
                <a14:useLocalDpi xmlns:a14="http://schemas.microsoft.com/office/drawing/2010/main"/>
              </a:ext>
            </a:extLst>
          </a:blip>
          <a:srcRect/>
          <a:stretch/>
        </p:blipFill>
        <p:spPr>
          <a:xfrm>
            <a:off x="7849371" y="722826"/>
            <a:ext cx="840821" cy="840821"/>
          </a:xfrm>
          <a:prstGeom prst="rect">
            <a:avLst/>
          </a:prstGeom>
        </p:spPr>
      </p:pic>
      <p:pic>
        <p:nvPicPr>
          <p:cNvPr id="17" name="Picture 16" descr="A purple and white cylinder&#10;">
            <a:extLst>
              <a:ext uri="{FF2B5EF4-FFF2-40B4-BE49-F238E27FC236}">
                <a16:creationId xmlns:a16="http://schemas.microsoft.com/office/drawing/2014/main" id="{42D8CE99-A187-B4EC-3CE8-E0A0079D147D}"/>
              </a:ext>
            </a:extLst>
          </p:cNvPr>
          <p:cNvPicPr>
            <a:picLocks noChangeAspect="1"/>
          </p:cNvPicPr>
          <p:nvPr userDrawn="1"/>
        </p:nvPicPr>
        <p:blipFill>
          <a:blip r:embed="rId10" cstate="screen">
            <a:extLst>
              <a:ext uri="{28A0092B-C50C-407E-A947-70E740481C1C}">
                <a14:useLocalDpi xmlns:a14="http://schemas.microsoft.com/office/drawing/2010/main"/>
              </a:ext>
            </a:extLst>
          </a:blip>
          <a:srcRect/>
          <a:stretch/>
        </p:blipFill>
        <p:spPr>
          <a:xfrm>
            <a:off x="8898425" y="722826"/>
            <a:ext cx="840821" cy="840821"/>
          </a:xfrm>
          <a:prstGeom prst="rect">
            <a:avLst/>
          </a:prstGeom>
        </p:spPr>
      </p:pic>
      <p:pic>
        <p:nvPicPr>
          <p:cNvPr id="18" name="Picture 17" descr="A close-up of a square&#10;">
            <a:extLst>
              <a:ext uri="{FF2B5EF4-FFF2-40B4-BE49-F238E27FC236}">
                <a16:creationId xmlns:a16="http://schemas.microsoft.com/office/drawing/2014/main" id="{FD834259-89C8-6E7B-8174-C312F344B111}"/>
              </a:ext>
            </a:extLst>
          </p:cNvPr>
          <p:cNvPicPr>
            <a:picLocks noChangeAspect="1"/>
          </p:cNvPicPr>
          <p:nvPr userDrawn="1"/>
        </p:nvPicPr>
        <p:blipFill>
          <a:blip r:embed="rId11" cstate="screen">
            <a:extLst>
              <a:ext uri="{28A0092B-C50C-407E-A947-70E740481C1C}">
                <a14:useLocalDpi xmlns:a14="http://schemas.microsoft.com/office/drawing/2010/main"/>
              </a:ext>
            </a:extLst>
          </a:blip>
          <a:srcRect/>
          <a:stretch/>
        </p:blipFill>
        <p:spPr>
          <a:xfrm>
            <a:off x="9947479" y="722826"/>
            <a:ext cx="840821" cy="840821"/>
          </a:xfrm>
          <a:prstGeom prst="rect">
            <a:avLst/>
          </a:prstGeom>
        </p:spPr>
      </p:pic>
      <p:pic>
        <p:nvPicPr>
          <p:cNvPr id="19" name="Picture 18" descr="A purple and white circle with a arrow&#10;">
            <a:extLst>
              <a:ext uri="{FF2B5EF4-FFF2-40B4-BE49-F238E27FC236}">
                <a16:creationId xmlns:a16="http://schemas.microsoft.com/office/drawing/2014/main" id="{6E9622CD-3F3E-E069-0117-5311FB2D87E6}"/>
              </a:ext>
            </a:extLst>
          </p:cNvPr>
          <p:cNvPicPr>
            <a:picLocks noChangeAspect="1"/>
          </p:cNvPicPr>
          <p:nvPr userDrawn="1"/>
        </p:nvPicPr>
        <p:blipFill>
          <a:blip r:embed="rId12" cstate="screen">
            <a:extLst>
              <a:ext uri="{28A0092B-C50C-407E-A947-70E740481C1C}">
                <a14:useLocalDpi xmlns:a14="http://schemas.microsoft.com/office/drawing/2010/main"/>
              </a:ext>
            </a:extLst>
          </a:blip>
          <a:srcRect/>
          <a:stretch/>
        </p:blipFill>
        <p:spPr>
          <a:xfrm>
            <a:off x="10996536" y="715792"/>
            <a:ext cx="840821" cy="840821"/>
          </a:xfrm>
          <a:prstGeom prst="rect">
            <a:avLst/>
          </a:prstGeom>
        </p:spPr>
      </p:pic>
      <p:pic>
        <p:nvPicPr>
          <p:cNvPr id="20" name="Picture 19" descr="A white circle with purple">
            <a:extLst>
              <a:ext uri="{FF2B5EF4-FFF2-40B4-BE49-F238E27FC236}">
                <a16:creationId xmlns:a16="http://schemas.microsoft.com/office/drawing/2014/main" id="{91C2BF43-AAF0-002B-21FB-FA73AEB84345}"/>
              </a:ext>
            </a:extLst>
          </p:cNvPr>
          <p:cNvPicPr>
            <a:picLocks noChangeAspect="1"/>
          </p:cNvPicPr>
          <p:nvPr userDrawn="1"/>
        </p:nvPicPr>
        <p:blipFill>
          <a:blip r:embed="rId13" cstate="screen">
            <a:extLst>
              <a:ext uri="{28A0092B-C50C-407E-A947-70E740481C1C}">
                <a14:useLocalDpi xmlns:a14="http://schemas.microsoft.com/office/drawing/2010/main"/>
              </a:ext>
            </a:extLst>
          </a:blip>
          <a:srcRect/>
          <a:stretch/>
        </p:blipFill>
        <p:spPr>
          <a:xfrm>
            <a:off x="3653155" y="1624884"/>
            <a:ext cx="840821" cy="840821"/>
          </a:xfrm>
          <a:prstGeom prst="rect">
            <a:avLst/>
          </a:prstGeom>
        </p:spPr>
      </p:pic>
      <p:pic>
        <p:nvPicPr>
          <p:cNvPr id="21" name="Picture 20" descr="A purple diamond with a white star">
            <a:extLst>
              <a:ext uri="{FF2B5EF4-FFF2-40B4-BE49-F238E27FC236}">
                <a16:creationId xmlns:a16="http://schemas.microsoft.com/office/drawing/2014/main" id="{2D0B2A79-999B-F7B3-8F43-08CB8D6725D9}"/>
              </a:ext>
            </a:extLst>
          </p:cNvPr>
          <p:cNvPicPr>
            <a:picLocks noChangeAspect="1"/>
          </p:cNvPicPr>
          <p:nvPr userDrawn="1"/>
        </p:nvPicPr>
        <p:blipFill>
          <a:blip r:embed="rId14" cstate="screen">
            <a:extLst>
              <a:ext uri="{28A0092B-C50C-407E-A947-70E740481C1C}">
                <a14:useLocalDpi xmlns:a14="http://schemas.microsoft.com/office/drawing/2010/main"/>
              </a:ext>
            </a:extLst>
          </a:blip>
          <a:srcRect/>
          <a:stretch/>
        </p:blipFill>
        <p:spPr>
          <a:xfrm>
            <a:off x="4702209" y="1624884"/>
            <a:ext cx="840821" cy="840821"/>
          </a:xfrm>
          <a:prstGeom prst="rect">
            <a:avLst/>
          </a:prstGeom>
        </p:spPr>
      </p:pic>
      <p:pic>
        <p:nvPicPr>
          <p:cNvPr id="22" name="Picture 21" descr="A purple and blue squares with a arrow pointing up&#10;">
            <a:extLst>
              <a:ext uri="{FF2B5EF4-FFF2-40B4-BE49-F238E27FC236}">
                <a16:creationId xmlns:a16="http://schemas.microsoft.com/office/drawing/2014/main" id="{047BF9EE-1405-39B6-3F48-3A17B9054400}"/>
              </a:ext>
            </a:extLst>
          </p:cNvPr>
          <p:cNvPicPr>
            <a:picLocks noChangeAspect="1"/>
          </p:cNvPicPr>
          <p:nvPr userDrawn="1"/>
        </p:nvPicPr>
        <p:blipFill>
          <a:blip r:embed="rId15" cstate="screen">
            <a:extLst>
              <a:ext uri="{28A0092B-C50C-407E-A947-70E740481C1C}">
                <a14:useLocalDpi xmlns:a14="http://schemas.microsoft.com/office/drawing/2010/main"/>
              </a:ext>
            </a:extLst>
          </a:blip>
          <a:srcRect/>
          <a:stretch/>
        </p:blipFill>
        <p:spPr>
          <a:xfrm>
            <a:off x="5751263" y="1624884"/>
            <a:ext cx="840821" cy="840821"/>
          </a:xfrm>
          <a:prstGeom prst="rect">
            <a:avLst/>
          </a:prstGeom>
        </p:spPr>
      </p:pic>
      <p:pic>
        <p:nvPicPr>
          <p:cNvPr id="23" name="Picture 22" descr="A circular arrow in a square&#10;">
            <a:extLst>
              <a:ext uri="{FF2B5EF4-FFF2-40B4-BE49-F238E27FC236}">
                <a16:creationId xmlns:a16="http://schemas.microsoft.com/office/drawing/2014/main" id="{72B05824-00A0-6F51-012E-DF99FB44AE19}"/>
              </a:ext>
            </a:extLst>
          </p:cNvPr>
          <p:cNvPicPr>
            <a:picLocks noChangeAspect="1"/>
          </p:cNvPicPr>
          <p:nvPr userDrawn="1"/>
        </p:nvPicPr>
        <p:blipFill>
          <a:blip r:embed="rId16" cstate="screen">
            <a:extLst>
              <a:ext uri="{28A0092B-C50C-407E-A947-70E740481C1C}">
                <a14:useLocalDpi xmlns:a14="http://schemas.microsoft.com/office/drawing/2010/main"/>
              </a:ext>
            </a:extLst>
          </a:blip>
          <a:srcRect/>
          <a:stretch/>
        </p:blipFill>
        <p:spPr>
          <a:xfrm>
            <a:off x="6800317" y="1624884"/>
            <a:ext cx="840821" cy="840821"/>
          </a:xfrm>
          <a:prstGeom prst="rect">
            <a:avLst/>
          </a:prstGeom>
        </p:spPr>
      </p:pic>
      <p:pic>
        <p:nvPicPr>
          <p:cNvPr id="24" name="Picture 23" descr="A bright light in a circle&#10;">
            <a:extLst>
              <a:ext uri="{FF2B5EF4-FFF2-40B4-BE49-F238E27FC236}">
                <a16:creationId xmlns:a16="http://schemas.microsoft.com/office/drawing/2014/main" id="{AA92891A-8984-DEBC-0056-18C894D90216}"/>
              </a:ext>
            </a:extLst>
          </p:cNvPr>
          <p:cNvPicPr>
            <a:picLocks noChangeAspect="1"/>
          </p:cNvPicPr>
          <p:nvPr userDrawn="1"/>
        </p:nvPicPr>
        <p:blipFill>
          <a:blip r:embed="rId17" cstate="screen">
            <a:extLst>
              <a:ext uri="{28A0092B-C50C-407E-A947-70E740481C1C}">
                <a14:useLocalDpi xmlns:a14="http://schemas.microsoft.com/office/drawing/2010/main"/>
              </a:ext>
            </a:extLst>
          </a:blip>
          <a:srcRect/>
          <a:stretch/>
        </p:blipFill>
        <p:spPr>
          <a:xfrm>
            <a:off x="7849371" y="1624884"/>
            <a:ext cx="840821" cy="840821"/>
          </a:xfrm>
          <a:prstGeom prst="rect">
            <a:avLst/>
          </a:prstGeom>
        </p:spPr>
      </p:pic>
      <p:pic>
        <p:nvPicPr>
          <p:cNvPr id="25" name="Picture 24" descr="A purple head silhouette">
            <a:extLst>
              <a:ext uri="{FF2B5EF4-FFF2-40B4-BE49-F238E27FC236}">
                <a16:creationId xmlns:a16="http://schemas.microsoft.com/office/drawing/2014/main" id="{236B00E7-6FE4-35FB-DDD6-49ACC5116EEC}"/>
              </a:ext>
            </a:extLst>
          </p:cNvPr>
          <p:cNvPicPr>
            <a:picLocks noChangeAspect="1"/>
          </p:cNvPicPr>
          <p:nvPr userDrawn="1"/>
        </p:nvPicPr>
        <p:blipFill>
          <a:blip r:embed="rId18" cstate="screen">
            <a:extLst>
              <a:ext uri="{28A0092B-C50C-407E-A947-70E740481C1C}">
                <a14:useLocalDpi xmlns:a14="http://schemas.microsoft.com/office/drawing/2010/main"/>
              </a:ext>
            </a:extLst>
          </a:blip>
          <a:srcRect/>
          <a:stretch/>
        </p:blipFill>
        <p:spPr>
          <a:xfrm>
            <a:off x="8898425" y="1624884"/>
            <a:ext cx="840821" cy="840821"/>
          </a:xfrm>
          <a:prstGeom prst="rect">
            <a:avLst/>
          </a:prstGeom>
        </p:spPr>
      </p:pic>
      <p:pic>
        <p:nvPicPr>
          <p:cNvPr id="26" name="Picture 25" descr="A group of people in a row">
            <a:extLst>
              <a:ext uri="{FF2B5EF4-FFF2-40B4-BE49-F238E27FC236}">
                <a16:creationId xmlns:a16="http://schemas.microsoft.com/office/drawing/2014/main" id="{1A250DBC-5589-D7D8-9BCF-3FBD9D409259}"/>
              </a:ext>
            </a:extLst>
          </p:cNvPr>
          <p:cNvPicPr>
            <a:picLocks noChangeAspect="1"/>
          </p:cNvPicPr>
          <p:nvPr userDrawn="1"/>
        </p:nvPicPr>
        <p:blipFill>
          <a:blip r:embed="rId19" cstate="screen">
            <a:extLst>
              <a:ext uri="{28A0092B-C50C-407E-A947-70E740481C1C}">
                <a14:useLocalDpi xmlns:a14="http://schemas.microsoft.com/office/drawing/2010/main"/>
              </a:ext>
            </a:extLst>
          </a:blip>
          <a:srcRect/>
          <a:stretch/>
        </p:blipFill>
        <p:spPr>
          <a:xfrm>
            <a:off x="9947479" y="1624884"/>
            <a:ext cx="840821" cy="840821"/>
          </a:xfrm>
          <a:prstGeom prst="rect">
            <a:avLst/>
          </a:prstGeom>
        </p:spPr>
      </p:pic>
      <p:pic>
        <p:nvPicPr>
          <p:cNvPr id="27" name="Picture 26" descr="A white circle with a purple arrow pointing up">
            <a:extLst>
              <a:ext uri="{FF2B5EF4-FFF2-40B4-BE49-F238E27FC236}">
                <a16:creationId xmlns:a16="http://schemas.microsoft.com/office/drawing/2014/main" id="{B6A7E10B-48F8-1B60-FE3E-3F9D9361288B}"/>
              </a:ext>
            </a:extLst>
          </p:cNvPr>
          <p:cNvPicPr>
            <a:picLocks noChangeAspect="1"/>
          </p:cNvPicPr>
          <p:nvPr userDrawn="1"/>
        </p:nvPicPr>
        <p:blipFill>
          <a:blip r:embed="rId20" cstate="screen">
            <a:extLst>
              <a:ext uri="{28A0092B-C50C-407E-A947-70E740481C1C}">
                <a14:useLocalDpi xmlns:a14="http://schemas.microsoft.com/office/drawing/2010/main"/>
              </a:ext>
            </a:extLst>
          </a:blip>
          <a:srcRect/>
          <a:stretch/>
        </p:blipFill>
        <p:spPr>
          <a:xfrm>
            <a:off x="10996536" y="1624884"/>
            <a:ext cx="840821" cy="840821"/>
          </a:xfrm>
          <a:prstGeom prst="rect">
            <a:avLst/>
          </a:prstGeom>
        </p:spPr>
      </p:pic>
      <p:pic>
        <p:nvPicPr>
          <p:cNvPr id="28" name="Picture 27" descr="A white and purple chat bubbles&#10;">
            <a:extLst>
              <a:ext uri="{FF2B5EF4-FFF2-40B4-BE49-F238E27FC236}">
                <a16:creationId xmlns:a16="http://schemas.microsoft.com/office/drawing/2014/main" id="{E77A3DCF-3E85-A6AF-2BD4-A0AD4360B61C}"/>
              </a:ext>
            </a:extLst>
          </p:cNvPr>
          <p:cNvPicPr>
            <a:picLocks noChangeAspect="1"/>
          </p:cNvPicPr>
          <p:nvPr userDrawn="1"/>
        </p:nvPicPr>
        <p:blipFill>
          <a:blip r:embed="rId21" cstate="screen">
            <a:extLst>
              <a:ext uri="{28A0092B-C50C-407E-A947-70E740481C1C}">
                <a14:useLocalDpi xmlns:a14="http://schemas.microsoft.com/office/drawing/2010/main"/>
              </a:ext>
            </a:extLst>
          </a:blip>
          <a:srcRect/>
          <a:stretch/>
        </p:blipFill>
        <p:spPr>
          <a:xfrm>
            <a:off x="3653155" y="2526942"/>
            <a:ext cx="840821" cy="840821"/>
          </a:xfrm>
          <a:prstGeom prst="rect">
            <a:avLst/>
          </a:prstGeom>
        </p:spPr>
      </p:pic>
      <p:pic>
        <p:nvPicPr>
          <p:cNvPr id="29" name="Picture 28" descr="A light bulb with rays of light&#10;">
            <a:extLst>
              <a:ext uri="{FF2B5EF4-FFF2-40B4-BE49-F238E27FC236}">
                <a16:creationId xmlns:a16="http://schemas.microsoft.com/office/drawing/2014/main" id="{329AA1E7-9607-F36F-5ABF-6F083E528939}"/>
              </a:ext>
            </a:extLst>
          </p:cNvPr>
          <p:cNvPicPr>
            <a:picLocks noChangeAspect="1"/>
          </p:cNvPicPr>
          <p:nvPr userDrawn="1"/>
        </p:nvPicPr>
        <p:blipFill>
          <a:blip r:embed="rId22" cstate="screen">
            <a:extLst>
              <a:ext uri="{28A0092B-C50C-407E-A947-70E740481C1C}">
                <a14:useLocalDpi xmlns:a14="http://schemas.microsoft.com/office/drawing/2010/main"/>
              </a:ext>
            </a:extLst>
          </a:blip>
          <a:srcRect/>
          <a:stretch/>
        </p:blipFill>
        <p:spPr>
          <a:xfrm>
            <a:off x="4702209" y="2526942"/>
            <a:ext cx="840821" cy="840821"/>
          </a:xfrm>
          <a:prstGeom prst="rect">
            <a:avLst/>
          </a:prstGeom>
        </p:spPr>
      </p:pic>
      <p:pic>
        <p:nvPicPr>
          <p:cNvPr id="30" name="Picture 29" descr="A purple diamond">
            <a:extLst>
              <a:ext uri="{FF2B5EF4-FFF2-40B4-BE49-F238E27FC236}">
                <a16:creationId xmlns:a16="http://schemas.microsoft.com/office/drawing/2014/main" id="{222E1BD5-BC43-DB3E-978E-B37BF41AF65F}"/>
              </a:ext>
            </a:extLst>
          </p:cNvPr>
          <p:cNvPicPr>
            <a:picLocks noChangeAspect="1"/>
          </p:cNvPicPr>
          <p:nvPr userDrawn="1"/>
        </p:nvPicPr>
        <p:blipFill>
          <a:blip r:embed="rId23" cstate="screen">
            <a:extLst>
              <a:ext uri="{28A0092B-C50C-407E-A947-70E740481C1C}">
                <a14:useLocalDpi xmlns:a14="http://schemas.microsoft.com/office/drawing/2010/main"/>
              </a:ext>
            </a:extLst>
          </a:blip>
          <a:srcRect/>
          <a:stretch/>
        </p:blipFill>
        <p:spPr>
          <a:xfrm>
            <a:off x="5751263" y="2526942"/>
            <a:ext cx="840821" cy="840821"/>
          </a:xfrm>
          <a:prstGeom prst="rect">
            <a:avLst/>
          </a:prstGeom>
        </p:spPr>
      </p:pic>
      <p:pic>
        <p:nvPicPr>
          <p:cNvPr id="31" name="Picture 30" descr="A purple triangle with a flag on top&#10;">
            <a:extLst>
              <a:ext uri="{FF2B5EF4-FFF2-40B4-BE49-F238E27FC236}">
                <a16:creationId xmlns:a16="http://schemas.microsoft.com/office/drawing/2014/main" id="{F9927230-D0DD-5D94-6DB2-D5E5C4BA4968}"/>
              </a:ext>
            </a:extLst>
          </p:cNvPr>
          <p:cNvPicPr>
            <a:picLocks noChangeAspect="1"/>
          </p:cNvPicPr>
          <p:nvPr userDrawn="1"/>
        </p:nvPicPr>
        <p:blipFill>
          <a:blip r:embed="rId24" cstate="screen">
            <a:extLst>
              <a:ext uri="{28A0092B-C50C-407E-A947-70E740481C1C}">
                <a14:useLocalDpi xmlns:a14="http://schemas.microsoft.com/office/drawing/2010/main"/>
              </a:ext>
            </a:extLst>
          </a:blip>
          <a:srcRect/>
          <a:stretch/>
        </p:blipFill>
        <p:spPr>
          <a:xfrm>
            <a:off x="6800317" y="2526942"/>
            <a:ext cx="840821" cy="840821"/>
          </a:xfrm>
          <a:prstGeom prst="rect">
            <a:avLst/>
          </a:prstGeom>
        </p:spPr>
      </p:pic>
      <p:pic>
        <p:nvPicPr>
          <p:cNvPr id="32" name="Picture 31" descr="A purple eye with white center&#10;">
            <a:extLst>
              <a:ext uri="{FF2B5EF4-FFF2-40B4-BE49-F238E27FC236}">
                <a16:creationId xmlns:a16="http://schemas.microsoft.com/office/drawing/2014/main" id="{8786A3A9-6540-5EB8-02AF-08C2D0D15C18}"/>
              </a:ext>
            </a:extLst>
          </p:cNvPr>
          <p:cNvPicPr>
            <a:picLocks noChangeAspect="1"/>
          </p:cNvPicPr>
          <p:nvPr userDrawn="1"/>
        </p:nvPicPr>
        <p:blipFill>
          <a:blip r:embed="rId25" cstate="screen">
            <a:extLst>
              <a:ext uri="{28A0092B-C50C-407E-A947-70E740481C1C}">
                <a14:useLocalDpi xmlns:a14="http://schemas.microsoft.com/office/drawing/2010/main"/>
              </a:ext>
            </a:extLst>
          </a:blip>
          <a:srcRect/>
          <a:stretch/>
        </p:blipFill>
        <p:spPr>
          <a:xfrm>
            <a:off x="7849371" y="2526942"/>
            <a:ext cx="840821" cy="840821"/>
          </a:xfrm>
          <a:prstGeom prst="rect">
            <a:avLst/>
          </a:prstGeom>
        </p:spPr>
      </p:pic>
      <p:pic>
        <p:nvPicPr>
          <p:cNvPr id="33" name="Picture 32" descr="A purple briefcase with a arrow&#10;">
            <a:extLst>
              <a:ext uri="{FF2B5EF4-FFF2-40B4-BE49-F238E27FC236}">
                <a16:creationId xmlns:a16="http://schemas.microsoft.com/office/drawing/2014/main" id="{5F6278FA-40E5-FD54-E596-8F568E3051E9}"/>
              </a:ext>
            </a:extLst>
          </p:cNvPr>
          <p:cNvPicPr>
            <a:picLocks noChangeAspect="1"/>
          </p:cNvPicPr>
          <p:nvPr userDrawn="1"/>
        </p:nvPicPr>
        <p:blipFill>
          <a:blip r:embed="rId26" cstate="screen">
            <a:extLst>
              <a:ext uri="{28A0092B-C50C-407E-A947-70E740481C1C}">
                <a14:useLocalDpi xmlns:a14="http://schemas.microsoft.com/office/drawing/2010/main"/>
              </a:ext>
            </a:extLst>
          </a:blip>
          <a:srcRect/>
          <a:stretch/>
        </p:blipFill>
        <p:spPr>
          <a:xfrm>
            <a:off x="9947479" y="2526942"/>
            <a:ext cx="840821" cy="840821"/>
          </a:xfrm>
          <a:prstGeom prst="rect">
            <a:avLst/>
          </a:prstGeom>
        </p:spPr>
      </p:pic>
      <p:pic>
        <p:nvPicPr>
          <p:cNvPr id="34" name="Picture 33" descr="A purple head with a chip in the middle&#10;">
            <a:extLst>
              <a:ext uri="{FF2B5EF4-FFF2-40B4-BE49-F238E27FC236}">
                <a16:creationId xmlns:a16="http://schemas.microsoft.com/office/drawing/2014/main" id="{2309A011-C04F-08AB-F024-4619208760B8}"/>
              </a:ext>
            </a:extLst>
          </p:cNvPr>
          <p:cNvPicPr>
            <a:picLocks noChangeAspect="1"/>
          </p:cNvPicPr>
          <p:nvPr userDrawn="1"/>
        </p:nvPicPr>
        <p:blipFill>
          <a:blip r:embed="rId27" cstate="screen">
            <a:extLst>
              <a:ext uri="{28A0092B-C50C-407E-A947-70E740481C1C}">
                <a14:useLocalDpi xmlns:a14="http://schemas.microsoft.com/office/drawing/2010/main"/>
              </a:ext>
            </a:extLst>
          </a:blip>
          <a:srcRect/>
          <a:stretch/>
        </p:blipFill>
        <p:spPr>
          <a:xfrm>
            <a:off x="10996536" y="2526942"/>
            <a:ext cx="840821" cy="840821"/>
          </a:xfrm>
          <a:prstGeom prst="rect">
            <a:avLst/>
          </a:prstGeom>
        </p:spPr>
      </p:pic>
      <p:pic>
        <p:nvPicPr>
          <p:cNvPr id="35" name="Picture 34" descr="A magnifying glass with a graph&#10;">
            <a:extLst>
              <a:ext uri="{FF2B5EF4-FFF2-40B4-BE49-F238E27FC236}">
                <a16:creationId xmlns:a16="http://schemas.microsoft.com/office/drawing/2014/main" id="{2326B2BF-C7FA-E463-AFF3-EDD93A10D87E}"/>
              </a:ext>
            </a:extLst>
          </p:cNvPr>
          <p:cNvPicPr>
            <a:picLocks noChangeAspect="1"/>
          </p:cNvPicPr>
          <p:nvPr userDrawn="1"/>
        </p:nvPicPr>
        <p:blipFill>
          <a:blip r:embed="rId28" cstate="screen">
            <a:extLst>
              <a:ext uri="{28A0092B-C50C-407E-A947-70E740481C1C}">
                <a14:useLocalDpi xmlns:a14="http://schemas.microsoft.com/office/drawing/2010/main"/>
              </a:ext>
            </a:extLst>
          </a:blip>
          <a:srcRect/>
          <a:stretch/>
        </p:blipFill>
        <p:spPr>
          <a:xfrm>
            <a:off x="8898425" y="2526942"/>
            <a:ext cx="840821" cy="840821"/>
          </a:xfrm>
          <a:prstGeom prst="rect">
            <a:avLst/>
          </a:prstGeom>
        </p:spPr>
      </p:pic>
      <p:pic>
        <p:nvPicPr>
          <p:cNvPr id="36" name="Picture 35" descr="A white circle with a purple tick in it&#10;">
            <a:extLst>
              <a:ext uri="{FF2B5EF4-FFF2-40B4-BE49-F238E27FC236}">
                <a16:creationId xmlns:a16="http://schemas.microsoft.com/office/drawing/2014/main" id="{B8CDB3E7-9DFA-943C-86C2-BA15387C3FC5}"/>
              </a:ext>
            </a:extLst>
          </p:cNvPr>
          <p:cNvPicPr>
            <a:picLocks noChangeAspect="1"/>
          </p:cNvPicPr>
          <p:nvPr userDrawn="1"/>
        </p:nvPicPr>
        <p:blipFill>
          <a:blip r:embed="rId29" cstate="screen">
            <a:extLst>
              <a:ext uri="{28A0092B-C50C-407E-A947-70E740481C1C}">
                <a14:useLocalDpi xmlns:a14="http://schemas.microsoft.com/office/drawing/2010/main"/>
              </a:ext>
            </a:extLst>
          </a:blip>
          <a:srcRect/>
          <a:stretch/>
        </p:blipFill>
        <p:spPr>
          <a:xfrm>
            <a:off x="3653155" y="3429000"/>
            <a:ext cx="840821" cy="840821"/>
          </a:xfrm>
          <a:prstGeom prst="rect">
            <a:avLst/>
          </a:prstGeom>
        </p:spPr>
      </p:pic>
      <p:pic>
        <p:nvPicPr>
          <p:cNvPr id="37" name="Picture 36" descr="A purple triangle and white circle">
            <a:extLst>
              <a:ext uri="{FF2B5EF4-FFF2-40B4-BE49-F238E27FC236}">
                <a16:creationId xmlns:a16="http://schemas.microsoft.com/office/drawing/2014/main" id="{3311E44B-6028-5F19-9ED0-20795B9A4EF3}"/>
              </a:ext>
            </a:extLst>
          </p:cNvPr>
          <p:cNvPicPr>
            <a:picLocks noChangeAspect="1"/>
          </p:cNvPicPr>
          <p:nvPr userDrawn="1"/>
        </p:nvPicPr>
        <p:blipFill>
          <a:blip r:embed="rId30" cstate="screen">
            <a:extLst>
              <a:ext uri="{28A0092B-C50C-407E-A947-70E740481C1C}">
                <a14:useLocalDpi xmlns:a14="http://schemas.microsoft.com/office/drawing/2010/main"/>
              </a:ext>
            </a:extLst>
          </a:blip>
          <a:srcRect/>
          <a:stretch/>
        </p:blipFill>
        <p:spPr>
          <a:xfrm>
            <a:off x="4702209" y="3429000"/>
            <a:ext cx="840821" cy="840821"/>
          </a:xfrm>
          <a:prstGeom prst="rect">
            <a:avLst/>
          </a:prstGeom>
        </p:spPr>
      </p:pic>
      <p:pic>
        <p:nvPicPr>
          <p:cNvPr id="38" name="Picture 37" descr="A group of circles in a circle&#10;">
            <a:extLst>
              <a:ext uri="{FF2B5EF4-FFF2-40B4-BE49-F238E27FC236}">
                <a16:creationId xmlns:a16="http://schemas.microsoft.com/office/drawing/2014/main" id="{416B0BE8-E684-FB73-5FD9-A2C16C66498D}"/>
              </a:ext>
            </a:extLst>
          </p:cNvPr>
          <p:cNvPicPr>
            <a:picLocks noChangeAspect="1"/>
          </p:cNvPicPr>
          <p:nvPr userDrawn="1"/>
        </p:nvPicPr>
        <p:blipFill>
          <a:blip r:embed="rId31" cstate="screen">
            <a:extLst>
              <a:ext uri="{28A0092B-C50C-407E-A947-70E740481C1C}">
                <a14:useLocalDpi xmlns:a14="http://schemas.microsoft.com/office/drawing/2010/main"/>
              </a:ext>
            </a:extLst>
          </a:blip>
          <a:srcRect/>
          <a:stretch/>
        </p:blipFill>
        <p:spPr>
          <a:xfrm>
            <a:off x="5751263" y="3429000"/>
            <a:ext cx="840821" cy="840821"/>
          </a:xfrm>
          <a:prstGeom prst="rect">
            <a:avLst/>
          </a:prstGeom>
        </p:spPr>
      </p:pic>
      <p:pic>
        <p:nvPicPr>
          <p:cNvPr id="39" name="Picture 38" descr="A check mark">
            <a:extLst>
              <a:ext uri="{FF2B5EF4-FFF2-40B4-BE49-F238E27FC236}">
                <a16:creationId xmlns:a16="http://schemas.microsoft.com/office/drawing/2014/main" id="{6BDA4D64-41B6-9ACD-7AD9-2E9B16606845}"/>
              </a:ext>
            </a:extLst>
          </p:cNvPr>
          <p:cNvPicPr>
            <a:picLocks noChangeAspect="1"/>
          </p:cNvPicPr>
          <p:nvPr userDrawn="1"/>
        </p:nvPicPr>
        <p:blipFill>
          <a:blip r:embed="rId32" cstate="screen">
            <a:extLst>
              <a:ext uri="{28A0092B-C50C-407E-A947-70E740481C1C}">
                <a14:useLocalDpi xmlns:a14="http://schemas.microsoft.com/office/drawing/2010/main"/>
              </a:ext>
            </a:extLst>
          </a:blip>
          <a:srcRect/>
          <a:stretch/>
        </p:blipFill>
        <p:spPr>
          <a:xfrm>
            <a:off x="6800317" y="3429000"/>
            <a:ext cx="840821" cy="840821"/>
          </a:xfrm>
          <a:prstGeom prst="rect">
            <a:avLst/>
          </a:prstGeom>
        </p:spPr>
      </p:pic>
      <p:pic>
        <p:nvPicPr>
          <p:cNvPr id="40" name="Picture 39" descr="A star with rays&#10;">
            <a:extLst>
              <a:ext uri="{FF2B5EF4-FFF2-40B4-BE49-F238E27FC236}">
                <a16:creationId xmlns:a16="http://schemas.microsoft.com/office/drawing/2014/main" id="{ACDD156F-09AB-B863-574B-F1DB674609F4}"/>
              </a:ext>
            </a:extLst>
          </p:cNvPr>
          <p:cNvPicPr>
            <a:picLocks noChangeAspect="1"/>
          </p:cNvPicPr>
          <p:nvPr userDrawn="1"/>
        </p:nvPicPr>
        <p:blipFill>
          <a:blip r:embed="rId33" cstate="screen">
            <a:extLst>
              <a:ext uri="{28A0092B-C50C-407E-A947-70E740481C1C}">
                <a14:useLocalDpi xmlns:a14="http://schemas.microsoft.com/office/drawing/2010/main"/>
              </a:ext>
            </a:extLst>
          </a:blip>
          <a:srcRect/>
          <a:stretch/>
        </p:blipFill>
        <p:spPr>
          <a:xfrm>
            <a:off x="7849371" y="3429000"/>
            <a:ext cx="840821" cy="840821"/>
          </a:xfrm>
          <a:prstGeom prst="rect">
            <a:avLst/>
          </a:prstGeom>
        </p:spPr>
      </p:pic>
      <p:pic>
        <p:nvPicPr>
          <p:cNvPr id="41" name="Picture 40" descr="A purple circle with a horizontal line">
            <a:extLst>
              <a:ext uri="{FF2B5EF4-FFF2-40B4-BE49-F238E27FC236}">
                <a16:creationId xmlns:a16="http://schemas.microsoft.com/office/drawing/2014/main" id="{BB3DAB53-8AE7-2D10-FB60-DC34A126C172}"/>
              </a:ext>
            </a:extLst>
          </p:cNvPr>
          <p:cNvPicPr>
            <a:picLocks noChangeAspect="1"/>
          </p:cNvPicPr>
          <p:nvPr userDrawn="1"/>
        </p:nvPicPr>
        <p:blipFill>
          <a:blip r:embed="rId34" cstate="screen">
            <a:extLst>
              <a:ext uri="{28A0092B-C50C-407E-A947-70E740481C1C}">
                <a14:useLocalDpi xmlns:a14="http://schemas.microsoft.com/office/drawing/2010/main"/>
              </a:ext>
            </a:extLst>
          </a:blip>
          <a:srcRect/>
          <a:stretch/>
        </p:blipFill>
        <p:spPr>
          <a:xfrm>
            <a:off x="8898425" y="3429000"/>
            <a:ext cx="840821" cy="840821"/>
          </a:xfrm>
          <a:prstGeom prst="rect">
            <a:avLst/>
          </a:prstGeom>
        </p:spPr>
      </p:pic>
      <p:pic>
        <p:nvPicPr>
          <p:cNvPr id="42" name="Picture 41" descr="A cirle on inclined line in elevation">
            <a:extLst>
              <a:ext uri="{FF2B5EF4-FFF2-40B4-BE49-F238E27FC236}">
                <a16:creationId xmlns:a16="http://schemas.microsoft.com/office/drawing/2014/main" id="{06D5036D-D491-5251-95A2-5C90FD4640BA}"/>
              </a:ext>
            </a:extLst>
          </p:cNvPr>
          <p:cNvPicPr>
            <a:picLocks noChangeAspect="1"/>
          </p:cNvPicPr>
          <p:nvPr userDrawn="1"/>
        </p:nvPicPr>
        <p:blipFill>
          <a:blip r:embed="rId35" cstate="screen">
            <a:extLst>
              <a:ext uri="{28A0092B-C50C-407E-A947-70E740481C1C}">
                <a14:useLocalDpi xmlns:a14="http://schemas.microsoft.com/office/drawing/2010/main"/>
              </a:ext>
            </a:extLst>
          </a:blip>
          <a:srcRect/>
          <a:stretch/>
        </p:blipFill>
        <p:spPr>
          <a:xfrm>
            <a:off x="9947479" y="3429000"/>
            <a:ext cx="840821" cy="840821"/>
          </a:xfrm>
          <a:prstGeom prst="rect">
            <a:avLst/>
          </a:prstGeom>
        </p:spPr>
      </p:pic>
      <p:pic>
        <p:nvPicPr>
          <p:cNvPr id="43" name="Picture 42" descr="A purple leaf in a circle&#10;">
            <a:extLst>
              <a:ext uri="{FF2B5EF4-FFF2-40B4-BE49-F238E27FC236}">
                <a16:creationId xmlns:a16="http://schemas.microsoft.com/office/drawing/2014/main" id="{4AE67EAB-DDAC-0020-4109-A5039E6270B8}"/>
              </a:ext>
            </a:extLst>
          </p:cNvPr>
          <p:cNvPicPr>
            <a:picLocks noChangeAspect="1"/>
          </p:cNvPicPr>
          <p:nvPr userDrawn="1"/>
        </p:nvPicPr>
        <p:blipFill>
          <a:blip r:embed="rId36" cstate="screen">
            <a:extLst>
              <a:ext uri="{28A0092B-C50C-407E-A947-70E740481C1C}">
                <a14:useLocalDpi xmlns:a14="http://schemas.microsoft.com/office/drawing/2010/main"/>
              </a:ext>
            </a:extLst>
          </a:blip>
          <a:srcRect/>
          <a:stretch/>
        </p:blipFill>
        <p:spPr>
          <a:xfrm>
            <a:off x="10996536" y="3429000"/>
            <a:ext cx="840821" cy="840821"/>
          </a:xfrm>
          <a:prstGeom prst="rect">
            <a:avLst/>
          </a:prstGeom>
        </p:spPr>
      </p:pic>
      <p:pic>
        <p:nvPicPr>
          <p:cNvPr id="44" name="Picture 43" descr="4 circles with a square">
            <a:extLst>
              <a:ext uri="{FF2B5EF4-FFF2-40B4-BE49-F238E27FC236}">
                <a16:creationId xmlns:a16="http://schemas.microsoft.com/office/drawing/2014/main" id="{8F53F262-53E1-4714-A3A7-12C64B274D5C}"/>
              </a:ext>
            </a:extLst>
          </p:cNvPr>
          <p:cNvPicPr>
            <a:picLocks noChangeAspect="1"/>
          </p:cNvPicPr>
          <p:nvPr userDrawn="1"/>
        </p:nvPicPr>
        <p:blipFill>
          <a:blip r:embed="rId37" cstate="screen">
            <a:extLst>
              <a:ext uri="{28A0092B-C50C-407E-A947-70E740481C1C}">
                <a14:useLocalDpi xmlns:a14="http://schemas.microsoft.com/office/drawing/2010/main"/>
              </a:ext>
            </a:extLst>
          </a:blip>
          <a:srcRect/>
          <a:stretch/>
        </p:blipFill>
        <p:spPr>
          <a:xfrm>
            <a:off x="3653155" y="4331058"/>
            <a:ext cx="840821" cy="840821"/>
          </a:xfrm>
          <a:prstGeom prst="rect">
            <a:avLst/>
          </a:prstGeom>
        </p:spPr>
      </p:pic>
      <p:pic>
        <p:nvPicPr>
          <p:cNvPr id="45" name="Picture 44" descr="A building of institution&#10;">
            <a:extLst>
              <a:ext uri="{FF2B5EF4-FFF2-40B4-BE49-F238E27FC236}">
                <a16:creationId xmlns:a16="http://schemas.microsoft.com/office/drawing/2014/main" id="{5F011C60-FDBE-16E0-47D0-525628BF229A}"/>
              </a:ext>
            </a:extLst>
          </p:cNvPr>
          <p:cNvPicPr>
            <a:picLocks noChangeAspect="1"/>
          </p:cNvPicPr>
          <p:nvPr userDrawn="1"/>
        </p:nvPicPr>
        <p:blipFill>
          <a:blip r:embed="rId38" cstate="screen">
            <a:extLst>
              <a:ext uri="{28A0092B-C50C-407E-A947-70E740481C1C}">
                <a14:useLocalDpi xmlns:a14="http://schemas.microsoft.com/office/drawing/2010/main"/>
              </a:ext>
            </a:extLst>
          </a:blip>
          <a:srcRect/>
          <a:stretch/>
        </p:blipFill>
        <p:spPr>
          <a:xfrm>
            <a:off x="4702209" y="4331058"/>
            <a:ext cx="840821" cy="840821"/>
          </a:xfrm>
          <a:prstGeom prst="rect">
            <a:avLst/>
          </a:prstGeom>
        </p:spPr>
      </p:pic>
      <p:pic>
        <p:nvPicPr>
          <p:cNvPr id="46" name="Picture 45" descr="A building">
            <a:extLst>
              <a:ext uri="{FF2B5EF4-FFF2-40B4-BE49-F238E27FC236}">
                <a16:creationId xmlns:a16="http://schemas.microsoft.com/office/drawing/2014/main" id="{834CB413-28D2-0F60-7719-B548A012E2A9}"/>
              </a:ext>
            </a:extLst>
          </p:cNvPr>
          <p:cNvPicPr>
            <a:picLocks noChangeAspect="1"/>
          </p:cNvPicPr>
          <p:nvPr userDrawn="1"/>
        </p:nvPicPr>
        <p:blipFill>
          <a:blip r:embed="rId39" cstate="screen">
            <a:extLst>
              <a:ext uri="{28A0092B-C50C-407E-A947-70E740481C1C}">
                <a14:useLocalDpi xmlns:a14="http://schemas.microsoft.com/office/drawing/2010/main"/>
              </a:ext>
            </a:extLst>
          </a:blip>
          <a:srcRect/>
          <a:stretch/>
        </p:blipFill>
        <p:spPr>
          <a:xfrm>
            <a:off x="5751263" y="4331058"/>
            <a:ext cx="840821" cy="840821"/>
          </a:xfrm>
          <a:prstGeom prst="rect">
            <a:avLst/>
          </a:prstGeom>
        </p:spPr>
      </p:pic>
      <p:pic>
        <p:nvPicPr>
          <p:cNvPr id="47" name="Picture 46" descr="A blue and white circle and triangle&#10;">
            <a:extLst>
              <a:ext uri="{FF2B5EF4-FFF2-40B4-BE49-F238E27FC236}">
                <a16:creationId xmlns:a16="http://schemas.microsoft.com/office/drawing/2014/main" id="{A8CFB217-D041-4988-AD0A-8A4BA24A68EC}"/>
              </a:ext>
            </a:extLst>
          </p:cNvPr>
          <p:cNvPicPr>
            <a:picLocks noChangeAspect="1"/>
          </p:cNvPicPr>
          <p:nvPr userDrawn="1"/>
        </p:nvPicPr>
        <p:blipFill>
          <a:blip r:embed="rId40" cstate="screen">
            <a:extLst>
              <a:ext uri="{28A0092B-C50C-407E-A947-70E740481C1C}">
                <a14:useLocalDpi xmlns:a14="http://schemas.microsoft.com/office/drawing/2010/main"/>
              </a:ext>
            </a:extLst>
          </a:blip>
          <a:srcRect/>
          <a:stretch/>
        </p:blipFill>
        <p:spPr>
          <a:xfrm>
            <a:off x="6800317" y="4331058"/>
            <a:ext cx="840821" cy="840821"/>
          </a:xfrm>
          <a:prstGeom prst="rect">
            <a:avLst/>
          </a:prstGeom>
        </p:spPr>
      </p:pic>
      <p:pic>
        <p:nvPicPr>
          <p:cNvPr id="48" name="Picture 47" descr="A magnifying glass and a piece of paper">
            <a:extLst>
              <a:ext uri="{FF2B5EF4-FFF2-40B4-BE49-F238E27FC236}">
                <a16:creationId xmlns:a16="http://schemas.microsoft.com/office/drawing/2014/main" id="{E3C1D33D-90C6-5739-8829-076FD6D94C38}"/>
              </a:ext>
            </a:extLst>
          </p:cNvPr>
          <p:cNvPicPr>
            <a:picLocks noChangeAspect="1"/>
          </p:cNvPicPr>
          <p:nvPr userDrawn="1"/>
        </p:nvPicPr>
        <p:blipFill>
          <a:blip r:embed="rId41" cstate="screen">
            <a:extLst>
              <a:ext uri="{28A0092B-C50C-407E-A947-70E740481C1C}">
                <a14:useLocalDpi xmlns:a14="http://schemas.microsoft.com/office/drawing/2010/main"/>
              </a:ext>
            </a:extLst>
          </a:blip>
          <a:srcRect/>
          <a:stretch/>
        </p:blipFill>
        <p:spPr>
          <a:xfrm>
            <a:off x="7849371" y="4331058"/>
            <a:ext cx="840821" cy="840821"/>
          </a:xfrm>
          <a:prstGeom prst="rect">
            <a:avLst/>
          </a:prstGeom>
        </p:spPr>
      </p:pic>
      <p:pic>
        <p:nvPicPr>
          <p:cNvPr id="49" name="Picture 48" descr="A white circle with a purple circle in the middle&#10;">
            <a:extLst>
              <a:ext uri="{FF2B5EF4-FFF2-40B4-BE49-F238E27FC236}">
                <a16:creationId xmlns:a16="http://schemas.microsoft.com/office/drawing/2014/main" id="{69F4DBB8-A2C6-D0B8-5E28-2D9A9B988947}"/>
              </a:ext>
            </a:extLst>
          </p:cNvPr>
          <p:cNvPicPr>
            <a:picLocks noChangeAspect="1"/>
          </p:cNvPicPr>
          <p:nvPr userDrawn="1"/>
        </p:nvPicPr>
        <p:blipFill>
          <a:blip r:embed="rId42" cstate="screen">
            <a:extLst>
              <a:ext uri="{28A0092B-C50C-407E-A947-70E740481C1C}">
                <a14:useLocalDpi xmlns:a14="http://schemas.microsoft.com/office/drawing/2010/main"/>
              </a:ext>
            </a:extLst>
          </a:blip>
          <a:srcRect/>
          <a:stretch/>
        </p:blipFill>
        <p:spPr>
          <a:xfrm>
            <a:off x="8898425" y="4331058"/>
            <a:ext cx="840821" cy="840821"/>
          </a:xfrm>
          <a:prstGeom prst="rect">
            <a:avLst/>
          </a:prstGeom>
        </p:spPr>
      </p:pic>
      <p:pic>
        <p:nvPicPr>
          <p:cNvPr id="50" name="Picture 49" descr="A diamond in a circle">
            <a:extLst>
              <a:ext uri="{FF2B5EF4-FFF2-40B4-BE49-F238E27FC236}">
                <a16:creationId xmlns:a16="http://schemas.microsoft.com/office/drawing/2014/main" id="{E28DE957-28A1-E9C3-EF2F-B99739058C75}"/>
              </a:ext>
            </a:extLst>
          </p:cNvPr>
          <p:cNvPicPr>
            <a:picLocks noChangeAspect="1"/>
          </p:cNvPicPr>
          <p:nvPr userDrawn="1"/>
        </p:nvPicPr>
        <p:blipFill>
          <a:blip r:embed="rId43" cstate="screen">
            <a:extLst>
              <a:ext uri="{28A0092B-C50C-407E-A947-70E740481C1C}">
                <a14:useLocalDpi xmlns:a14="http://schemas.microsoft.com/office/drawing/2010/main"/>
              </a:ext>
            </a:extLst>
          </a:blip>
          <a:srcRect/>
          <a:stretch/>
        </p:blipFill>
        <p:spPr>
          <a:xfrm>
            <a:off x="9947479" y="4331058"/>
            <a:ext cx="840821" cy="840821"/>
          </a:xfrm>
          <a:prstGeom prst="rect">
            <a:avLst/>
          </a:prstGeom>
        </p:spPr>
      </p:pic>
      <p:pic>
        <p:nvPicPr>
          <p:cNvPr id="51" name="Picture 50" descr="Stacked circuit boards">
            <a:extLst>
              <a:ext uri="{FF2B5EF4-FFF2-40B4-BE49-F238E27FC236}">
                <a16:creationId xmlns:a16="http://schemas.microsoft.com/office/drawing/2014/main" id="{A6F31830-CD2C-EA16-0983-8D83715CD2EA}"/>
              </a:ext>
            </a:extLst>
          </p:cNvPr>
          <p:cNvPicPr>
            <a:picLocks noChangeAspect="1"/>
          </p:cNvPicPr>
          <p:nvPr userDrawn="1"/>
        </p:nvPicPr>
        <p:blipFill>
          <a:blip r:embed="rId44" cstate="screen">
            <a:extLst>
              <a:ext uri="{28A0092B-C50C-407E-A947-70E740481C1C}">
                <a14:useLocalDpi xmlns:a14="http://schemas.microsoft.com/office/drawing/2010/main"/>
              </a:ext>
            </a:extLst>
          </a:blip>
          <a:srcRect/>
          <a:stretch/>
        </p:blipFill>
        <p:spPr>
          <a:xfrm>
            <a:off x="10996536" y="4331058"/>
            <a:ext cx="840821" cy="840821"/>
          </a:xfrm>
          <a:prstGeom prst="rect">
            <a:avLst/>
          </a:prstGeom>
        </p:spPr>
      </p:pic>
      <p:pic>
        <p:nvPicPr>
          <p:cNvPr id="52" name="Picture 51" descr="A circular object with arrows pointing to the center&#10;">
            <a:extLst>
              <a:ext uri="{FF2B5EF4-FFF2-40B4-BE49-F238E27FC236}">
                <a16:creationId xmlns:a16="http://schemas.microsoft.com/office/drawing/2014/main" id="{7C5029A4-3385-DADA-CF09-24BAF1076E9E}"/>
              </a:ext>
            </a:extLst>
          </p:cNvPr>
          <p:cNvPicPr>
            <a:picLocks noChangeAspect="1"/>
          </p:cNvPicPr>
          <p:nvPr userDrawn="1"/>
        </p:nvPicPr>
        <p:blipFill>
          <a:blip r:embed="rId45" cstate="screen">
            <a:extLst>
              <a:ext uri="{28A0092B-C50C-407E-A947-70E740481C1C}">
                <a14:useLocalDpi xmlns:a14="http://schemas.microsoft.com/office/drawing/2010/main"/>
              </a:ext>
            </a:extLst>
          </a:blip>
          <a:srcRect/>
          <a:stretch/>
        </p:blipFill>
        <p:spPr>
          <a:xfrm>
            <a:off x="3653155" y="5233118"/>
            <a:ext cx="840821" cy="840821"/>
          </a:xfrm>
          <a:prstGeom prst="rect">
            <a:avLst/>
          </a:prstGeom>
        </p:spPr>
      </p:pic>
      <p:pic>
        <p:nvPicPr>
          <p:cNvPr id="53" name="Picture 52" descr="A circular arrows and circles&#10;">
            <a:extLst>
              <a:ext uri="{FF2B5EF4-FFF2-40B4-BE49-F238E27FC236}">
                <a16:creationId xmlns:a16="http://schemas.microsoft.com/office/drawing/2014/main" id="{765C7F41-4D55-B20F-6E41-B5450F3594DA}"/>
              </a:ext>
            </a:extLst>
          </p:cNvPr>
          <p:cNvPicPr>
            <a:picLocks noChangeAspect="1"/>
          </p:cNvPicPr>
          <p:nvPr userDrawn="1"/>
        </p:nvPicPr>
        <p:blipFill>
          <a:blip r:embed="rId46" cstate="screen">
            <a:extLst>
              <a:ext uri="{28A0092B-C50C-407E-A947-70E740481C1C}">
                <a14:useLocalDpi xmlns:a14="http://schemas.microsoft.com/office/drawing/2010/main"/>
              </a:ext>
            </a:extLst>
          </a:blip>
          <a:srcRect/>
          <a:stretch/>
        </p:blipFill>
        <p:spPr>
          <a:xfrm>
            <a:off x="4702209" y="5233118"/>
            <a:ext cx="840821" cy="840821"/>
          </a:xfrm>
          <a:prstGeom prst="rect">
            <a:avLst/>
          </a:prstGeom>
        </p:spPr>
      </p:pic>
      <p:pic>
        <p:nvPicPr>
          <p:cNvPr id="54" name="Picture 53" descr="A blue and white square with a chess marker&#10;">
            <a:extLst>
              <a:ext uri="{FF2B5EF4-FFF2-40B4-BE49-F238E27FC236}">
                <a16:creationId xmlns:a16="http://schemas.microsoft.com/office/drawing/2014/main" id="{1D5180FB-B51F-9A0B-FE91-C598430B0CF5}"/>
              </a:ext>
            </a:extLst>
          </p:cNvPr>
          <p:cNvPicPr>
            <a:picLocks noChangeAspect="1"/>
          </p:cNvPicPr>
          <p:nvPr userDrawn="1"/>
        </p:nvPicPr>
        <p:blipFill>
          <a:blip r:embed="rId47" cstate="screen">
            <a:extLst>
              <a:ext uri="{28A0092B-C50C-407E-A947-70E740481C1C}">
                <a14:useLocalDpi xmlns:a14="http://schemas.microsoft.com/office/drawing/2010/main"/>
              </a:ext>
            </a:extLst>
          </a:blip>
          <a:srcRect/>
          <a:stretch/>
        </p:blipFill>
        <p:spPr>
          <a:xfrm>
            <a:off x="5751263" y="5233118"/>
            <a:ext cx="840821" cy="840821"/>
          </a:xfrm>
          <a:prstGeom prst="rect">
            <a:avLst/>
          </a:prstGeom>
        </p:spPr>
      </p:pic>
      <p:pic>
        <p:nvPicPr>
          <p:cNvPr id="55" name="Picture 54" descr="A purple eye">
            <a:extLst>
              <a:ext uri="{FF2B5EF4-FFF2-40B4-BE49-F238E27FC236}">
                <a16:creationId xmlns:a16="http://schemas.microsoft.com/office/drawing/2014/main" id="{03694271-7C32-5C1D-ACED-E96D268E8890}"/>
              </a:ext>
            </a:extLst>
          </p:cNvPr>
          <p:cNvPicPr>
            <a:picLocks noChangeAspect="1"/>
          </p:cNvPicPr>
          <p:nvPr userDrawn="1"/>
        </p:nvPicPr>
        <p:blipFill>
          <a:blip r:embed="rId48" cstate="screen">
            <a:extLst>
              <a:ext uri="{28A0092B-C50C-407E-A947-70E740481C1C}">
                <a14:useLocalDpi xmlns:a14="http://schemas.microsoft.com/office/drawing/2010/main"/>
              </a:ext>
            </a:extLst>
          </a:blip>
          <a:srcRect/>
          <a:stretch/>
        </p:blipFill>
        <p:spPr>
          <a:xfrm>
            <a:off x="6800317" y="5233118"/>
            <a:ext cx="840821" cy="840821"/>
          </a:xfrm>
          <a:prstGeom prst="rect">
            <a:avLst/>
          </a:prstGeom>
        </p:spPr>
      </p:pic>
      <p:pic>
        <p:nvPicPr>
          <p:cNvPr id="56" name="Picture 55" descr="A close-up of a fingerprint&#10;">
            <a:extLst>
              <a:ext uri="{FF2B5EF4-FFF2-40B4-BE49-F238E27FC236}">
                <a16:creationId xmlns:a16="http://schemas.microsoft.com/office/drawing/2014/main" id="{88AFA250-5DFC-4E1E-4A49-3F054A525500}"/>
              </a:ext>
            </a:extLst>
          </p:cNvPr>
          <p:cNvPicPr>
            <a:picLocks noChangeAspect="1"/>
          </p:cNvPicPr>
          <p:nvPr userDrawn="1"/>
        </p:nvPicPr>
        <p:blipFill>
          <a:blip r:embed="rId49" cstate="screen">
            <a:extLst>
              <a:ext uri="{28A0092B-C50C-407E-A947-70E740481C1C}">
                <a14:useLocalDpi xmlns:a14="http://schemas.microsoft.com/office/drawing/2010/main"/>
              </a:ext>
            </a:extLst>
          </a:blip>
          <a:srcRect/>
          <a:stretch/>
        </p:blipFill>
        <p:spPr>
          <a:xfrm>
            <a:off x="7849371" y="5233118"/>
            <a:ext cx="840821" cy="840821"/>
          </a:xfrm>
          <a:prstGeom prst="rect">
            <a:avLst/>
          </a:prstGeom>
        </p:spPr>
      </p:pic>
      <p:pic>
        <p:nvPicPr>
          <p:cNvPr id="57" name="Picture 56" descr="A purple circle with squares and lines&#10;">
            <a:extLst>
              <a:ext uri="{FF2B5EF4-FFF2-40B4-BE49-F238E27FC236}">
                <a16:creationId xmlns:a16="http://schemas.microsoft.com/office/drawing/2014/main" id="{1856199F-11D7-F62B-CAEC-893DFCEC7789}"/>
              </a:ext>
            </a:extLst>
          </p:cNvPr>
          <p:cNvPicPr>
            <a:picLocks noChangeAspect="1"/>
          </p:cNvPicPr>
          <p:nvPr userDrawn="1"/>
        </p:nvPicPr>
        <p:blipFill>
          <a:blip r:embed="rId50" cstate="screen">
            <a:extLst>
              <a:ext uri="{28A0092B-C50C-407E-A947-70E740481C1C}">
                <a14:useLocalDpi xmlns:a14="http://schemas.microsoft.com/office/drawing/2010/main"/>
              </a:ext>
            </a:extLst>
          </a:blip>
          <a:srcRect/>
          <a:stretch/>
        </p:blipFill>
        <p:spPr>
          <a:xfrm>
            <a:off x="9947479" y="5233118"/>
            <a:ext cx="840821" cy="840821"/>
          </a:xfrm>
          <a:prstGeom prst="rect">
            <a:avLst/>
          </a:prstGeom>
        </p:spPr>
      </p:pic>
      <p:pic>
        <p:nvPicPr>
          <p:cNvPr id="58" name="Picture 57" descr="A purple head ">
            <a:extLst>
              <a:ext uri="{FF2B5EF4-FFF2-40B4-BE49-F238E27FC236}">
                <a16:creationId xmlns:a16="http://schemas.microsoft.com/office/drawing/2014/main" id="{DC38636B-D5D3-590F-2AEB-2F57EC8A311C}"/>
              </a:ext>
            </a:extLst>
          </p:cNvPr>
          <p:cNvPicPr>
            <a:picLocks noChangeAspect="1"/>
          </p:cNvPicPr>
          <p:nvPr userDrawn="1"/>
        </p:nvPicPr>
        <p:blipFill>
          <a:blip r:embed="rId51" cstate="screen">
            <a:extLst>
              <a:ext uri="{28A0092B-C50C-407E-A947-70E740481C1C}">
                <a14:useLocalDpi xmlns:a14="http://schemas.microsoft.com/office/drawing/2010/main"/>
              </a:ext>
            </a:extLst>
          </a:blip>
          <a:srcRect/>
          <a:stretch/>
        </p:blipFill>
        <p:spPr>
          <a:xfrm>
            <a:off x="8898425" y="5233118"/>
            <a:ext cx="840821" cy="840821"/>
          </a:xfrm>
          <a:prstGeom prst="rect">
            <a:avLst/>
          </a:prstGeom>
        </p:spPr>
      </p:pic>
      <p:pic>
        <p:nvPicPr>
          <p:cNvPr id="2" name="Pearson Logo" descr="Pearson Logo">
            <a:extLst>
              <a:ext uri="{FF2B5EF4-FFF2-40B4-BE49-F238E27FC236}">
                <a16:creationId xmlns:a16="http://schemas.microsoft.com/office/drawing/2014/main" id="{51A40A9A-1CB3-21CA-6608-C4C1DC060FEC}"/>
              </a:ext>
            </a:extLst>
          </p:cNvPr>
          <p:cNvPicPr/>
          <p:nvPr userDrawn="1"/>
        </p:nvPicPr>
        <p:blipFill>
          <a:blip r:embed="rId52">
            <a:extLst>
              <a:ext uri="{96DAC541-7B7A-43D3-8B79-37D633B846F1}">
                <asvg:svgBlip xmlns:asvg="http://schemas.microsoft.com/office/drawing/2016/SVG/main" r:embed="rId5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59976550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User Guide: Pictograms and Icons">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j-lt"/>
              <a:ea typeface="+mn-ea"/>
              <a:cs typeface="+mn-cs"/>
            </a:endParaRPr>
          </a:p>
        </p:txBody>
      </p:sp>
      <p:sp>
        <p:nvSpPr>
          <p:cNvPr id="188" name="Section">
            <a:extLst>
              <a:ext uri="{FF2B5EF4-FFF2-40B4-BE49-F238E27FC236}">
                <a16:creationId xmlns:a16="http://schemas.microsoft.com/office/drawing/2014/main" id="{EBA5F521-577F-6087-09CE-FB6C3058BD6D}"/>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Icons</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241659"/>
            <a:ext cx="2500946" cy="162882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200" b="0" noProof="0" dirty="0">
                <a:latin typeface="+mj-lt"/>
                <a:cs typeface="Segoe UI" panose="020B0502040204020203" pitchFamily="34" charset="0"/>
              </a:rPr>
              <a:t>All icons should be the same color on a page unless one is specifically highlighted to draw attention. </a:t>
            </a:r>
          </a:p>
          <a:p>
            <a:r>
              <a:rPr lang="en-US" sz="1200" b="0" noProof="0" dirty="0">
                <a:latin typeface="+mj-lt"/>
                <a:cs typeface="Segoe UI" panose="020B0502040204020203" pitchFamily="34" charset="0"/>
              </a:rPr>
              <a:t>Use icons as small accompaniments to copy, not as large pictograms.</a:t>
            </a:r>
          </a:p>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GB" sz="1200" dirty="0">
                <a:latin typeface="+mj-lt"/>
                <a:cs typeface="Segoe UI" panose="020B0502040204020203" pitchFamily="34" charset="0"/>
              </a:rPr>
              <a:t>Our icons offer flexible colour options. </a:t>
            </a:r>
          </a:p>
          <a:p>
            <a:endParaRPr lang="en-US" sz="1200" b="0" noProof="0" dirty="0">
              <a:latin typeface="+mj-lt"/>
              <a:cs typeface="Segoe UI" panose="020B0502040204020203" pitchFamily="34" charset="0"/>
            </a:endParaRPr>
          </a:p>
          <a:p>
            <a:endParaRPr lang="en-US" sz="1200" b="0" noProof="0" dirty="0">
              <a:latin typeface="+mj-lt"/>
              <a:cs typeface="Segoe UI" panose="020B0502040204020203" pitchFamily="34" charset="0"/>
            </a:endParaRPr>
          </a:p>
          <a:p>
            <a:endParaRPr lang="en-US" sz="1200" b="0" noProof="0" dirty="0">
              <a:latin typeface="+mj-lt"/>
              <a:cs typeface="Segoe UI" panose="020B0502040204020203" pitchFamily="34" charset="0"/>
            </a:endParaRPr>
          </a:p>
        </p:txBody>
      </p:sp>
      <p:sp>
        <p:nvSpPr>
          <p:cNvPr id="9" name="Rounded Rectangle text">
            <a:extLst>
              <a:ext uri="{FF2B5EF4-FFF2-40B4-BE49-F238E27FC236}">
                <a16:creationId xmlns:a16="http://schemas.microsoft.com/office/drawing/2014/main" id="{2AB6CBA8-4D6C-3A8F-6216-C14B4136B73D}"/>
              </a:ext>
            </a:extLst>
          </p:cNvPr>
          <p:cNvSpPr>
            <a:spLocks/>
          </p:cNvSpPr>
          <p:nvPr userDrawn="1"/>
        </p:nvSpPr>
        <p:spPr>
          <a:xfrm>
            <a:off x="440675" y="2770194"/>
            <a:ext cx="2500945" cy="819150"/>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ts val="1420"/>
              </a:lnSpc>
              <a:spcBef>
                <a:spcPts val="0"/>
              </a:spcBef>
              <a:spcAft>
                <a:spcPts val="600"/>
              </a:spcAft>
              <a:buClrTx/>
              <a:buSzTx/>
              <a:buFont typeface="Plus Jakarta Sans" panose="020B0604020202020204" pitchFamily="34" charset="0"/>
              <a:buNone/>
              <a:tabLst/>
              <a:defRPr/>
            </a:pPr>
            <a:r>
              <a:rPr lang="en-GB" sz="1100" dirty="0">
                <a:solidFill>
                  <a:schemeClr val="tx2"/>
                </a:solidFill>
                <a:latin typeface="+mj-lt"/>
                <a:cs typeface="Segoe UI" panose="020B0502040204020203" pitchFamily="34" charset="0"/>
              </a:rPr>
              <a:t>You can </a:t>
            </a:r>
            <a:r>
              <a:rPr lang="en-GB" sz="1100" b="1" i="0" dirty="0">
                <a:solidFill>
                  <a:schemeClr val="tx2"/>
                </a:solidFill>
                <a:latin typeface="+mj-lt"/>
                <a:cs typeface="Segoe UI" panose="020B0502040204020203" pitchFamily="34" charset="0"/>
              </a:rPr>
              <a:t>change their fill colours</a:t>
            </a:r>
            <a:r>
              <a:rPr lang="en-GB" sz="1100" dirty="0">
                <a:solidFill>
                  <a:schemeClr val="tx2"/>
                </a:solidFill>
                <a:latin typeface="+mj-lt"/>
                <a:cs typeface="Segoe UI" panose="020B0502040204020203" pitchFamily="34" charset="0"/>
              </a:rPr>
              <a:t> to coordinate with the background, using the recommended colours shown on this slide.</a:t>
            </a:r>
          </a:p>
        </p:txBody>
      </p:sp>
      <p:grpSp>
        <p:nvGrpSpPr>
          <p:cNvPr id="33" name="Group 32">
            <a:extLst>
              <a:ext uri="{FF2B5EF4-FFF2-40B4-BE49-F238E27FC236}">
                <a16:creationId xmlns:a16="http://schemas.microsoft.com/office/drawing/2014/main" id="{90D7A99F-4C84-D86B-4F6D-40E8528AB4B2}"/>
              </a:ext>
            </a:extLst>
          </p:cNvPr>
          <p:cNvGrpSpPr>
            <a:grpSpLocks noGrp="1" noUngrp="1" noRot="1" noMove="1" noResize="1"/>
          </p:cNvGrpSpPr>
          <p:nvPr userDrawn="1"/>
        </p:nvGrpSpPr>
        <p:grpSpPr>
          <a:xfrm>
            <a:off x="482645" y="3773077"/>
            <a:ext cx="2417003" cy="2338317"/>
            <a:chOff x="482645" y="3773077"/>
            <a:chExt cx="2417003" cy="2338317"/>
          </a:xfrm>
        </p:grpSpPr>
        <p:pic>
          <p:nvPicPr>
            <p:cNvPr id="8" name="Picture 7">
              <a:extLst>
                <a:ext uri="{FF2B5EF4-FFF2-40B4-BE49-F238E27FC236}">
                  <a16:creationId xmlns:a16="http://schemas.microsoft.com/office/drawing/2014/main" id="{9D0C9F66-2F03-8C9F-A27D-BF38BC7CB652}"/>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a:ext>
              </a:extLst>
            </a:blip>
            <a:srcRect/>
            <a:stretch/>
          </p:blipFill>
          <p:spPr>
            <a:xfrm>
              <a:off x="482645" y="3917663"/>
              <a:ext cx="2417003" cy="2193731"/>
            </a:xfrm>
            <a:prstGeom prst="rect">
              <a:avLst/>
            </a:prstGeom>
          </p:spPr>
        </p:pic>
        <p:sp>
          <p:nvSpPr>
            <p:cNvPr id="10" name="Oval 9">
              <a:extLst>
                <a:ext uri="{FF2B5EF4-FFF2-40B4-BE49-F238E27FC236}">
                  <a16:creationId xmlns:a16="http://schemas.microsoft.com/office/drawing/2014/main" id="{8E831B6B-BAA2-8DA3-B24C-A78B4F512497}"/>
                </a:ext>
              </a:extLst>
            </p:cNvPr>
            <p:cNvSpPr>
              <a:spLocks noGrp="1" noRot="1" noMove="1" noResize="1" noEditPoints="1" noAdjustHandles="1" noChangeArrowheads="1" noChangeShapeType="1"/>
            </p:cNvSpPr>
            <p:nvPr userDrawn="1"/>
          </p:nvSpPr>
          <p:spPr>
            <a:xfrm>
              <a:off x="1502446" y="3773077"/>
              <a:ext cx="849086" cy="460029"/>
            </a:xfrm>
            <a:prstGeom prst="ellipse">
              <a:avLst/>
            </a:prstGeom>
            <a:noFill/>
            <a:ln w="28575">
              <a:solidFill>
                <a:srgbClr val="DF41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grpSp>
      <p:pic>
        <p:nvPicPr>
          <p:cNvPr id="4" name="Pearson Logo" descr="Pearson Logo">
            <a:extLst>
              <a:ext uri="{FF2B5EF4-FFF2-40B4-BE49-F238E27FC236}">
                <a16:creationId xmlns:a16="http://schemas.microsoft.com/office/drawing/2014/main" id="{3BCA1EDF-B9A1-4F4A-E0B2-06F29AF0FA02}"/>
              </a:ext>
            </a:extLst>
          </p:cNvPr>
          <p:cNvPicPr/>
          <p:nvPr userDrawn="1"/>
        </p:nvPicPr>
        <p:blipFill>
          <a:blip r:embed="rId3">
            <a:extLst>
              <a:ext uri="{96DAC541-7B7A-43D3-8B79-37D633B846F1}">
                <asvg:svgBlip xmlns:asvg="http://schemas.microsoft.com/office/drawing/2016/SVG/main" r:embed="rId4"/>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18272952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_User Guide: Best Practices for PowerPoint">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n-lt"/>
              <a:ea typeface="+mn-ea"/>
              <a:cs typeface="+mn-cs"/>
            </a:endParaRPr>
          </a:p>
        </p:txBody>
      </p:sp>
      <p:sp>
        <p:nvSpPr>
          <p:cNvPr id="195" name="Section">
            <a:extLst>
              <a:ext uri="{FF2B5EF4-FFF2-40B4-BE49-F238E27FC236}">
                <a16:creationId xmlns:a16="http://schemas.microsoft.com/office/drawing/2014/main" id="{233300AB-A9E7-3601-EA04-42424EC26F32}"/>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n-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n-lt"/>
                <a:ea typeface="+mj-ea"/>
                <a:cs typeface="Segoe UI Semibold" panose="020B0502040204020203" pitchFamily="34" charset="0"/>
              </a:rPr>
              <a:t>Best Practices </a:t>
            </a:r>
            <a:br>
              <a:rPr kumimoji="0" lang="en-US" sz="2200" b="1" i="0" u="none" strike="noStrike" kern="1200" cap="none" spc="0" normalizeH="0" baseline="0" noProof="0" dirty="0">
                <a:ln>
                  <a:noFill/>
                </a:ln>
                <a:solidFill>
                  <a:srgbClr val="0D004D"/>
                </a:solidFill>
                <a:effectLst/>
                <a:uLnTx/>
                <a:uFillTx/>
                <a:latin typeface="+mn-lt"/>
                <a:ea typeface="+mj-ea"/>
                <a:cs typeface="Segoe UI Semibold" panose="020B0502040204020203" pitchFamily="34" charset="0"/>
              </a:rPr>
            </a:br>
            <a:r>
              <a:rPr kumimoji="0" lang="en-US" sz="2200" b="1" i="0" u="none" strike="noStrike" kern="1200" cap="none" spc="0" normalizeH="0" baseline="0" noProof="0" dirty="0">
                <a:ln>
                  <a:noFill/>
                </a:ln>
                <a:solidFill>
                  <a:srgbClr val="0D004D"/>
                </a:solidFill>
                <a:effectLst/>
                <a:uLnTx/>
                <a:uFillTx/>
                <a:latin typeface="+mn-lt"/>
                <a:ea typeface="+mj-ea"/>
                <a:cs typeface="Segoe UI Semibold" panose="020B0502040204020203" pitchFamily="34" charset="0"/>
              </a:rPr>
              <a:t>For PowerPoint</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625600"/>
            <a:ext cx="2366291" cy="4410076"/>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400" b="0" noProof="0" dirty="0">
                <a:latin typeface="+mn-lt"/>
                <a:cs typeface="Segoe UI" panose="020B0502040204020203" pitchFamily="34" charset="0"/>
              </a:rPr>
              <a:t>Here are some applicable best practices when setting up your PowerPoint document.</a:t>
            </a:r>
          </a:p>
        </p:txBody>
      </p:sp>
      <p:sp>
        <p:nvSpPr>
          <p:cNvPr id="2" name="Subhead 1">
            <a:extLst>
              <a:ext uri="{FF2B5EF4-FFF2-40B4-BE49-F238E27FC236}">
                <a16:creationId xmlns:a16="http://schemas.microsoft.com/office/drawing/2014/main" id="{EF10D453-0407-39C5-46E2-3A3740A2E40C}"/>
              </a:ext>
            </a:extLst>
          </p:cNvPr>
          <p:cNvSpPr txBox="1">
            <a:spLocks/>
          </p:cNvSpPr>
          <p:nvPr userDrawn="1"/>
        </p:nvSpPr>
        <p:spPr bwMode="gray">
          <a:xfrm>
            <a:off x="4142660" y="1366911"/>
            <a:ext cx="3197132"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400" b="1" i="0" noProof="0" dirty="0">
                <a:solidFill>
                  <a:srgbClr val="0D004D"/>
                </a:solidFill>
                <a:latin typeface="+mj-lt"/>
                <a:cs typeface="Segoe UI" panose="020B0502040204020203" pitchFamily="34" charset="0"/>
              </a:rPr>
              <a:t>Know what you’re preparing for — </a:t>
            </a:r>
            <a:br>
              <a:rPr lang="en-US" sz="1400" b="1" i="0" noProof="0" dirty="0">
                <a:solidFill>
                  <a:srgbClr val="0D004D"/>
                </a:solidFill>
                <a:latin typeface="+mj-lt"/>
                <a:cs typeface="Segoe UI" panose="020B0502040204020203" pitchFamily="34" charset="0"/>
              </a:rPr>
            </a:br>
            <a:r>
              <a:rPr lang="en-US" sz="1400" b="1" i="0" noProof="0" dirty="0">
                <a:solidFill>
                  <a:srgbClr val="0D004D"/>
                </a:solidFill>
                <a:latin typeface="+mj-lt"/>
                <a:cs typeface="Segoe UI" panose="020B0502040204020203" pitchFamily="34" charset="0"/>
              </a:rPr>
              <a:t>is it an in-person presentation or </a:t>
            </a:r>
            <a:br>
              <a:rPr lang="en-US" sz="1400" b="1" i="0" noProof="0" dirty="0">
                <a:solidFill>
                  <a:srgbClr val="0D004D"/>
                </a:solidFill>
                <a:latin typeface="+mj-lt"/>
                <a:cs typeface="Segoe UI" panose="020B0502040204020203" pitchFamily="34" charset="0"/>
              </a:rPr>
            </a:br>
            <a:r>
              <a:rPr lang="en-US" sz="1400" b="1" i="0" noProof="0" dirty="0">
                <a:solidFill>
                  <a:srgbClr val="0D004D"/>
                </a:solidFill>
                <a:latin typeface="+mj-lt"/>
                <a:cs typeface="Segoe UI" panose="020B0502040204020203" pitchFamily="34" charset="0"/>
              </a:rPr>
              <a:t>a document to read?</a:t>
            </a:r>
          </a:p>
        </p:txBody>
      </p:sp>
      <p:sp>
        <p:nvSpPr>
          <p:cNvPr id="3" name="Text 1">
            <a:extLst>
              <a:ext uri="{FF2B5EF4-FFF2-40B4-BE49-F238E27FC236}">
                <a16:creationId xmlns:a16="http://schemas.microsoft.com/office/drawing/2014/main" id="{06E0B9B9-F7DD-7626-84EA-18E96BD7A9F6}"/>
              </a:ext>
            </a:extLst>
          </p:cNvPr>
          <p:cNvSpPr txBox="1">
            <a:spLocks/>
          </p:cNvSpPr>
          <p:nvPr userDrawn="1"/>
        </p:nvSpPr>
        <p:spPr bwMode="gray">
          <a:xfrm>
            <a:off x="7740887" y="1362076"/>
            <a:ext cx="3665546"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100" noProof="0" dirty="0">
                <a:solidFill>
                  <a:srgbClr val="0D004D"/>
                </a:solidFill>
                <a:latin typeface="+mn-lt"/>
                <a:cs typeface="Segoe UI" panose="020B0502040204020203" pitchFamily="34" charset="0"/>
              </a:rPr>
              <a:t>This determines how much content you should include within a slide and how big/small the text needs to be.</a:t>
            </a:r>
          </a:p>
        </p:txBody>
      </p:sp>
      <p:sp>
        <p:nvSpPr>
          <p:cNvPr id="9" name="Subhead 2">
            <a:extLst>
              <a:ext uri="{FF2B5EF4-FFF2-40B4-BE49-F238E27FC236}">
                <a16:creationId xmlns:a16="http://schemas.microsoft.com/office/drawing/2014/main" id="{E445BE30-F3DD-D111-900F-08EDD021AE6F}"/>
              </a:ext>
            </a:extLst>
          </p:cNvPr>
          <p:cNvSpPr txBox="1">
            <a:spLocks/>
          </p:cNvSpPr>
          <p:nvPr userDrawn="1"/>
        </p:nvSpPr>
        <p:spPr bwMode="gray">
          <a:xfrm>
            <a:off x="4142660" y="2450644"/>
            <a:ext cx="3197132"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400" b="1" i="0" noProof="0" dirty="0">
                <a:solidFill>
                  <a:srgbClr val="0D004D"/>
                </a:solidFill>
                <a:latin typeface="+mj-lt"/>
                <a:cs typeface="Segoe UI" panose="020B0502040204020203" pitchFamily="34" charset="0"/>
              </a:rPr>
              <a:t>Get to know the brand — familiarize yourself with the visual identity.</a:t>
            </a:r>
          </a:p>
        </p:txBody>
      </p:sp>
      <p:sp>
        <p:nvSpPr>
          <p:cNvPr id="12" name="Text 2">
            <a:extLst>
              <a:ext uri="{FF2B5EF4-FFF2-40B4-BE49-F238E27FC236}">
                <a16:creationId xmlns:a16="http://schemas.microsoft.com/office/drawing/2014/main" id="{D5954D86-C4ED-FC75-AA0F-FC3550030BCC}"/>
              </a:ext>
            </a:extLst>
          </p:cNvPr>
          <p:cNvSpPr txBox="1">
            <a:spLocks/>
          </p:cNvSpPr>
          <p:nvPr userDrawn="1"/>
        </p:nvSpPr>
        <p:spPr bwMode="gray">
          <a:xfrm>
            <a:off x="7740887" y="2445809"/>
            <a:ext cx="3665546"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100" noProof="0" dirty="0">
                <a:solidFill>
                  <a:srgbClr val="0D004D"/>
                </a:solidFill>
                <a:latin typeface="+mn-lt"/>
                <a:cs typeface="Segoe UI" panose="020B0502040204020203" pitchFamily="34" charset="0"/>
              </a:rPr>
              <a:t>Consistency across communication is essential. Use the latest template and approved brand assets in your presentation.</a:t>
            </a:r>
          </a:p>
        </p:txBody>
      </p:sp>
      <p:sp>
        <p:nvSpPr>
          <p:cNvPr id="15" name="Subhead 3">
            <a:extLst>
              <a:ext uri="{FF2B5EF4-FFF2-40B4-BE49-F238E27FC236}">
                <a16:creationId xmlns:a16="http://schemas.microsoft.com/office/drawing/2014/main" id="{956C6F61-674F-35FA-CC56-028C501FDA78}"/>
              </a:ext>
            </a:extLst>
          </p:cNvPr>
          <p:cNvSpPr txBox="1">
            <a:spLocks/>
          </p:cNvSpPr>
          <p:nvPr userDrawn="1"/>
        </p:nvSpPr>
        <p:spPr bwMode="gray">
          <a:xfrm>
            <a:off x="4142660" y="3534377"/>
            <a:ext cx="3197132"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400" b="1" i="0" noProof="0" dirty="0">
                <a:solidFill>
                  <a:srgbClr val="0D004D"/>
                </a:solidFill>
                <a:latin typeface="+mj-lt"/>
                <a:cs typeface="Segoe UI" panose="020B0502040204020203" pitchFamily="34" charset="0"/>
              </a:rPr>
              <a:t>Adding slides from another template? Start with a blank slide within the correct template. </a:t>
            </a:r>
          </a:p>
        </p:txBody>
      </p:sp>
      <p:sp>
        <p:nvSpPr>
          <p:cNvPr id="187" name="Text 3">
            <a:extLst>
              <a:ext uri="{FF2B5EF4-FFF2-40B4-BE49-F238E27FC236}">
                <a16:creationId xmlns:a16="http://schemas.microsoft.com/office/drawing/2014/main" id="{3EA0B21A-4CD8-8E3B-6F21-B6C12E08F774}"/>
              </a:ext>
            </a:extLst>
          </p:cNvPr>
          <p:cNvSpPr txBox="1">
            <a:spLocks/>
          </p:cNvSpPr>
          <p:nvPr userDrawn="1"/>
        </p:nvSpPr>
        <p:spPr bwMode="gray">
          <a:xfrm>
            <a:off x="7740887" y="3529542"/>
            <a:ext cx="3665546"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100" noProof="0">
                <a:solidFill>
                  <a:srgbClr val="0D004D"/>
                </a:solidFill>
                <a:latin typeface="+mn-lt"/>
                <a:cs typeface="Segoe UI" panose="020B0502040204020203" pitchFamily="34" charset="0"/>
              </a:rPr>
              <a:t>Copying/pasting content from another file with a different template is not a straightforward task. Start with a blank or basic layout, then copy the content over to avoid theme fonts/colors clash.</a:t>
            </a:r>
          </a:p>
        </p:txBody>
      </p:sp>
      <p:sp>
        <p:nvSpPr>
          <p:cNvPr id="189" name="Subhead 4">
            <a:extLst>
              <a:ext uri="{FF2B5EF4-FFF2-40B4-BE49-F238E27FC236}">
                <a16:creationId xmlns:a16="http://schemas.microsoft.com/office/drawing/2014/main" id="{0C14AB4A-7B8A-929A-D582-24897BC62CBE}"/>
              </a:ext>
            </a:extLst>
          </p:cNvPr>
          <p:cNvSpPr txBox="1">
            <a:spLocks/>
          </p:cNvSpPr>
          <p:nvPr userDrawn="1"/>
        </p:nvSpPr>
        <p:spPr bwMode="gray">
          <a:xfrm>
            <a:off x="4142660" y="4618111"/>
            <a:ext cx="3197132"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400" b="1" i="0" noProof="0" dirty="0">
                <a:solidFill>
                  <a:srgbClr val="0D004D"/>
                </a:solidFill>
                <a:latin typeface="+mj-lt"/>
                <a:cs typeface="Segoe UI" panose="020B0502040204020203" pitchFamily="34" charset="0"/>
              </a:rPr>
              <a:t>Reach more audience, </a:t>
            </a:r>
            <a:br>
              <a:rPr lang="en-US" sz="1400" b="1" i="0" noProof="0" dirty="0">
                <a:solidFill>
                  <a:srgbClr val="0D004D"/>
                </a:solidFill>
                <a:latin typeface="+mj-lt"/>
                <a:cs typeface="Segoe UI" panose="020B0502040204020203" pitchFamily="34" charset="0"/>
              </a:rPr>
            </a:br>
            <a:r>
              <a:rPr lang="en-US" sz="1400" b="1" i="0" noProof="0" dirty="0">
                <a:solidFill>
                  <a:srgbClr val="0D004D"/>
                </a:solidFill>
                <a:latin typeface="+mj-lt"/>
                <a:cs typeface="Segoe UI" panose="020B0502040204020203" pitchFamily="34" charset="0"/>
              </a:rPr>
              <a:t>make it more accessible!</a:t>
            </a:r>
          </a:p>
        </p:txBody>
      </p:sp>
      <p:sp>
        <p:nvSpPr>
          <p:cNvPr id="190" name="Text 4">
            <a:extLst>
              <a:ext uri="{FF2B5EF4-FFF2-40B4-BE49-F238E27FC236}">
                <a16:creationId xmlns:a16="http://schemas.microsoft.com/office/drawing/2014/main" id="{4FCA0760-67FD-B307-1FF1-4A3AE1560BAB}"/>
              </a:ext>
            </a:extLst>
          </p:cNvPr>
          <p:cNvSpPr txBox="1">
            <a:spLocks/>
          </p:cNvSpPr>
          <p:nvPr userDrawn="1"/>
        </p:nvSpPr>
        <p:spPr bwMode="gray">
          <a:xfrm>
            <a:off x="7740887" y="4613276"/>
            <a:ext cx="3665546"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100" noProof="0">
                <a:solidFill>
                  <a:srgbClr val="0D004D"/>
                </a:solidFill>
                <a:latin typeface="+mn-lt"/>
                <a:cs typeface="Segoe UI" panose="020B0502040204020203" pitchFamily="34" charset="0"/>
              </a:rPr>
              <a:t>Run your PowerPoint file through the “Check Accessibility” tool (located on the Review tab); ensure the reading order works well with screen reader, </a:t>
            </a:r>
            <a:br>
              <a:rPr lang="en-US" sz="1100" noProof="0">
                <a:solidFill>
                  <a:srgbClr val="0D004D"/>
                </a:solidFill>
                <a:latin typeface="+mn-lt"/>
                <a:cs typeface="Segoe UI" panose="020B0502040204020203" pitchFamily="34" charset="0"/>
              </a:rPr>
            </a:br>
            <a:r>
              <a:rPr lang="en-US" sz="1100" noProof="0">
                <a:solidFill>
                  <a:srgbClr val="0D004D"/>
                </a:solidFill>
                <a:latin typeface="+mn-lt"/>
                <a:cs typeface="Segoe UI" panose="020B0502040204020203" pitchFamily="34" charset="0"/>
              </a:rPr>
              <a:t>set alt text for images, etc.</a:t>
            </a:r>
          </a:p>
        </p:txBody>
      </p:sp>
      <p:cxnSp>
        <p:nvCxnSpPr>
          <p:cNvPr id="16" name="Straight Connector 15">
            <a:extLst>
              <a:ext uri="{FF2B5EF4-FFF2-40B4-BE49-F238E27FC236}">
                <a16:creationId xmlns:a16="http://schemas.microsoft.com/office/drawing/2014/main" id="{27A96B58-CA17-E5BF-9564-FDEAE0E01C43}"/>
              </a:ext>
              <a:ext uri="{C183D7F6-B498-43B3-948B-1728B52AA6E4}">
                <adec:decorative xmlns:adec="http://schemas.microsoft.com/office/drawing/2017/decorative" val="1"/>
              </a:ext>
            </a:extLst>
          </p:cNvPr>
          <p:cNvCxnSpPr>
            <a:cxnSpLocks/>
          </p:cNvCxnSpPr>
          <p:nvPr userDrawn="1"/>
        </p:nvCxnSpPr>
        <p:spPr bwMode="gray">
          <a:xfrm>
            <a:off x="4068293" y="2254586"/>
            <a:ext cx="7338140"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21F2CA21-9604-4A61-D0D7-39302E45F319}"/>
              </a:ext>
              <a:ext uri="{C183D7F6-B498-43B3-948B-1728B52AA6E4}">
                <adec:decorative xmlns:adec="http://schemas.microsoft.com/office/drawing/2017/decorative" val="1"/>
              </a:ext>
            </a:extLst>
          </p:cNvPr>
          <p:cNvCxnSpPr>
            <a:cxnSpLocks/>
          </p:cNvCxnSpPr>
          <p:nvPr userDrawn="1"/>
        </p:nvCxnSpPr>
        <p:spPr bwMode="gray">
          <a:xfrm>
            <a:off x="4068293" y="3309791"/>
            <a:ext cx="7338140"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84A6ADC-D61E-6253-C621-9038C90E14E5}"/>
              </a:ext>
              <a:ext uri="{C183D7F6-B498-43B3-948B-1728B52AA6E4}">
                <adec:decorative xmlns:adec="http://schemas.microsoft.com/office/drawing/2017/decorative" val="1"/>
              </a:ext>
            </a:extLst>
          </p:cNvPr>
          <p:cNvCxnSpPr>
            <a:cxnSpLocks/>
          </p:cNvCxnSpPr>
          <p:nvPr userDrawn="1"/>
        </p:nvCxnSpPr>
        <p:spPr bwMode="gray">
          <a:xfrm>
            <a:off x="4068293" y="4412625"/>
            <a:ext cx="7338140"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pic>
        <p:nvPicPr>
          <p:cNvPr id="4" name="Pearson Logo" descr="Pearson Logo">
            <a:extLst>
              <a:ext uri="{FF2B5EF4-FFF2-40B4-BE49-F238E27FC236}">
                <a16:creationId xmlns:a16="http://schemas.microsoft.com/office/drawing/2014/main" id="{0B1A8425-0ED7-A4C2-E971-6FFAD8DAC7E5}"/>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320278705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User Guide: Best Practices for PowerPoint">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j-lt"/>
              <a:ea typeface="+mn-ea"/>
              <a:cs typeface="+mn-cs"/>
            </a:endParaRPr>
          </a:p>
        </p:txBody>
      </p:sp>
      <p:sp>
        <p:nvSpPr>
          <p:cNvPr id="2" name="Text Placeholder 3">
            <a:extLst>
              <a:ext uri="{FF2B5EF4-FFF2-40B4-BE49-F238E27FC236}">
                <a16:creationId xmlns:a16="http://schemas.microsoft.com/office/drawing/2014/main" id="{957475BA-7B8A-4956-5E35-C9B7667F5160}"/>
              </a:ext>
            </a:extLst>
          </p:cNvPr>
          <p:cNvSpPr>
            <a:spLocks noGrp="1"/>
          </p:cNvSpPr>
          <p:nvPr userDrawn="1"/>
        </p:nvSpPr>
        <p:spPr>
          <a:xfrm>
            <a:off x="541474" y="1465324"/>
            <a:ext cx="2183308" cy="4767120"/>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Segoe UI" panose="020B0502040204020203" pitchFamily="34" charset="0"/>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Segoe UI" panose="020B0502040204020203" pitchFamily="34" charset="0"/>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Segoe UI" panose="020B0502040204020203" pitchFamily="34" charset="0"/>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Segoe UI" panose="020B0502040204020203" pitchFamily="34" charset="0"/>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Segoe UI" panose="020B0502040204020203" pitchFamily="34" charset="0"/>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b="1" dirty="0">
                <a:latin typeface="+mj-lt"/>
                <a:cs typeface="Segoe UI" panose="020B0502040204020203" pitchFamily="34" charset="0"/>
              </a:rPr>
              <a:t>When creating slide content for your course, please be sure to be mindful of leaving available space in the lower right corner for Picture-in-Picture (</a:t>
            </a:r>
            <a:r>
              <a:rPr lang="en-US" b="1" dirty="0" err="1">
                <a:latin typeface="+mj-lt"/>
                <a:cs typeface="Segoe UI" panose="020B0502040204020203" pitchFamily="34" charset="0"/>
              </a:rPr>
              <a:t>PiP</a:t>
            </a:r>
            <a:r>
              <a:rPr lang="en-US" b="1" dirty="0">
                <a:latin typeface="+mj-lt"/>
                <a:cs typeface="Segoe UI" panose="020B0502040204020203" pitchFamily="34" charset="0"/>
              </a:rPr>
              <a:t>). </a:t>
            </a:r>
          </a:p>
          <a:p>
            <a:endParaRPr lang="en-US" dirty="0">
              <a:latin typeface="+mj-lt"/>
              <a:cs typeface="Segoe UI" panose="020B0502040204020203" pitchFamily="34" charset="0"/>
            </a:endParaRPr>
          </a:p>
          <a:p>
            <a:r>
              <a:rPr lang="en-US" dirty="0">
                <a:latin typeface="+mj-lt"/>
                <a:cs typeface="Segoe UI" panose="020B0502040204020203" pitchFamily="34" charset="0"/>
              </a:rPr>
              <a:t>This allows viewers to see both the slide material and the presenter simultaneously, enhancing the learning experience. </a:t>
            </a:r>
          </a:p>
          <a:p>
            <a:endParaRPr lang="en-US" dirty="0">
              <a:latin typeface="+mj-lt"/>
              <a:cs typeface="Segoe UI" panose="020B0502040204020203" pitchFamily="34" charset="0"/>
            </a:endParaRPr>
          </a:p>
          <a:p>
            <a:r>
              <a:rPr lang="en-US" dirty="0">
                <a:latin typeface="+mj-lt"/>
                <a:cs typeface="Segoe UI" panose="020B0502040204020203" pitchFamily="34" charset="0"/>
              </a:rPr>
              <a:t>If your video product is screencast-only with no on-camera option, you are free to utilize the full slide while building out your content. 																					</a:t>
            </a:r>
          </a:p>
        </p:txBody>
      </p:sp>
      <p:sp>
        <p:nvSpPr>
          <p:cNvPr id="8" name="Title">
            <a:extLst>
              <a:ext uri="{FF2B5EF4-FFF2-40B4-BE49-F238E27FC236}">
                <a16:creationId xmlns:a16="http://schemas.microsoft.com/office/drawing/2014/main" id="{A8ACAEB8-5C48-F2CA-E1C4-5FD5EA8340A5}"/>
              </a:ext>
            </a:extLst>
          </p:cNvPr>
          <p:cNvSpPr>
            <a:spLocks noGrp="1"/>
          </p:cNvSpPr>
          <p:nvPr userDrawn="1"/>
        </p:nvSpPr>
        <p:spPr bwMode="gray">
          <a:xfrm>
            <a:off x="3721656" y="481388"/>
            <a:ext cx="8869901" cy="819150"/>
          </a:xfrm>
          <a:prstGeom prst="rect">
            <a:avLst/>
          </a:prstGeom>
        </p:spPr>
        <p:txBody>
          <a:bodyPr vert="horz" lIns="0" tIns="0" rIns="0" bIns="0" rtlCol="0" anchor="t">
            <a:noAutofit/>
          </a:bodyPr>
          <a:lstStyle>
            <a:defPPr>
              <a:defRPr lang="en-US"/>
            </a:defPPr>
            <a:lvl1pPr marL="0" algn="l" defTabSz="914400" rtl="0" eaLnBrk="1" latinLnBrk="0" hangingPunct="1">
              <a:lnSpc>
                <a:spcPct val="90000"/>
              </a:lnSpc>
              <a:spcBef>
                <a:spcPct val="0"/>
              </a:spcBef>
              <a:buNone/>
              <a:defRPr sz="3200" kern="1200">
                <a:solidFill>
                  <a:schemeClr val="tx2"/>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latin typeface="+mj-lt"/>
                <a:cs typeface="Segoe UI Semibold" panose="020B0502040204020203" pitchFamily="34" charset="0"/>
              </a:rPr>
              <a:t>Slide Headline Title Here</a:t>
            </a:r>
          </a:p>
        </p:txBody>
      </p:sp>
      <p:sp>
        <p:nvSpPr>
          <p:cNvPr id="9" name="Text 1">
            <a:extLst>
              <a:ext uri="{FF2B5EF4-FFF2-40B4-BE49-F238E27FC236}">
                <a16:creationId xmlns:a16="http://schemas.microsoft.com/office/drawing/2014/main" id="{0D57C818-7DFA-C26E-9E9C-428622CBBF80}"/>
              </a:ext>
            </a:extLst>
          </p:cNvPr>
          <p:cNvSpPr>
            <a:spLocks noGrp="1"/>
          </p:cNvSpPr>
          <p:nvPr userDrawn="1"/>
        </p:nvSpPr>
        <p:spPr bwMode="black">
          <a:xfrm>
            <a:off x="3929638" y="1232445"/>
            <a:ext cx="7938698" cy="5303662"/>
          </a:xfrm>
          <a:prstGeom prst="rect">
            <a:avLst/>
          </a:prstGeom>
        </p:spPr>
        <p:txBody>
          <a:bodyPr vert="horz" lIns="0" tIns="0" rIns="0" bIns="0" rtlCol="0" anchor="t" anchorCtr="0">
            <a:noAutofit/>
          </a:bodyPr>
          <a:lstStyle>
            <a:defPPr>
              <a:defRPr lang="en-US"/>
            </a:defPPr>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1pPr>
            <a:lvl2pPr marL="460800" indent="-228600" algn="l" defTabSz="914400" rtl="0" eaLnBrk="1" latinLnBrk="0" hangingPunct="1">
              <a:lnSpc>
                <a:spcPct val="100000"/>
              </a:lnSpc>
              <a:spcBef>
                <a:spcPts val="0"/>
              </a:spcBef>
              <a:spcAft>
                <a:spcPts val="600"/>
              </a:spcAft>
              <a:buFont typeface="Plus Jakarta Sans" panose="020B0604020202020204" pitchFamily="34" charset="0"/>
              <a:buChar char="•"/>
              <a:defRPr sz="1200" kern="1200">
                <a:solidFill>
                  <a:schemeClr val="tx2"/>
                </a:solidFill>
                <a:latin typeface="+mn-lt"/>
                <a:ea typeface="+mn-ea"/>
                <a:cs typeface="+mn-cs"/>
              </a:defRPr>
            </a:lvl2pPr>
            <a:lvl3pPr marL="691200" indent="-228600" algn="l" defTabSz="914400" rtl="0" eaLnBrk="1" latinLnBrk="0" hangingPunct="1">
              <a:lnSpc>
                <a:spcPct val="100000"/>
              </a:lnSpc>
              <a:spcBef>
                <a:spcPts val="0"/>
              </a:spcBef>
              <a:spcAft>
                <a:spcPts val="600"/>
              </a:spcAft>
              <a:buFont typeface="Plus Jakarta Sans" panose="020B0604020202020204" pitchFamily="34" charset="0"/>
              <a:buChar char="•"/>
              <a:defRPr sz="1200" kern="1200">
                <a:solidFill>
                  <a:schemeClr val="tx2"/>
                </a:solidFill>
                <a:latin typeface="+mn-lt"/>
                <a:ea typeface="+mn-ea"/>
                <a:cs typeface="+mn-cs"/>
              </a:defRPr>
            </a:lvl3pPr>
            <a:lvl4pPr marL="921600" indent="-228600" algn="l" defTabSz="914400" rtl="0" eaLnBrk="1" latinLnBrk="0" hangingPunct="1">
              <a:lnSpc>
                <a:spcPct val="100000"/>
              </a:lnSpc>
              <a:spcBef>
                <a:spcPts val="0"/>
              </a:spcBef>
              <a:spcAft>
                <a:spcPts val="600"/>
              </a:spcAft>
              <a:buFont typeface="Plus Jakarta Sans" panose="020B0604020202020204" pitchFamily="34" charset="0"/>
              <a:buChar char="•"/>
              <a:defRPr sz="1200" kern="1200">
                <a:solidFill>
                  <a:schemeClr val="tx2"/>
                </a:solidFill>
                <a:latin typeface="+mn-lt"/>
                <a:ea typeface="+mn-ea"/>
                <a:cs typeface="+mn-cs"/>
              </a:defRPr>
            </a:lvl4pPr>
            <a:lvl5pPr marL="1152000" indent="-228600" algn="l" defTabSz="914400" rtl="0" eaLnBrk="1" latinLnBrk="0" hangingPunct="1">
              <a:lnSpc>
                <a:spcPct val="100000"/>
              </a:lnSpc>
              <a:spcBef>
                <a:spcPts val="0"/>
              </a:spcBef>
              <a:spcAft>
                <a:spcPts val="600"/>
              </a:spcAft>
              <a:buFont typeface="Plus Jakarta Sans"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9pPr>
          </a:lstStyle>
          <a:p>
            <a:pPr marL="457200" lvl="0" indent="-457200">
              <a:buFont typeface="Arial" panose="020B0604020202020204" pitchFamily="34" charset="0"/>
              <a:buChar char="•"/>
            </a:pPr>
            <a:r>
              <a:rPr lang="en-US" sz="2800" dirty="0">
                <a:latin typeface="+mj-lt"/>
                <a:cs typeface="Segoe UI" panose="020B0502040204020203" pitchFamily="34" charset="0"/>
              </a:rPr>
              <a:t>Lorem ipsum dolor sit </a:t>
            </a:r>
            <a:r>
              <a:rPr lang="en-US" sz="2800" dirty="0" err="1">
                <a:latin typeface="+mj-lt"/>
                <a:cs typeface="Segoe UI" panose="020B0502040204020203" pitchFamily="34" charset="0"/>
              </a:rPr>
              <a:t>amet</a:t>
            </a:r>
            <a:r>
              <a:rPr lang="en-US" sz="2800" dirty="0">
                <a:latin typeface="+mj-lt"/>
                <a:cs typeface="Segoe UI" panose="020B0502040204020203" pitchFamily="34" charset="0"/>
              </a:rPr>
              <a:t> </a:t>
            </a:r>
          </a:p>
          <a:p>
            <a:pPr marL="457200" lvl="0" indent="-457200">
              <a:buFont typeface="Arial" panose="020B0604020202020204" pitchFamily="34" charset="0"/>
              <a:buChar char="•"/>
            </a:pPr>
            <a:r>
              <a:rPr lang="en-US" sz="2800" dirty="0" err="1">
                <a:latin typeface="+mj-lt"/>
                <a:cs typeface="Segoe UI" panose="020B0502040204020203" pitchFamily="34" charset="0"/>
              </a:rPr>
              <a:t>Consectetur</a:t>
            </a:r>
            <a:r>
              <a:rPr lang="en-US" sz="2800" dirty="0">
                <a:latin typeface="+mj-lt"/>
                <a:cs typeface="Segoe UI" panose="020B0502040204020203" pitchFamily="34" charset="0"/>
              </a:rPr>
              <a:t> </a:t>
            </a:r>
            <a:r>
              <a:rPr lang="en-US" sz="2800" dirty="0" err="1">
                <a:latin typeface="+mj-lt"/>
                <a:cs typeface="Segoe UI" panose="020B0502040204020203" pitchFamily="34" charset="0"/>
              </a:rPr>
              <a:t>adipiscing</a:t>
            </a:r>
            <a:r>
              <a:rPr lang="en-US" sz="2800" dirty="0">
                <a:latin typeface="+mj-lt"/>
                <a:cs typeface="Segoe UI" panose="020B0502040204020203" pitchFamily="34" charset="0"/>
              </a:rPr>
              <a:t> </a:t>
            </a:r>
            <a:r>
              <a:rPr lang="en-US" sz="2800" dirty="0" err="1">
                <a:latin typeface="+mj-lt"/>
                <a:cs typeface="Segoe UI" panose="020B0502040204020203" pitchFamily="34" charset="0"/>
              </a:rPr>
              <a:t>elit</a:t>
            </a:r>
            <a:endParaRPr lang="en-US" sz="2800" dirty="0">
              <a:latin typeface="+mj-lt"/>
              <a:cs typeface="Segoe UI" panose="020B0502040204020203" pitchFamily="34" charset="0"/>
            </a:endParaRPr>
          </a:p>
          <a:p>
            <a:pPr marL="457200" lvl="0" indent="-457200">
              <a:buFont typeface="Arial" panose="020B0604020202020204" pitchFamily="34" charset="0"/>
              <a:buChar char="•"/>
            </a:pPr>
            <a:r>
              <a:rPr lang="en-US" sz="2800" dirty="0">
                <a:latin typeface="+mj-lt"/>
                <a:cs typeface="Segoe UI" panose="020B0502040204020203" pitchFamily="34" charset="0"/>
              </a:rPr>
              <a:t>Sed do </a:t>
            </a:r>
            <a:r>
              <a:rPr lang="en-US" sz="2800" dirty="0" err="1">
                <a:latin typeface="+mj-lt"/>
                <a:cs typeface="Segoe UI" panose="020B0502040204020203" pitchFamily="34" charset="0"/>
              </a:rPr>
              <a:t>eiusmod</a:t>
            </a:r>
            <a:r>
              <a:rPr lang="en-US" sz="2800" dirty="0">
                <a:latin typeface="+mj-lt"/>
                <a:cs typeface="Segoe UI" panose="020B0502040204020203" pitchFamily="34" charset="0"/>
              </a:rPr>
              <a:t> </a:t>
            </a:r>
            <a:r>
              <a:rPr lang="en-US" sz="2800" dirty="0" err="1">
                <a:latin typeface="+mj-lt"/>
                <a:cs typeface="Segoe UI" panose="020B0502040204020203" pitchFamily="34" charset="0"/>
              </a:rPr>
              <a:t>tempor</a:t>
            </a:r>
            <a:r>
              <a:rPr lang="en-US" sz="2800" dirty="0">
                <a:latin typeface="+mj-lt"/>
                <a:cs typeface="Segoe UI" panose="020B0502040204020203" pitchFamily="34" charset="0"/>
              </a:rPr>
              <a:t> </a:t>
            </a:r>
            <a:r>
              <a:rPr lang="en-US" sz="2800" dirty="0" err="1">
                <a:latin typeface="+mj-lt"/>
                <a:cs typeface="Segoe UI" panose="020B0502040204020203" pitchFamily="34" charset="0"/>
              </a:rPr>
              <a:t>incididunt</a:t>
            </a:r>
            <a:r>
              <a:rPr lang="en-US" sz="2800" dirty="0">
                <a:latin typeface="+mj-lt"/>
                <a:cs typeface="Segoe UI" panose="020B0502040204020203" pitchFamily="34" charset="0"/>
              </a:rPr>
              <a:t> </a:t>
            </a:r>
            <a:r>
              <a:rPr lang="en-US" sz="2800" dirty="0" err="1">
                <a:latin typeface="+mj-lt"/>
                <a:cs typeface="Segoe UI" panose="020B0502040204020203" pitchFamily="34" charset="0"/>
              </a:rPr>
              <a:t>mollit</a:t>
            </a:r>
            <a:r>
              <a:rPr lang="en-US" sz="2800" dirty="0">
                <a:latin typeface="+mj-lt"/>
                <a:cs typeface="Segoe UI" panose="020B0502040204020203" pitchFamily="34" charset="0"/>
              </a:rPr>
              <a:t> </a:t>
            </a:r>
            <a:r>
              <a:rPr lang="en-US" sz="2800" dirty="0" err="1">
                <a:latin typeface="+mj-lt"/>
                <a:cs typeface="Segoe UI" panose="020B0502040204020203" pitchFamily="34" charset="0"/>
              </a:rPr>
              <a:t>anim</a:t>
            </a:r>
            <a:endParaRPr lang="en-US" sz="2800" dirty="0">
              <a:latin typeface="+mj-lt"/>
              <a:cs typeface="Segoe UI" panose="020B0502040204020203" pitchFamily="34" charset="0"/>
            </a:endParaRPr>
          </a:p>
          <a:p>
            <a:pPr marL="457200" lvl="0" indent="-457200">
              <a:buFont typeface="Arial" panose="020B0604020202020204" pitchFamily="34" charset="0"/>
              <a:buChar char="•"/>
            </a:pPr>
            <a:r>
              <a:rPr lang="en-US" sz="2800" dirty="0" err="1">
                <a:latin typeface="+mj-lt"/>
                <a:cs typeface="Segoe UI" panose="020B0502040204020203" pitchFamily="34" charset="0"/>
              </a:rPr>
              <a:t>Enim</a:t>
            </a:r>
            <a:r>
              <a:rPr lang="en-US" sz="2800" dirty="0">
                <a:latin typeface="+mj-lt"/>
                <a:cs typeface="Segoe UI" panose="020B0502040204020203" pitchFamily="34" charset="0"/>
              </a:rPr>
              <a:t> ad minim </a:t>
            </a:r>
            <a:r>
              <a:rPr lang="en-US" sz="2800" dirty="0" err="1">
                <a:latin typeface="+mj-lt"/>
                <a:cs typeface="Segoe UI" panose="020B0502040204020203" pitchFamily="34" charset="0"/>
              </a:rPr>
              <a:t>veniam</a:t>
            </a:r>
            <a:r>
              <a:rPr lang="en-US" sz="2800" dirty="0">
                <a:latin typeface="+mj-lt"/>
                <a:cs typeface="Segoe UI" panose="020B0502040204020203" pitchFamily="34" charset="0"/>
              </a:rPr>
              <a:t>, </a:t>
            </a:r>
            <a:r>
              <a:rPr lang="en-US" sz="2800" dirty="0" err="1">
                <a:latin typeface="+mj-lt"/>
                <a:cs typeface="Segoe UI" panose="020B0502040204020203" pitchFamily="34" charset="0"/>
              </a:rPr>
              <a:t>quis</a:t>
            </a:r>
            <a:r>
              <a:rPr lang="en-US" sz="2800" dirty="0">
                <a:latin typeface="+mj-lt"/>
                <a:cs typeface="Segoe UI" panose="020B0502040204020203" pitchFamily="34" charset="0"/>
              </a:rPr>
              <a:t> </a:t>
            </a:r>
            <a:r>
              <a:rPr lang="en-US" sz="2800" dirty="0" err="1">
                <a:latin typeface="+mj-lt"/>
                <a:cs typeface="Segoe UI" panose="020B0502040204020203" pitchFamily="34" charset="0"/>
              </a:rPr>
              <a:t>nostrud</a:t>
            </a:r>
            <a:endParaRPr lang="en-US" sz="2800" dirty="0">
              <a:latin typeface="+mj-lt"/>
              <a:cs typeface="Segoe UI" panose="020B0502040204020203" pitchFamily="34" charset="0"/>
            </a:endParaRPr>
          </a:p>
          <a:p>
            <a:pPr marL="457200" lvl="0" indent="-457200">
              <a:buFont typeface="Arial" panose="020B0604020202020204" pitchFamily="34" charset="0"/>
              <a:buChar char="•"/>
            </a:pPr>
            <a:r>
              <a:rPr lang="en-US" sz="2800" dirty="0">
                <a:latin typeface="+mj-lt"/>
                <a:cs typeface="Segoe UI" panose="020B0502040204020203" pitchFamily="34" charset="0"/>
              </a:rPr>
              <a:t>Exercitation </a:t>
            </a:r>
            <a:r>
              <a:rPr lang="en-US" sz="2800" dirty="0" err="1">
                <a:latin typeface="+mj-lt"/>
                <a:cs typeface="Segoe UI" panose="020B0502040204020203" pitchFamily="34" charset="0"/>
              </a:rPr>
              <a:t>ullamco</a:t>
            </a:r>
            <a:r>
              <a:rPr lang="en-US" sz="2800" dirty="0">
                <a:latin typeface="+mj-lt"/>
                <a:cs typeface="Segoe UI" panose="020B0502040204020203" pitchFamily="34" charset="0"/>
              </a:rPr>
              <a:t> </a:t>
            </a:r>
            <a:r>
              <a:rPr lang="en-US" sz="2800" dirty="0" err="1">
                <a:latin typeface="+mj-lt"/>
                <a:cs typeface="Segoe UI" panose="020B0502040204020203" pitchFamily="34" charset="0"/>
              </a:rPr>
              <a:t>laboris</a:t>
            </a:r>
            <a:r>
              <a:rPr lang="en-US" sz="2800" dirty="0">
                <a:latin typeface="+mj-lt"/>
                <a:cs typeface="Segoe UI" panose="020B0502040204020203" pitchFamily="34" charset="0"/>
              </a:rPr>
              <a:t> nisi </a:t>
            </a:r>
            <a:r>
              <a:rPr lang="en-US" sz="2800" dirty="0" err="1">
                <a:latin typeface="+mj-lt"/>
                <a:cs typeface="Segoe UI" panose="020B0502040204020203" pitchFamily="34" charset="0"/>
              </a:rPr>
              <a:t>utaliquip</a:t>
            </a:r>
            <a:r>
              <a:rPr lang="en-US" sz="2800" dirty="0">
                <a:latin typeface="+mj-lt"/>
                <a:cs typeface="Segoe UI" panose="020B0502040204020203" pitchFamily="34" charset="0"/>
              </a:rPr>
              <a:t> ex </a:t>
            </a:r>
          </a:p>
          <a:p>
            <a:pPr lvl="0"/>
            <a:r>
              <a:rPr lang="en-US" sz="2800" dirty="0">
                <a:latin typeface="+mj-lt"/>
                <a:cs typeface="Segoe UI" panose="020B0502040204020203" pitchFamily="34" charset="0"/>
              </a:rPr>
              <a:t>     </a:t>
            </a:r>
            <a:r>
              <a:rPr lang="en-US" sz="2800" dirty="0" err="1">
                <a:latin typeface="+mj-lt"/>
                <a:cs typeface="Segoe UI" panose="020B0502040204020203" pitchFamily="34" charset="0"/>
              </a:rPr>
              <a:t>ea</a:t>
            </a:r>
            <a:r>
              <a:rPr lang="en-US" sz="2800" dirty="0">
                <a:latin typeface="+mj-lt"/>
                <a:cs typeface="Segoe UI" panose="020B0502040204020203" pitchFamily="34" charset="0"/>
              </a:rPr>
              <a:t> </a:t>
            </a:r>
            <a:r>
              <a:rPr lang="en-US" sz="2800" dirty="0" err="1">
                <a:latin typeface="+mj-lt"/>
                <a:cs typeface="Segoe UI" panose="020B0502040204020203" pitchFamily="34" charset="0"/>
              </a:rPr>
              <a:t>commodo</a:t>
            </a:r>
            <a:r>
              <a:rPr lang="en-US" sz="2800" dirty="0">
                <a:latin typeface="+mj-lt"/>
                <a:cs typeface="Segoe UI" panose="020B0502040204020203" pitchFamily="34" charset="0"/>
              </a:rPr>
              <a:t> </a:t>
            </a:r>
            <a:r>
              <a:rPr lang="en-US" sz="2800" dirty="0" err="1">
                <a:latin typeface="+mj-lt"/>
                <a:cs typeface="Segoe UI" panose="020B0502040204020203" pitchFamily="34" charset="0"/>
              </a:rPr>
              <a:t>consequat</a:t>
            </a:r>
            <a:r>
              <a:rPr lang="en-US" sz="2800" dirty="0">
                <a:latin typeface="+mj-lt"/>
                <a:cs typeface="Segoe UI" panose="020B0502040204020203" pitchFamily="34" charset="0"/>
              </a:rPr>
              <a:t> </a:t>
            </a:r>
            <a:r>
              <a:rPr lang="en-US" sz="2800" dirty="0" err="1">
                <a:latin typeface="+mj-lt"/>
                <a:cs typeface="Segoe UI" panose="020B0502040204020203" pitchFamily="34" charset="0"/>
              </a:rPr>
              <a:t>nt</a:t>
            </a:r>
            <a:r>
              <a:rPr lang="en-US" sz="2800" dirty="0">
                <a:latin typeface="+mj-lt"/>
                <a:cs typeface="Segoe UI" panose="020B0502040204020203" pitchFamily="34" charset="0"/>
              </a:rPr>
              <a:t> </a:t>
            </a:r>
            <a:r>
              <a:rPr lang="en-US" sz="2800" dirty="0" err="1">
                <a:latin typeface="+mj-lt"/>
                <a:cs typeface="Segoe UI" panose="020B0502040204020203" pitchFamily="34" charset="0"/>
              </a:rPr>
              <a:t>mollit</a:t>
            </a:r>
            <a:r>
              <a:rPr lang="en-US" sz="2800" dirty="0">
                <a:latin typeface="+mj-lt"/>
                <a:cs typeface="Segoe UI" panose="020B0502040204020203" pitchFamily="34" charset="0"/>
              </a:rPr>
              <a:t> </a:t>
            </a:r>
            <a:r>
              <a:rPr lang="en-US" sz="2800" dirty="0" err="1">
                <a:latin typeface="+mj-lt"/>
                <a:cs typeface="Segoe UI" panose="020B0502040204020203" pitchFamily="34" charset="0"/>
              </a:rPr>
              <a:t>anim</a:t>
            </a:r>
            <a:r>
              <a:rPr lang="en-US" sz="2800" dirty="0">
                <a:latin typeface="+mj-lt"/>
                <a:cs typeface="Segoe UI" panose="020B0502040204020203" pitchFamily="34" charset="0"/>
              </a:rPr>
              <a:t> id</a:t>
            </a:r>
          </a:p>
          <a:p>
            <a:pPr lvl="0"/>
            <a:r>
              <a:rPr lang="en-US" sz="2800" dirty="0">
                <a:latin typeface="+mj-lt"/>
                <a:cs typeface="Segoe UI" panose="020B0502040204020203" pitchFamily="34" charset="0"/>
              </a:rPr>
              <a:t>     </a:t>
            </a:r>
            <a:r>
              <a:rPr lang="en-US" sz="2800" dirty="0" err="1">
                <a:latin typeface="+mj-lt"/>
                <a:cs typeface="Segoe UI" panose="020B0502040204020203" pitchFamily="34" charset="0"/>
              </a:rPr>
              <a:t>est</a:t>
            </a:r>
            <a:r>
              <a:rPr lang="en-US" sz="2800" dirty="0">
                <a:latin typeface="+mj-lt"/>
                <a:cs typeface="Segoe UI" panose="020B0502040204020203" pitchFamily="34" charset="0"/>
              </a:rPr>
              <a:t> </a:t>
            </a:r>
            <a:r>
              <a:rPr lang="en-US" sz="2800" dirty="0" err="1">
                <a:latin typeface="+mj-lt"/>
                <a:cs typeface="Segoe UI" panose="020B0502040204020203" pitchFamily="34" charset="0"/>
              </a:rPr>
              <a:t>laborum</a:t>
            </a:r>
            <a:endParaRPr lang="en-US" sz="2800" dirty="0">
              <a:latin typeface="+mj-lt"/>
              <a:cs typeface="Segoe UI" panose="020B0502040204020203" pitchFamily="34" charset="0"/>
            </a:endParaRPr>
          </a:p>
          <a:p>
            <a:pPr marL="457200" lvl="0" indent="-457200">
              <a:buFont typeface="Arial" panose="020B0604020202020204" pitchFamily="34" charset="0"/>
              <a:buChar char="•"/>
            </a:pPr>
            <a:r>
              <a:rPr lang="en-US" sz="2800" dirty="0">
                <a:latin typeface="+mj-lt"/>
                <a:cs typeface="Segoe UI" panose="020B0502040204020203" pitchFamily="34" charset="0"/>
              </a:rPr>
              <a:t>Duis </a:t>
            </a:r>
            <a:r>
              <a:rPr lang="en-US" sz="2800" dirty="0" err="1">
                <a:latin typeface="+mj-lt"/>
                <a:cs typeface="Segoe UI" panose="020B0502040204020203" pitchFamily="34" charset="0"/>
              </a:rPr>
              <a:t>aute</a:t>
            </a:r>
            <a:r>
              <a:rPr lang="en-US" sz="2800" dirty="0">
                <a:latin typeface="+mj-lt"/>
                <a:cs typeface="Segoe UI" panose="020B0502040204020203" pitchFamily="34" charset="0"/>
              </a:rPr>
              <a:t> </a:t>
            </a:r>
            <a:r>
              <a:rPr lang="en-US" sz="2800" dirty="0" err="1">
                <a:latin typeface="+mj-lt"/>
                <a:cs typeface="Segoe UI" panose="020B0502040204020203" pitchFamily="34" charset="0"/>
              </a:rPr>
              <a:t>irure</a:t>
            </a:r>
            <a:r>
              <a:rPr lang="en-US" sz="2800" dirty="0">
                <a:latin typeface="+mj-lt"/>
                <a:cs typeface="Segoe UI" panose="020B0502040204020203" pitchFamily="34" charset="0"/>
              </a:rPr>
              <a:t> dolor </a:t>
            </a:r>
            <a:r>
              <a:rPr lang="en-US" sz="2800" dirty="0" err="1">
                <a:latin typeface="+mj-lt"/>
                <a:cs typeface="Segoe UI" panose="020B0502040204020203" pitchFamily="34" charset="0"/>
              </a:rPr>
              <a:t>voluptate</a:t>
            </a:r>
            <a:r>
              <a:rPr lang="en-US" sz="2800" dirty="0">
                <a:latin typeface="+mj-lt"/>
                <a:cs typeface="Segoe UI" panose="020B0502040204020203" pitchFamily="34" charset="0"/>
              </a:rPr>
              <a:t> </a:t>
            </a:r>
          </a:p>
          <a:p>
            <a:pPr marL="457200" lvl="0" indent="-457200">
              <a:buFont typeface="Arial" panose="020B0604020202020204" pitchFamily="34" charset="0"/>
              <a:buChar char="•"/>
            </a:pPr>
            <a:r>
              <a:rPr lang="en-US" sz="2800" dirty="0">
                <a:latin typeface="+mj-lt"/>
                <a:cs typeface="Segoe UI" panose="020B0502040204020203" pitchFamily="34" charset="0"/>
              </a:rPr>
              <a:t>Velit </a:t>
            </a:r>
            <a:r>
              <a:rPr lang="en-US" sz="2800" dirty="0" err="1">
                <a:latin typeface="+mj-lt"/>
                <a:cs typeface="Segoe UI" panose="020B0502040204020203" pitchFamily="34" charset="0"/>
              </a:rPr>
              <a:t>esse</a:t>
            </a:r>
            <a:r>
              <a:rPr lang="en-US" sz="2800" dirty="0">
                <a:latin typeface="+mj-lt"/>
                <a:cs typeface="Segoe UI" panose="020B0502040204020203" pitchFamily="34" charset="0"/>
              </a:rPr>
              <a:t> </a:t>
            </a:r>
            <a:r>
              <a:rPr lang="en-US" sz="2800" dirty="0" err="1">
                <a:latin typeface="+mj-lt"/>
                <a:cs typeface="Segoe UI" panose="020B0502040204020203" pitchFamily="34" charset="0"/>
              </a:rPr>
              <a:t>cillum</a:t>
            </a:r>
            <a:r>
              <a:rPr lang="en-US" sz="2800" dirty="0">
                <a:latin typeface="+mj-lt"/>
                <a:cs typeface="Segoe UI" panose="020B0502040204020203" pitchFamily="34" charset="0"/>
              </a:rPr>
              <a:t> dolore </a:t>
            </a:r>
            <a:r>
              <a:rPr lang="en-US" sz="2800" dirty="0" err="1">
                <a:latin typeface="+mj-lt"/>
                <a:cs typeface="Segoe UI" panose="020B0502040204020203" pitchFamily="34" charset="0"/>
              </a:rPr>
              <a:t>fugiat</a:t>
            </a:r>
            <a:r>
              <a:rPr lang="en-US" sz="2800" dirty="0">
                <a:latin typeface="+mj-lt"/>
                <a:cs typeface="Segoe UI" panose="020B0502040204020203" pitchFamily="34" charset="0"/>
              </a:rPr>
              <a:t> </a:t>
            </a:r>
          </a:p>
          <a:p>
            <a:pPr lvl="0"/>
            <a:r>
              <a:rPr lang="en-US" sz="2800" dirty="0">
                <a:latin typeface="+mj-lt"/>
                <a:cs typeface="Segoe UI" panose="020B0502040204020203" pitchFamily="34" charset="0"/>
              </a:rPr>
              <a:t>     </a:t>
            </a:r>
            <a:r>
              <a:rPr lang="en-US" sz="2800" dirty="0" err="1">
                <a:latin typeface="+mj-lt"/>
                <a:cs typeface="Segoe UI" panose="020B0502040204020203" pitchFamily="34" charset="0"/>
              </a:rPr>
              <a:t>nulla</a:t>
            </a:r>
            <a:r>
              <a:rPr lang="en-US" sz="2800" dirty="0">
                <a:latin typeface="+mj-lt"/>
                <a:cs typeface="Segoe UI" panose="020B0502040204020203" pitchFamily="34" charset="0"/>
              </a:rPr>
              <a:t> </a:t>
            </a:r>
            <a:r>
              <a:rPr lang="en-US" sz="2800" dirty="0" err="1">
                <a:latin typeface="+mj-lt"/>
                <a:cs typeface="Segoe UI" panose="020B0502040204020203" pitchFamily="34" charset="0"/>
              </a:rPr>
              <a:t>pariatur</a:t>
            </a:r>
            <a:r>
              <a:rPr lang="en-US" sz="2800" dirty="0">
                <a:latin typeface="+mj-lt"/>
                <a:cs typeface="Segoe UI" panose="020B0502040204020203" pitchFamily="34" charset="0"/>
              </a:rPr>
              <a:t>. </a:t>
            </a:r>
            <a:r>
              <a:rPr lang="en-US" sz="2800" dirty="0" err="1">
                <a:latin typeface="+mj-lt"/>
                <a:cs typeface="Segoe UI" panose="020B0502040204020203" pitchFamily="34" charset="0"/>
              </a:rPr>
              <a:t>Excepteur</a:t>
            </a:r>
            <a:r>
              <a:rPr lang="en-US" sz="2800" dirty="0">
                <a:latin typeface="+mj-lt"/>
                <a:cs typeface="Segoe UI" panose="020B0502040204020203" pitchFamily="34" charset="0"/>
              </a:rPr>
              <a:t> </a:t>
            </a:r>
            <a:r>
              <a:rPr lang="en-US" sz="2800" dirty="0" err="1">
                <a:latin typeface="+mj-lt"/>
                <a:cs typeface="Segoe UI" panose="020B0502040204020203" pitchFamily="34" charset="0"/>
              </a:rPr>
              <a:t>sint</a:t>
            </a:r>
            <a:endParaRPr lang="en-US" sz="2800" dirty="0">
              <a:latin typeface="+mj-lt"/>
              <a:cs typeface="Segoe UI" panose="020B0502040204020203" pitchFamily="34" charset="0"/>
            </a:endParaRPr>
          </a:p>
          <a:p>
            <a:endParaRPr lang="en-GB" sz="2800" noProof="0" dirty="0">
              <a:latin typeface="+mj-lt"/>
              <a:cs typeface="Segoe UI" panose="020B0502040204020203" pitchFamily="34" charset="0"/>
            </a:endParaRPr>
          </a:p>
        </p:txBody>
      </p:sp>
      <p:sp>
        <p:nvSpPr>
          <p:cNvPr id="11" name="Text Placeholder 6">
            <a:extLst>
              <a:ext uri="{FF2B5EF4-FFF2-40B4-BE49-F238E27FC236}">
                <a16:creationId xmlns:a16="http://schemas.microsoft.com/office/drawing/2014/main" id="{9393EF62-21BC-C102-84CC-D59A460487EC}"/>
              </a:ext>
            </a:extLst>
          </p:cNvPr>
          <p:cNvSpPr>
            <a:spLocks noGrp="1"/>
          </p:cNvSpPr>
          <p:nvPr userDrawn="1"/>
        </p:nvSpPr>
        <p:spPr>
          <a:xfrm>
            <a:off x="541474" y="2284"/>
            <a:ext cx="2666111" cy="547200"/>
          </a:xfrm>
          <a:prstGeom prst="rect">
            <a:avLst/>
          </a:prstGeom>
        </p:spPr>
        <p:txBody>
          <a:bodyPr vert="horz" lIns="0" tIns="0" rIns="0" bIns="0" rtlCol="0" anchor="ctr" anchorCtr="0">
            <a:noAutofit/>
          </a:bodyPr>
          <a:lstStyle>
            <a:lvl1pPr marL="0" indent="0" algn="l" defTabSz="914400" rtl="0" eaLnBrk="1" latinLnBrk="0" hangingPunct="1">
              <a:lnSpc>
                <a:spcPct val="100000"/>
              </a:lnSpc>
              <a:spcBef>
                <a:spcPts val="0"/>
              </a:spcBef>
              <a:spcAft>
                <a:spcPts val="0"/>
              </a:spcAft>
              <a:buFont typeface="Plus Jakarta Sans" panose="020B0604020202020204" pitchFamily="34" charset="0"/>
              <a:buNone/>
              <a:defRPr lang="en-US" sz="1000" kern="1200" cap="all" baseline="0" dirty="0">
                <a:solidFill>
                  <a:srgbClr val="512EAB"/>
                </a:solidFill>
                <a:latin typeface="+mj-lt"/>
                <a:ea typeface="+mn-ea"/>
                <a:cs typeface="Segoe UI" panose="020B0502040204020203" pitchFamily="34" charset="0"/>
              </a:defRPr>
            </a:lvl1pPr>
            <a:lvl2pPr marL="4608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n-lt"/>
                <a:ea typeface="+mn-ea"/>
                <a:cs typeface="Segoe UI" panose="020B0502040204020203" pitchFamily="34" charset="0"/>
              </a:defRPr>
            </a:lvl2pPr>
            <a:lvl3pPr marL="6912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n-lt"/>
                <a:ea typeface="+mn-ea"/>
                <a:cs typeface="Segoe UI" panose="020B0502040204020203" pitchFamily="34" charset="0"/>
              </a:defRPr>
            </a:lvl3pPr>
            <a:lvl4pPr marL="9216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n-lt"/>
                <a:ea typeface="+mn-ea"/>
                <a:cs typeface="Segoe UI" panose="020B0502040204020203" pitchFamily="34" charset="0"/>
              </a:defRPr>
            </a:lvl4pPr>
            <a:lvl5pPr marL="11520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9pPr>
          </a:lstStyle>
          <a:p>
            <a:r>
              <a:rPr lang="en-US" dirty="0">
                <a:latin typeface="+mj-lt"/>
                <a:cs typeface="Segoe UI" panose="020B0502040204020203" pitchFamily="34" charset="0"/>
              </a:rPr>
              <a:t>Before you start</a:t>
            </a:r>
          </a:p>
        </p:txBody>
      </p:sp>
      <p:sp>
        <p:nvSpPr>
          <p:cNvPr id="12" name="Title 5">
            <a:extLst>
              <a:ext uri="{FF2B5EF4-FFF2-40B4-BE49-F238E27FC236}">
                <a16:creationId xmlns:a16="http://schemas.microsoft.com/office/drawing/2014/main" id="{EB0A03B1-55B4-D9A3-71A2-1C2901D7156C}"/>
              </a:ext>
            </a:extLst>
          </p:cNvPr>
          <p:cNvSpPr>
            <a:spLocks noGrp="1"/>
          </p:cNvSpPr>
          <p:nvPr userDrawn="1"/>
        </p:nvSpPr>
        <p:spPr>
          <a:xfrm>
            <a:off x="541474" y="554734"/>
            <a:ext cx="2301320" cy="910590"/>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2200" b="1" i="0" kern="1200">
                <a:solidFill>
                  <a:schemeClr val="tx2"/>
                </a:solidFill>
                <a:latin typeface="+mj-lt"/>
                <a:ea typeface="+mj-ea"/>
                <a:cs typeface="Segoe UI Semibold" panose="020B0502040204020203" pitchFamily="34" charset="0"/>
              </a:defRPr>
            </a:lvl1pPr>
          </a:lstStyle>
          <a:p>
            <a:r>
              <a:rPr lang="en-US" dirty="0">
                <a:latin typeface="+mj-lt"/>
                <a:cs typeface="Segoe UI" panose="020B0502040204020203" pitchFamily="34" charset="0"/>
              </a:rPr>
              <a:t>Slide for Picture-in-Picture</a:t>
            </a:r>
          </a:p>
        </p:txBody>
      </p:sp>
      <p:pic>
        <p:nvPicPr>
          <p:cNvPr id="13" name="Google Shape;434;g38884087643_0_0" title="Screenshot 2025-09-08 at 11.06.12 AM.png">
            <a:extLst>
              <a:ext uri="{FF2B5EF4-FFF2-40B4-BE49-F238E27FC236}">
                <a16:creationId xmlns:a16="http://schemas.microsoft.com/office/drawing/2014/main" id="{3D458655-9961-016C-5A62-5B950511E8BD}"/>
              </a:ext>
            </a:extLst>
          </p:cNvPr>
          <p:cNvPicPr preferRelativeResize="0"/>
          <p:nvPr userDrawn="1"/>
        </p:nvPicPr>
        <p:blipFill rotWithShape="1">
          <a:blip r:embed="rId2">
            <a:alphaModFix/>
          </a:blip>
          <a:srcRect l="77182" t="55609" r="6010" b="15212"/>
          <a:stretch/>
        </p:blipFill>
        <p:spPr>
          <a:xfrm>
            <a:off x="9721618" y="4507069"/>
            <a:ext cx="2048400" cy="2007300"/>
          </a:xfrm>
          <a:prstGeom prst="ellipse">
            <a:avLst/>
          </a:prstGeom>
          <a:noFill/>
          <a:ln>
            <a:noFill/>
          </a:ln>
        </p:spPr>
      </p:pic>
      <p:pic>
        <p:nvPicPr>
          <p:cNvPr id="14" name="Pearson Logo" descr="Pearson Logo">
            <a:extLst>
              <a:ext uri="{FF2B5EF4-FFF2-40B4-BE49-F238E27FC236}">
                <a16:creationId xmlns:a16="http://schemas.microsoft.com/office/drawing/2014/main" id="{369DF785-9E2F-6058-11E9-B35AD29C6693}"/>
              </a:ext>
            </a:extLst>
          </p:cNvPr>
          <p:cNvPicPr/>
          <p:nvPr userDrawn="1"/>
        </p:nvPicPr>
        <p:blipFill>
          <a:blip r:embed="rId3">
            <a:extLst>
              <a:ext uri="{96DAC541-7B7A-43D3-8B79-37D633B846F1}">
                <asvg:svgBlip xmlns:asvg="http://schemas.microsoft.com/office/drawing/2016/SVG/main" r:embed="rId4"/>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419440610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9AD60200-3E33-D436-0419-3AA0F4F60789}"/>
              </a:ext>
            </a:extLst>
          </p:cNvPr>
          <p:cNvSpPr>
            <a:spLocks noGrp="1"/>
          </p:cNvSpPr>
          <p:nvPr>
            <p:ph type="title"/>
          </p:nvPr>
        </p:nvSpPr>
        <p:spPr>
          <a:xfrm>
            <a:off x="550164" y="552450"/>
            <a:ext cx="11091672" cy="819150"/>
          </a:xfrm>
          <a:prstGeom prst="rect">
            <a:avLst/>
          </a:prstGeom>
        </p:spPr>
        <p:txBody>
          <a:bodyPr vert="horz" lIns="0" tIns="0" rIns="0" bIns="0" rtlCol="0" anchor="t">
            <a:noAutofit/>
          </a:bodyPr>
          <a:lstStyle/>
          <a:p>
            <a:r>
              <a:rPr lang="en-US" noProof="0" dirty="0"/>
              <a:t>Click to edit Master title style</a:t>
            </a:r>
          </a:p>
        </p:txBody>
      </p:sp>
      <p:sp>
        <p:nvSpPr>
          <p:cNvPr id="3" name="Text Placeholder">
            <a:extLst>
              <a:ext uri="{FF2B5EF4-FFF2-40B4-BE49-F238E27FC236}">
                <a16:creationId xmlns:a16="http://schemas.microsoft.com/office/drawing/2014/main" id="{2BE2F4EB-8656-9C31-9CD6-2AB145224B91}"/>
              </a:ext>
            </a:extLst>
          </p:cNvPr>
          <p:cNvSpPr>
            <a:spLocks noGrp="1"/>
          </p:cNvSpPr>
          <p:nvPr>
            <p:ph type="body" idx="1"/>
          </p:nvPr>
        </p:nvSpPr>
        <p:spPr>
          <a:xfrm>
            <a:off x="550164" y="1370807"/>
            <a:ext cx="11091672" cy="4664868"/>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4150540610"/>
      </p:ext>
    </p:extLst>
  </p:cSld>
  <p:clrMap bg1="lt1" tx1="dk1" bg2="lt2" tx2="dk2" accent1="accent1" accent2="accent2" accent3="accent3" accent4="accent4" accent5="accent5" accent6="accent6" hlink="hlink" folHlink="folHlink"/>
  <p:sldLayoutIdLst>
    <p:sldLayoutId id="2147483956" r:id="rId1"/>
    <p:sldLayoutId id="2147484085" r:id="rId2"/>
    <p:sldLayoutId id="2147483710" r:id="rId3"/>
    <p:sldLayoutId id="2147483674" r:id="rId4"/>
    <p:sldLayoutId id="2147484030" r:id="rId5"/>
    <p:sldLayoutId id="2147484031" r:id="rId6"/>
    <p:sldLayoutId id="2147484034" r:id="rId7"/>
    <p:sldLayoutId id="2147484037" r:id="rId8"/>
    <p:sldLayoutId id="2147484039" r:id="rId9"/>
    <p:sldLayoutId id="2147484040" r:id="rId10"/>
    <p:sldLayoutId id="2147484042" r:id="rId11"/>
    <p:sldLayoutId id="2147483656" r:id="rId12"/>
    <p:sldLayoutId id="2147483940" r:id="rId13"/>
    <p:sldLayoutId id="2147483939" r:id="rId14"/>
    <p:sldLayoutId id="2147483863" r:id="rId15"/>
    <p:sldLayoutId id="2147483862" r:id="rId16"/>
    <p:sldLayoutId id="2147483942" r:id="rId17"/>
    <p:sldLayoutId id="2147483864" r:id="rId18"/>
    <p:sldLayoutId id="2147483943" r:id="rId19"/>
    <p:sldLayoutId id="2147483944" r:id="rId20"/>
    <p:sldLayoutId id="2147483866" r:id="rId21"/>
    <p:sldLayoutId id="2147483869" r:id="rId22"/>
    <p:sldLayoutId id="2147483870" r:id="rId23"/>
    <p:sldLayoutId id="2147483716" r:id="rId24"/>
    <p:sldLayoutId id="2147483717" r:id="rId25"/>
    <p:sldLayoutId id="2147484079" r:id="rId26"/>
    <p:sldLayoutId id="2147484067" r:id="rId27"/>
    <p:sldLayoutId id="2147484068" r:id="rId28"/>
    <p:sldLayoutId id="2147484070" r:id="rId29"/>
    <p:sldLayoutId id="2147484078" r:id="rId30"/>
    <p:sldLayoutId id="2147484072" r:id="rId31"/>
    <p:sldLayoutId id="2147484073" r:id="rId32"/>
    <p:sldLayoutId id="2147484074" r:id="rId33"/>
    <p:sldLayoutId id="2147484075" r:id="rId34"/>
    <p:sldLayoutId id="2147484082" r:id="rId35"/>
    <p:sldLayoutId id="2147484080" r:id="rId36"/>
    <p:sldLayoutId id="2147484088" r:id="rId37"/>
    <p:sldLayoutId id="2147484083" r:id="rId38"/>
  </p:sldLayoutIdLst>
  <p:hf hdr="0" dt="0"/>
  <p:txStyles>
    <p:titleStyle>
      <a:lvl1pPr algn="l" defTabSz="914400" rtl="0" eaLnBrk="1" latinLnBrk="0" hangingPunct="1">
        <a:lnSpc>
          <a:spcPct val="90000"/>
        </a:lnSpc>
        <a:spcBef>
          <a:spcPct val="0"/>
        </a:spcBef>
        <a:buNone/>
        <a:defRPr sz="3200" b="1" i="0" kern="1200">
          <a:solidFill>
            <a:schemeClr val="tx2"/>
          </a:solidFill>
          <a:latin typeface="+mj-lt"/>
          <a:ea typeface="+mj-ea"/>
          <a:cs typeface="Segoe UI Semibold" panose="020B0502040204020203" pitchFamily="34" charset="0"/>
        </a:defRPr>
      </a:lvl1pPr>
    </p:titleStyle>
    <p:body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2000" kern="1200">
          <a:solidFill>
            <a:schemeClr val="tx2"/>
          </a:solidFill>
          <a:latin typeface="+mj-lt"/>
          <a:ea typeface="+mn-ea"/>
          <a:cs typeface="Segoe UI" panose="020B0502040204020203" pitchFamily="34" charset="0"/>
        </a:defRPr>
      </a:lvl1pPr>
      <a:lvl2pPr marL="4608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j-lt"/>
          <a:ea typeface="+mn-ea"/>
          <a:cs typeface="Segoe UI" panose="020B0502040204020203" pitchFamily="34" charset="0"/>
        </a:defRPr>
      </a:lvl2pPr>
      <a:lvl3pPr marL="6912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j-lt"/>
          <a:ea typeface="+mn-ea"/>
          <a:cs typeface="Segoe UI" panose="020B0502040204020203" pitchFamily="34" charset="0"/>
        </a:defRPr>
      </a:lvl3pPr>
      <a:lvl4pPr marL="9216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j-lt"/>
          <a:ea typeface="+mn-ea"/>
          <a:cs typeface="Segoe UI" panose="020B0502040204020203" pitchFamily="34" charset="0"/>
        </a:defRPr>
      </a:lvl4pPr>
      <a:lvl5pPr marL="11520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j-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1440" userDrawn="1">
          <p15:clr>
            <a:srgbClr val="A4A3A4"/>
          </p15:clr>
        </p15:guide>
        <p15:guide id="3" pos="7680" userDrawn="1">
          <p15:clr>
            <a:srgbClr val="F26B43"/>
          </p15:clr>
        </p15:guide>
        <p15:guide id="4" orient="horz" pos="3975" userDrawn="1">
          <p15:clr>
            <a:srgbClr val="F26B43"/>
          </p15:clr>
        </p15:guide>
        <p15:guide id="5" pos="342" userDrawn="1">
          <p15:clr>
            <a:srgbClr val="F26B43"/>
          </p15:clr>
        </p15:guide>
        <p15:guide id="6" pos="7335" userDrawn="1">
          <p15:clr>
            <a:srgbClr val="F26B43"/>
          </p15:clr>
        </p15:guide>
        <p15:guide id="9" orient="horz" pos="3630" userDrawn="1">
          <p15:clr>
            <a:srgbClr val="A4A3A4"/>
          </p15:clr>
        </p15:guide>
        <p15:guide id="14" orient="horz" pos="3802" userDrawn="1">
          <p15:clr>
            <a:srgbClr val="A4A3A4"/>
          </p15:clr>
        </p15:guide>
        <p15:guide id="15" pos="6240" userDrawn="1">
          <p15:clr>
            <a:srgbClr val="A4A3A4"/>
          </p15:clr>
        </p15:guide>
        <p15:guide id="16" orient="horz" pos="4320" userDrawn="1">
          <p15:clr>
            <a:srgbClr val="F26B43"/>
          </p15:clr>
        </p15:guide>
        <p15:guide id="17" userDrawn="1">
          <p15:clr>
            <a:srgbClr val="F26B43"/>
          </p15:clr>
        </p15:guide>
        <p15:guide id="18" pos="846" userDrawn="1">
          <p15:clr>
            <a:srgbClr val="A4A3A4"/>
          </p15:clr>
        </p15:guide>
        <p15:guide id="19" pos="934" userDrawn="1">
          <p15:clr>
            <a:srgbClr val="A4A3A4"/>
          </p15:clr>
        </p15:guide>
        <p15:guide id="20" pos="1522" userDrawn="1">
          <p15:clr>
            <a:srgbClr val="A4A3A4"/>
          </p15:clr>
        </p15:guide>
        <p15:guide id="21" pos="6832" userDrawn="1">
          <p15:clr>
            <a:srgbClr val="A4A3A4"/>
          </p15:clr>
        </p15:guide>
        <p15:guide id="22" pos="6744" userDrawn="1">
          <p15:clr>
            <a:srgbClr val="A4A3A4"/>
          </p15:clr>
        </p15:guide>
        <p15:guide id="23" pos="6156" userDrawn="1">
          <p15:clr>
            <a:srgbClr val="A4A3A4"/>
          </p15:clr>
        </p15:guide>
        <p15:guide id="24" pos="2026" userDrawn="1">
          <p15:clr>
            <a:srgbClr val="A4A3A4"/>
          </p15:clr>
        </p15:guide>
        <p15:guide id="26" pos="5652" userDrawn="1">
          <p15:clr>
            <a:srgbClr val="A4A3A4"/>
          </p15:clr>
        </p15:guide>
        <p15:guide id="27" pos="5566" userDrawn="1">
          <p15:clr>
            <a:srgbClr val="A4A3A4"/>
          </p15:clr>
        </p15:guide>
        <p15:guide id="29" pos="2112" userDrawn="1">
          <p15:clr>
            <a:srgbClr val="A4A3A4"/>
          </p15:clr>
        </p15:guide>
        <p15:guide id="30" pos="3795" userDrawn="1">
          <p15:clr>
            <a:srgbClr val="A4A3A4"/>
          </p15:clr>
        </p15:guide>
        <p15:guide id="31" pos="3884" userDrawn="1">
          <p15:clr>
            <a:srgbClr val="A4A3A4"/>
          </p15:clr>
        </p15:guide>
        <p15:guide id="32" pos="3294" userDrawn="1">
          <p15:clr>
            <a:srgbClr val="A4A3A4"/>
          </p15:clr>
        </p15:guide>
        <p15:guide id="33" pos="4386" userDrawn="1">
          <p15:clr>
            <a:srgbClr val="A4A3A4"/>
          </p15:clr>
        </p15:guide>
        <p15:guide id="34" pos="3208" userDrawn="1">
          <p15:clr>
            <a:srgbClr val="A4A3A4"/>
          </p15:clr>
        </p15:guide>
        <p15:guide id="35" pos="4470" userDrawn="1">
          <p15:clr>
            <a:srgbClr val="A4A3A4"/>
          </p15:clr>
        </p15:guide>
        <p15:guide id="36" pos="2705" userDrawn="1">
          <p15:clr>
            <a:srgbClr val="A4A3A4"/>
          </p15:clr>
        </p15:guide>
        <p15:guide id="37" pos="2619" userDrawn="1">
          <p15:clr>
            <a:srgbClr val="A4A3A4"/>
          </p15:clr>
        </p15:guide>
        <p15:guide id="38" pos="4973" userDrawn="1">
          <p15:clr>
            <a:srgbClr val="A4A3A4"/>
          </p15:clr>
        </p15:guide>
        <p15:guide id="39" pos="5057" userDrawn="1">
          <p15:clr>
            <a:srgbClr val="A4A3A4"/>
          </p15:clr>
        </p15:guide>
        <p15:guide id="40" orient="horz" pos="2160" userDrawn="1">
          <p15:clr>
            <a:srgbClr val="A4A3A4"/>
          </p15:clr>
        </p15:guide>
        <p15:guide id="41" orient="horz" userDrawn="1">
          <p15:clr>
            <a:srgbClr val="F26B43"/>
          </p15:clr>
        </p15:guide>
        <p15:guide id="42" orient="horz" pos="344" userDrawn="1">
          <p15:clr>
            <a:srgbClr val="F26B43"/>
          </p15:clr>
        </p15:guide>
        <p15:guide id="43" orient="horz" pos="691" userDrawn="1">
          <p15:clr>
            <a:srgbClr val="A4A3A4"/>
          </p15:clr>
        </p15:guide>
        <p15:guide id="44" orient="horz" pos="861"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GitHub Copilot for Cybersecurity Specialists</a:t>
            </a:r>
          </a:p>
        </p:txBody>
      </p:sp>
      <p:sp>
        <p:nvSpPr>
          <p:cNvPr id="3" name="Subtitle 2"/>
          <p:cNvSpPr>
            <a:spLocks noGrp="1"/>
          </p:cNvSpPr>
          <p:nvPr>
            <p:ph type="subTitle" idx="1"/>
          </p:nvPr>
        </p:nvSpPr>
        <p:spPr/>
        <p:txBody>
          <a:bodyPr/>
          <a:lstStyle/>
          <a:p>
            <a:r>
              <a:t>Lesson 4: Security Code Review, Threat Modeling, and Auditing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Learning objectives</a:t>
            </a:r>
          </a:p>
        </p:txBody>
      </p:sp>
      <p:sp>
        <p:nvSpPr>
          <p:cNvPr id="3" name="Subtitle 2"/>
          <p:cNvSpPr>
            <a:spLocks noGrp="1"/>
          </p:cNvSpPr>
          <p:nvPr>
            <p:ph type="subTitle" idx="1"/>
          </p:nvPr>
        </p:nvSpPr>
        <p:spPr/>
        <p:txBody>
          <a:bodyPr/>
          <a:lstStyle/>
          <a:p>
            <a:pPr/>
            <a:r>
              <a:t>Use Copilot Chat for interactive security code reviews and STRIDE threat modeling</a:t>
            </a:r>
          </a:p>
          <a:p>
            <a:pPr/>
            <a:r>
              <a:t>Generate automated security checklists and risk assessment reports</a:t>
            </a:r>
          </a:p>
          <a:p>
            <a:pPr/>
            <a:r>
              <a:t>Build custom security linters for configuration vulnerability detection</a:t>
            </a:r>
          </a:p>
          <a:p>
            <a:pPr/>
            <a:r>
              <a:t>Automate dependency analysis with AI-powered vulnerability prioritization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Use Copilot Chat for security code review</a:t>
            </a:r>
          </a:p>
        </p:txBody>
      </p:sp>
      <p:sp>
        <p:nvSpPr>
          <p:cNvPr id="3" name="Subtitle 2"/>
          <p:cNvSpPr>
            <a:spLocks noGrp="1"/>
          </p:cNvSpPr>
          <p:nvPr>
            <p:ph type="subTitle" idx="1"/>
          </p:nvPr>
        </p:nvSpPr>
        <p:spPr/>
        <p:txBody>
          <a:bodyPr/>
          <a:lstStyle/>
          <a:p>
            <a:pPr/>
            <a:r>
              <a:t>Conversational analysis replaces manual line-by-line auditing</a:t>
            </a:r>
          </a:p>
          <a:p>
            <a:pPr/>
            <a:r>
              <a:t>AI identifies auth/authz vulnerabilities, injection risks, and logic flaws</a:t>
            </a:r>
          </a:p>
          <a:p>
            <a:pPr/>
            <a:r>
              <a:t>STRIDE threat modeling generates comprehensive attack surface analysis</a:t>
            </a:r>
          </a:p>
          <a:p>
            <a:pPr/>
            <a:r>
              <a:t>10x review velocity without compromising quality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Demo: Interactive security code review with Copilot Chat</a:t>
            </a:r>
          </a:p>
        </p:txBody>
      </p:sp>
      <p:sp>
        <p:nvSpPr>
          <p:cNvPr id="3" name="Subtitle 2"/>
          <p:cNvSpPr>
            <a:spLocks noGrp="1"/>
          </p:cNvSpPr>
          <p:nvPr>
            <p:ph type="subTitle" idx="1"/>
          </p:nvPr>
        </p:nvSpPr>
        <p:spPr/>
        <p:txBody>
          <a:bodyPr/>
          <a:lstStyle/>
          <a:p>
            <a:pPr/>
            <a:r>
              <a:t>Analyze Express.js API for authentication and authorization vulnerabilities</a:t>
            </a:r>
          </a:p>
          <a:p>
            <a:pPr/>
            <a:r>
              <a:t>Use conversational prompts to identify JWT validation issues</a:t>
            </a:r>
          </a:p>
          <a:p>
            <a:pPr/>
            <a:r>
              <a:t>Generate STRIDE threat model for the API architecture</a:t>
            </a:r>
          </a:p>
          <a:p>
            <a:pPr/>
            <a:r>
              <a:t>Export findings as security review report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Generate automated security review checklists</a:t>
            </a:r>
          </a:p>
        </p:txBody>
      </p:sp>
      <p:sp>
        <p:nvSpPr>
          <p:cNvPr id="3" name="Subtitle 2"/>
          <p:cNvSpPr>
            <a:spLocks noGrp="1"/>
          </p:cNvSpPr>
          <p:nvPr>
            <p:ph type="subTitle" idx="1"/>
          </p:nvPr>
        </p:nvSpPr>
        <p:spPr/>
        <p:txBody>
          <a:bodyPr/>
          <a:lstStyle/>
          <a:p>
            <a:pPr/>
            <a:r>
              <a:t>Transform GHAS vulnerability data into actionable security checklists</a:t>
            </a:r>
          </a:p>
          <a:p>
            <a:pPr/>
            <a:r>
              <a:t>Map findings to compliance frameworks (OWASP Top 10, CWE, NIST)</a:t>
            </a:r>
          </a:p>
          <a:p>
            <a:pPr/>
            <a:r>
              <a:t>Generate risk assessment matrices with business impact analysis</a:t>
            </a:r>
          </a:p>
          <a:p>
            <a:pPr/>
            <a:r>
              <a:t>Customize reports for different stakeholders (devs, security, executives)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Demo: Automated compliance reporting workflow</a:t>
            </a:r>
          </a:p>
        </p:txBody>
      </p:sp>
      <p:sp>
        <p:nvSpPr>
          <p:cNvPr id="3" name="Subtitle 2"/>
          <p:cNvSpPr>
            <a:spLocks noGrp="1"/>
          </p:cNvSpPr>
          <p:nvPr>
            <p:ph type="subTitle" idx="1"/>
          </p:nvPr>
        </p:nvSpPr>
        <p:spPr/>
        <p:txBody>
          <a:bodyPr/>
          <a:lstStyle/>
          <a:p>
            <a:pPr/>
            <a:r>
              <a:t>Query GHAS API for CodeQL and Dependabot findings</a:t>
            </a:r>
          </a:p>
          <a:p>
            <a:pPr/>
            <a:r>
              <a:t>Use Copilot to generate OWASP Top 10 compliance report</a:t>
            </a:r>
          </a:p>
          <a:p>
            <a:pPr/>
            <a:r>
              <a:t>Create executive summary with risk metrics</a:t>
            </a:r>
          </a:p>
          <a:p>
            <a:pPr/>
            <a:r>
              <a:t>Automate weekly security digest via GitHub Actions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Build custom security linters for your environment</a:t>
            </a:r>
          </a:p>
        </p:txBody>
      </p:sp>
      <p:sp>
        <p:nvSpPr>
          <p:cNvPr id="3" name="Subtitle 2"/>
          <p:cNvSpPr>
            <a:spLocks noGrp="1"/>
          </p:cNvSpPr>
          <p:nvPr>
            <p:ph type="subTitle" idx="1"/>
          </p:nvPr>
        </p:nvSpPr>
        <p:spPr/>
        <p:txBody>
          <a:bodyPr/>
          <a:lstStyle/>
          <a:p>
            <a:pPr/>
            <a:r>
              <a:t>Generic linters miss organization-specific anti-patterns</a:t>
            </a:r>
          </a:p>
          <a:p>
            <a:pPr/>
            <a:r>
              <a:t>Use Copilot to generate ESLint plugins for JavaScript security rules</a:t>
            </a:r>
          </a:p>
          <a:p>
            <a:pPr/>
            <a:r>
              <a:t>Create Semgrep rules detecting infrastructure misconfigurations</a:t>
            </a:r>
          </a:p>
          <a:p>
            <a:pPr/>
            <a:r>
              <a:t>Enforce security policies in pre-commit hooks and CI pipelines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Demo: Custom security linter for Azure configuration</a:t>
            </a:r>
          </a:p>
        </p:txBody>
      </p:sp>
      <p:sp>
        <p:nvSpPr>
          <p:cNvPr id="3" name="Subtitle 2"/>
          <p:cNvSpPr>
            <a:spLocks noGrp="1"/>
          </p:cNvSpPr>
          <p:nvPr>
            <p:ph type="subTitle" idx="1"/>
          </p:nvPr>
        </p:nvSpPr>
        <p:spPr/>
        <p:txBody>
          <a:bodyPr/>
          <a:lstStyle/>
          <a:p>
            <a:pPr/>
            <a:r>
              <a:t>Identify recurring Azure misconfiguration pattern (storage connection strings)</a:t>
            </a:r>
          </a:p>
          <a:p>
            <a:pPr/>
            <a:r>
              <a:t>Use Copilot to generate Semgrep rule detecting the anti-pattern</a:t>
            </a:r>
          </a:p>
          <a:p>
            <a:pPr/>
            <a:r>
              <a:t>Test the rule against vulnerable and secure code samples</a:t>
            </a:r>
          </a:p>
          <a:p>
            <a:pPr/>
            <a:r>
              <a:t>Integrate into GitHub Actions for automated enforcement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Automate dependency vulnerability management</a:t>
            </a:r>
          </a:p>
        </p:txBody>
      </p:sp>
      <p:sp>
        <p:nvSpPr>
          <p:cNvPr id="3" name="Subtitle 2"/>
          <p:cNvSpPr>
            <a:spLocks noGrp="1"/>
          </p:cNvSpPr>
          <p:nvPr>
            <p:ph type="subTitle" idx="1"/>
          </p:nvPr>
        </p:nvSpPr>
        <p:spPr/>
        <p:txBody>
          <a:bodyPr/>
          <a:lstStyle/>
          <a:p>
            <a:pPr/>
            <a:r>
              <a:t>Dependabot alerts overwhelm teams with low-priority noise</a:t>
            </a:r>
          </a:p>
          <a:p>
            <a:pPr/>
            <a:r>
              <a:t>Use Copilot to analyze CVE exploitability in your specific context</a:t>
            </a:r>
          </a:p>
          <a:p>
            <a:pPr/>
            <a:r>
              <a:t>Generate intelligent upgrade paths considering breaking changes</a:t>
            </a:r>
          </a:p>
          <a:p>
            <a:pPr/>
            <a:r>
              <a:t>Automate pull request creation for high-priority vulnerabilities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Demo: AI-powered dependency vulnerability workflow</a:t>
            </a:r>
          </a:p>
        </p:txBody>
      </p:sp>
      <p:sp>
        <p:nvSpPr>
          <p:cNvPr id="3" name="Subtitle 2"/>
          <p:cNvSpPr>
            <a:spLocks noGrp="1"/>
          </p:cNvSpPr>
          <p:nvPr>
            <p:ph type="subTitle" idx="1"/>
          </p:nvPr>
        </p:nvSpPr>
        <p:spPr/>
        <p:txBody>
          <a:bodyPr/>
          <a:lstStyle/>
          <a:p>
            <a:pPr/>
            <a:r>
              <a:t>Fetch Dependabot alerts via GitHub API</a:t>
            </a:r>
          </a:p>
          <a:p>
            <a:pPr/>
            <a:r>
              <a:t>Use Copilot to assess CVE exploitability for critical alerts</a:t>
            </a:r>
          </a:p>
          <a:p>
            <a:pPr/>
            <a:r>
              <a:t>Generate pull request with dependency upgrade and code fixes</a:t>
            </a:r>
          </a:p>
          <a:p>
            <a:pPr/>
            <a:r>
              <a:t>Validate fixes pass security tests before merging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Key takeaways and next steps</a:t>
            </a:r>
          </a:p>
        </p:txBody>
      </p:sp>
      <p:sp>
        <p:nvSpPr>
          <p:cNvPr id="3" name="Subtitle 2"/>
          <p:cNvSpPr>
            <a:spLocks noGrp="1"/>
          </p:cNvSpPr>
          <p:nvPr>
            <p:ph type="subTitle" idx="1"/>
          </p:nvPr>
        </p:nvSpPr>
        <p:spPr/>
        <p:txBody>
          <a:bodyPr/>
          <a:lstStyle/>
          <a:p>
            <a:pPr/>
            <a:r>
              <a:t>Copilot Chat enables 10x faster security code reviews</a:t>
            </a:r>
          </a:p>
          <a:p>
            <a:pPr/>
            <a:r>
              <a:t>Automated compliance reporting reduces audit preparation time</a:t>
            </a:r>
          </a:p>
          <a:p>
            <a:pPr/>
            <a:r>
              <a:t>Custom linters enforce organization-specific security policies</a:t>
            </a:r>
          </a:p>
          <a:p>
            <a:pPr/>
            <a:r>
              <a:t>AI-powered dependency analysis solves alert fatigue</a:t>
            </a:r>
          </a:p>
        </p:txBody>
      </p:sp>
    </p:spTree>
  </p:cSld>
  <p:clrMapOvr>
    <a:masterClrMapping/>
  </p:clrMapOvr>
</p:sld>
</file>

<file path=ppt/theme/theme1.xml><?xml version="1.0" encoding="utf-8"?>
<a:theme xmlns:a="http://schemas.openxmlformats.org/drawingml/2006/main" name="Pearson Theme">
  <a:themeElements>
    <a:clrScheme name="Pearson Theme">
      <a:dk1>
        <a:srgbClr val="000000"/>
      </a:dk1>
      <a:lt1>
        <a:srgbClr val="FFFFFF"/>
      </a:lt1>
      <a:dk2>
        <a:srgbClr val="0D004D"/>
      </a:dk2>
      <a:lt2>
        <a:srgbClr val="FFFFFF"/>
      </a:lt2>
      <a:accent1>
        <a:srgbClr val="B79BFE"/>
      </a:accent1>
      <a:accent2>
        <a:srgbClr val="7950E2"/>
      </a:accent2>
      <a:accent3>
        <a:srgbClr val="56E2E1"/>
      </a:accent3>
      <a:accent4>
        <a:srgbClr val="EC8DE2"/>
      </a:accent4>
      <a:accent5>
        <a:srgbClr val="FFCE00"/>
      </a:accent5>
      <a:accent6>
        <a:srgbClr val="B820A9"/>
      </a:accent6>
      <a:hlink>
        <a:srgbClr val="B79BFE"/>
      </a:hlink>
      <a:folHlink>
        <a:srgbClr val="B79BF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9525">
          <a:solidFill>
            <a:schemeClr val="tx2"/>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sz="1100" dirty="0" smtClean="0">
            <a:solidFill>
              <a:schemeClr val="tx2"/>
            </a:solidFill>
          </a:defRPr>
        </a:defPPr>
      </a:lstStyle>
    </a:txDef>
  </a:objectDefaults>
  <a:extraClrSchemeLst/>
  <a:custClrLst>
    <a:custClr name="Pearson Purple">
      <a:srgbClr val="0D004D"/>
    </a:custClr>
    <a:custClr name="Amethyst">
      <a:srgbClr val="512EAB"/>
    </a:custClr>
    <a:custClr name="Light Purple">
      <a:srgbClr val="C1BFFF"/>
    </a:custClr>
    <a:custClr name="Fuchsia">
      <a:srgbClr val="DF41CF"/>
    </a:custClr>
    <a:custClr name="Amber">
      <a:srgbClr val="FFCE00"/>
    </a:custClr>
    <a:custClr name="Turquoise">
      <a:srgbClr val="56E2E1"/>
    </a:custClr>
    <a:custClr name="Blank">
      <a:srgbClr val="FFFFFF"/>
    </a:custClr>
    <a:custClr name="Blank">
      <a:srgbClr val="FFFFFF"/>
    </a:custClr>
    <a:custClr name="Blank">
      <a:srgbClr val="FFFFFF"/>
    </a:custClr>
    <a:custClr name="Positive">
      <a:srgbClr val="00C800"/>
    </a:custClr>
    <a:custClr name="Blank">
      <a:srgbClr val="FFFFFF"/>
    </a:custClr>
    <a:custClr name="Blank">
      <a:srgbClr val="FFFFFF"/>
    </a:custClr>
    <a:custClr name="Mist Purple">
      <a:srgbClr val="EDECF6"/>
    </a:custClr>
    <a:custClr name="Fuschia Tint">
      <a:srgbClr val="EFA0E7"/>
    </a:custClr>
    <a:custClr name="Amber Tint">
      <a:srgbClr val="FFE67F"/>
    </a:custClr>
    <a:custClr name="Turquoise Tint">
      <a:srgbClr val="B3F2F1"/>
    </a:custClr>
    <a:custClr name="Blank">
      <a:srgbClr val="FFFFFF"/>
    </a:custClr>
    <a:custClr name="Blank">
      <a:srgbClr val="FFFFFF"/>
    </a:custClr>
    <a:custClr name="Blank">
      <a:srgbClr val="FFFFFF"/>
    </a:custClr>
    <a:custClr name="Negative">
      <a:srgbClr val="FF0000"/>
    </a:custClr>
  </a:custClrLst>
  <a:extLst>
    <a:ext uri="{05A4C25C-085E-4340-85A3-A5531E510DB2}">
      <thm15:themeFamily xmlns:thm15="http://schemas.microsoft.com/office/thememl/2012/main" name="sPearson_PPT-Template-MATER" id="{79B6B0D6-2E33-B34D-A39A-4F3201A2CE45}" vid="{507AAD7F-F5FF-0D46-972D-39A75A18AB3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Plus Jakarta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Plus Jakarta Sans"/>
        <a:font script="Hebr" typeface="Plus Jakarta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Plus Jakarta Sans"/>
        <a:font script="Uigh" typeface="Microsoft Uighur"/>
        <a:font script="Geor" typeface="Sylfaen"/>
        <a:font script="Armn" typeface="Plus Jakarta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Pearson Purple">
      <a:srgbClr val="0D004D"/>
    </a:custClr>
    <a:custClr name="Amethyst">
      <a:srgbClr val="512EAB"/>
    </a:custClr>
    <a:custClr name="Light Purple">
      <a:srgbClr val="C1BFFF"/>
    </a:custClr>
    <a:custClr name="Fuchsia">
      <a:srgbClr val="DF41CF"/>
    </a:custClr>
    <a:custClr name="Amber">
      <a:srgbClr val="FFCE00"/>
    </a:custClr>
    <a:custClr name="Turquoise">
      <a:srgbClr val="56E2E1"/>
    </a:custClr>
    <a:custClr name="Blank">
      <a:srgbClr val="FFFFFF"/>
    </a:custClr>
    <a:custClr name="Blank">
      <a:srgbClr val="FFFFFF"/>
    </a:custClr>
    <a:custClr name="Blank">
      <a:srgbClr val="FFFFFF"/>
    </a:custClr>
    <a:custClr name="Positive">
      <a:srgbClr val="00C800"/>
    </a:custClr>
    <a:custClr name="Blank">
      <a:srgbClr val="FFFFFF"/>
    </a:custClr>
    <a:custClr name="Blank">
      <a:srgbClr val="FFFFFF"/>
    </a:custClr>
    <a:custClr name="Mist Purple">
      <a:srgbClr val="EDECF6"/>
    </a:custClr>
    <a:custClr name="Fuschia Tint">
      <a:srgbClr val="EFA0E7"/>
    </a:custClr>
    <a:custClr name="Amber Tint">
      <a:srgbClr val="FFE67F"/>
    </a:custClr>
    <a:custClr name="Turquoise Tint">
      <a:srgbClr val="B3F2F1"/>
    </a:custClr>
    <a:custClr name="Blank">
      <a:srgbClr val="FFFFFF"/>
    </a:custClr>
    <a:custClr name="Blank">
      <a:srgbClr val="FFFFFF"/>
    </a:custClr>
    <a:custClr name="Blank">
      <a:srgbClr val="FFFFFF"/>
    </a:custClr>
    <a:custClr name="Negative">
      <a:srgbClr val="FF0000"/>
    </a:custClr>
  </a:custClr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Plus Jakarta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Plus Jakarta Sans"/>
        <a:font script="Hebr" typeface="Plus Jakarta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Plus Jakarta Sans"/>
        <a:font script="Uigh" typeface="Microsoft Uighur"/>
        <a:font script="Geor" typeface="Sylfaen"/>
        <a:font script="Armn" typeface="Plus Jakarta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1501a101-02f8-4cb9-8ad4-ac4c2bb50a5e">
      <Terms xmlns="http://schemas.microsoft.com/office/infopath/2007/PartnerControls"/>
    </lcf76f155ced4ddcb4097134ff3c332f>
    <TaxCatchAll xmlns="53af226d-ba0a-4b77-ace2-7e16defb8490"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EB942DAA29B6641B847DD25AB6364DF" ma:contentTypeVersion="20" ma:contentTypeDescription="Create a new document." ma:contentTypeScope="" ma:versionID="8418544ccbba6eabd8ad7f32b71cd208">
  <xsd:schema xmlns:xsd="http://www.w3.org/2001/XMLSchema" xmlns:xs="http://www.w3.org/2001/XMLSchema" xmlns:p="http://schemas.microsoft.com/office/2006/metadata/properties" xmlns:ns1="http://schemas.microsoft.com/sharepoint/v3" xmlns:ns2="1501a101-02f8-4cb9-8ad4-ac4c2bb50a5e" xmlns:ns3="53af226d-ba0a-4b77-ace2-7e16defb8490" targetNamespace="http://schemas.microsoft.com/office/2006/metadata/properties" ma:root="true" ma:fieldsID="263f9987bbc11137d77341febd189c27" ns1:_="" ns2:_="" ns3:_="">
    <xsd:import namespace="http://schemas.microsoft.com/sharepoint/v3"/>
    <xsd:import namespace="1501a101-02f8-4cb9-8ad4-ac4c2bb50a5e"/>
    <xsd:import namespace="53af226d-ba0a-4b77-ace2-7e16defb849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DateTaken" minOccurs="0"/>
                <xsd:element ref="ns2:MediaServiceObjectDetectorVersions" minOccurs="0"/>
                <xsd:element ref="ns2:MediaServiceSearchPropertie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501a101-02f8-4cb9-8ad4-ac4c2bb50a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DateTaken" ma:index="22" nillable="true" ma:displayName="MediaServiceDateTaken" ma:hidden="true" ma:indexed="true" ma:internalName="MediaServiceDateTaken"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3af226d-ba0a-4b77-ace2-7e16defb849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0f1b6984-261b-4571-b7f9-8a6d366cc3e2}" ma:internalName="TaxCatchAll" ma:showField="CatchAllData" ma:web="53af226d-ba0a-4b77-ace2-7e16defb8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B632359-E01D-454D-81AF-DC4F0EFDEC38}">
  <ds:schemaRefs>
    <ds:schemaRef ds:uri="http://schemas.openxmlformats.org/package/2006/metadata/core-properties"/>
    <ds:schemaRef ds:uri="http://purl.org/dc/elements/1.1/"/>
    <ds:schemaRef ds:uri="http://schemas.microsoft.com/office/2006/documentManagement/types"/>
    <ds:schemaRef ds:uri="http://www.w3.org/XML/1998/namespace"/>
    <ds:schemaRef ds:uri="http://purl.org/dc/terms/"/>
    <ds:schemaRef ds:uri="http://schemas.microsoft.com/office/infopath/2007/PartnerControls"/>
    <ds:schemaRef ds:uri="84ffc5bf-a0ff-449e-baf2-5e09aebe7ba1"/>
    <ds:schemaRef ds:uri="67f32d8e-c004-4b2a-8588-6055e191469e"/>
    <ds:schemaRef ds:uri="http://schemas.microsoft.com/office/2006/metadata/properties"/>
    <ds:schemaRef ds:uri="http://purl.org/dc/dcmitype/"/>
    <ds:schemaRef ds:uri="caddc159-c4ca-4a4a-9064-6dfaa4844b46"/>
    <ds:schemaRef ds:uri="e1b973b6-5219-468f-b3ec-38ae00307620"/>
    <ds:schemaRef ds:uri="http://schemas.microsoft.com/sharepoint/v3"/>
    <ds:schemaRef ds:uri="1501a101-02f8-4cb9-8ad4-ac4c2bb50a5e"/>
    <ds:schemaRef ds:uri="53af226d-ba0a-4b77-ace2-7e16defb8490"/>
  </ds:schemaRefs>
</ds:datastoreItem>
</file>

<file path=customXml/itemProps2.xml><?xml version="1.0" encoding="utf-8"?>
<ds:datastoreItem xmlns:ds="http://schemas.openxmlformats.org/officeDocument/2006/customXml" ds:itemID="{0EA66C5E-8F7B-4119-B1EF-AB769ABA500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1501a101-02f8-4cb9-8ad4-ac4c2bb50a5e"/>
    <ds:schemaRef ds:uri="53af226d-ba0a-4b77-ace2-7e16defb849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5567F57-78B4-46F6-80D2-A007D6BF718A}">
  <ds:schemaRefs>
    <ds:schemaRef ds:uri="http://schemas.microsoft.com/sharepoint/v3/contenttype/forms"/>
  </ds:schemaRefs>
</ds:datastoreItem>
</file>

<file path=docMetadata/LabelInfo.xml><?xml version="1.0" encoding="utf-8"?>
<clbl:labelList xmlns:clbl="http://schemas.microsoft.com/office/2020/mipLabelMetadata">
  <clbl:label id="{8cc434d7-97d0-47d3-b5c5-14fe0e33e34b}" enabled="0" method="" siteId="{8cc434d7-97d0-47d3-b5c5-14fe0e33e34b}" removed="1"/>
</clbl:labelList>
</file>

<file path=docProps/app.xml><?xml version="1.0" encoding="utf-8"?>
<Properties xmlns="http://schemas.openxmlformats.org/officeDocument/2006/extended-properties" xmlns:vt="http://schemas.openxmlformats.org/officeDocument/2006/docPropsVTypes">
  <Template>Pearson Theme</Template>
  <TotalTime>20447</TotalTime>
  <Words>3428</Words>
  <Application>Microsoft Office PowerPoint</Application>
  <PresentationFormat>Widescreen</PresentationFormat>
  <Paragraphs>168</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Plus Jakarta Sans</vt:lpstr>
      <vt:lpstr>Arial</vt:lpstr>
      <vt:lpstr>Segoe UI</vt:lpstr>
      <vt:lpstr>Plus Jakarta Sans Medium</vt:lpstr>
      <vt:lpstr>Courier New</vt:lpstr>
      <vt:lpstr>Pearson Theme</vt:lpstr>
      <vt:lpstr>PowerPoint Presentation</vt:lpstr>
      <vt:lpstr>Lesson 1: Vulnerability Detection with GitHub Copilot</vt:lpstr>
      <vt:lpstr>Why This Matters: The Copilot Security Paradox</vt:lpstr>
      <vt:lpstr>Demo 1: Configuring GitHub Copilot for Security</vt:lpstr>
      <vt:lpstr>Demo 2: SQL Injection Detection and Remediation</vt:lpstr>
      <vt:lpstr>Demo 3: XSS Detection and Prevention</vt:lpstr>
      <vt:lpstr>Demo 4: Custom Vulnerability Scanners</vt:lpstr>
      <vt:lpstr>Key Takeaways: Vulnerability Detection</vt:lpstr>
      <vt:lpstr>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Sean Donelson</dc:creator>
  <cp:lastModifiedBy>Tim Warner</cp:lastModifiedBy>
  <cp:revision>14</cp:revision>
  <dcterms:created xsi:type="dcterms:W3CDTF">2025-09-10T17:43:01Z</dcterms:created>
  <dcterms:modified xsi:type="dcterms:W3CDTF">2025-11-15T00:12:36Z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0x0101009EB942DAA29B6641B847DD25AB6364DF</vt:lpwstr>
  </property>
  <property fmtid="{D5CDD505-2E9C-101B-9397-08002B2CF9AE}" pid="3" name="MediaServiceImageTags">
    <vt:lpwstr/>
  </property>
</Properties>
</file>