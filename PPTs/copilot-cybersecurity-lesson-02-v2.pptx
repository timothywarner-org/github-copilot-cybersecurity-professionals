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59" r:id="rId4"/>
  </p:sldMasterIdLst>
  <p:notesMasterIdLst>
    <p:notesMasterId r:id="rId15"/>
  </p:notesMasterIdLst>
  <p:handoutMasterIdLst>
    <p:handoutMasterId r:id="rId16"/>
  </p:handoutMasterIdLst>
  <p:sldIdLst>
    <p:sldId id="256" r:id="rId5"/>
    <p:sldId id="257" r:id="rId6"/>
    <p:sldId id="258" r:id="rId7"/>
    <p:sldId id="259" r:id="rId8"/>
    <p:sldId id="260" r:id="rId9"/>
    <p:sldId id="261" r:id="rId10"/>
    <p:sldId id="262" r:id="rId11"/>
    <p:sldId id="263" r:id="rId12"/>
    <p:sldId id="264" r:id="rId13"/>
    <p:sldId id="265" r:id="rId14"/>
  </p:sldIdLst>
  <p:sldSz cx="12192000" cy="6858000"/>
  <p:notesSz cx="6858000" cy="9144000"/>
  <p:embeddedFontLst>
    <p:embeddedFont>
      <p:font typeface="Plus Jakarta Sans" panose="020B0604020202020204" charset="0"/>
      <p:regular r:id="rId17"/>
      <p:bold r:id="rId18"/>
      <p:italic r:id="rId19"/>
      <p:boldItalic r:id="rId20"/>
    </p:embeddedFont>
    <p:embeddedFont>
      <p:font typeface="Plus Jakarta Sans Medium" panose="020B0604020202020204" charset="0"/>
      <p:regular r:id="rId21"/>
      <p: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1F5370F-EADF-81FA-8068-58A0A4B134BB}" name="Joan Lambert" initials="JL" userId="S::joan.lambert@pearson.com::8a317a37-0f77-4151-bb60-9515f362ceeb" providerId="AD"/>
  <p188:author id="{46694D10-DD1C-38CD-D46D-3460975AC69F}" name="Varma, Smruti" initials="SV" userId="S::Smruti.Varma@landor.com::b615f429-37b9-4a39-a286-38a6080608d4" providerId="AD"/>
  <p188:author id="{C82FDD14-FDFF-2B65-2D60-F0CE345AC948}" name="Keisha Ridwan" initials="" userId="S::Keisha.Ridwan@landor.com::b5d18e47-bc42-422a-a197-fcf3ca4d761f" providerId="AD"/>
  <p188:author id="{50668825-80D9-FAF6-E3E8-06171ECEB408}" name="Pallavi Kadam" initials="PK" userId="S::Pallavi.Kadam@landor.com::eea03d5c-5843-4108-a4f7-7b528b80ec26" providerId="AD"/>
  <p188:author id="{20F7CC8C-BECF-4DA8-E9C9-71CCD688C8BF}" name="Taylor Moore" initials="TM" userId="Taylor Moore" providerId="None"/>
  <p188:author id="{28CB41B2-B3A2-3E4F-047A-D3C6B9D178E7}" name="Tyler Brown" initials="TB" userId="S::tyler.brown@landor.com::06b81854-7bfb-41cc-8a4c-420e39506896" providerId="AD"/>
  <p188:author id="{EA6085B6-498F-E44D-5D5E-25AE0F3D7FEA}" name="Taylor Moore" initials="" userId="S::taylor.moore@pearson.com::722673e9-9160-42d3-81ab-c343631a8bbb" providerId="AD"/>
  <p188:author id="{9C19BDC1-26D5-294C-0591-99B8CAE7204D}" name="Sarah Conklin" initials="SC" userId="S::sarah.conklin1@pearson.com::9409c5db-21ed-4769-bd0f-6af5e625a01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DF7"/>
    <a:srgbClr val="12A2F3"/>
    <a:srgbClr val="4F4F4F"/>
    <a:srgbClr val="414141"/>
    <a:srgbClr val="737373"/>
    <a:srgbClr val="F2F2F2"/>
    <a:srgbClr val="E0E0E0"/>
    <a:srgbClr val="DF41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03"/>
    <p:restoredTop sz="72409" autoAdjust="0"/>
  </p:normalViewPr>
  <p:slideViewPr>
    <p:cSldViewPr snapToGrid="0">
      <p:cViewPr varScale="1">
        <p:scale>
          <a:sx n="72" d="100"/>
          <a:sy n="72" d="100"/>
        </p:scale>
        <p:origin x="2256" y="2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font" Target="fonts/font5.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6.fntdata"/><Relationship Id="rId27"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JAN</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Sheet1!$B$2</c:f>
              <c:numCache>
                <c:formatCode>General</c:formatCode>
                <c:ptCount val="1"/>
                <c:pt idx="0">
                  <c:v>2.2999999999999998</c:v>
                </c:pt>
              </c:numCache>
            </c:numRef>
          </c:val>
          <c:extLst>
            <c:ext xmlns:c16="http://schemas.microsoft.com/office/drawing/2014/chart" uri="{C3380CC4-5D6E-409C-BE32-E72D297353CC}">
              <c16:uniqueId val="{00000000-44CE-4AFD-8A18-A9E8A47F37F0}"/>
            </c:ext>
          </c:extLst>
        </c:ser>
        <c:ser>
          <c:idx val="1"/>
          <c:order val="1"/>
          <c:tx>
            <c:strRef>
              <c:f>Sheet1!$C$1</c:f>
              <c:strCache>
                <c:ptCount val="1"/>
                <c:pt idx="0">
                  <c:v>FEB</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Sheet1!$C$2</c:f>
              <c:numCache>
                <c:formatCode>General</c:formatCode>
                <c:ptCount val="1"/>
                <c:pt idx="0">
                  <c:v>3</c:v>
                </c:pt>
              </c:numCache>
            </c:numRef>
          </c:val>
          <c:extLst>
            <c:ext xmlns:c16="http://schemas.microsoft.com/office/drawing/2014/chart" uri="{C3380CC4-5D6E-409C-BE32-E72D297353CC}">
              <c16:uniqueId val="{00000001-44CE-4AFD-8A18-A9E8A47F37F0}"/>
            </c:ext>
          </c:extLst>
        </c:ser>
        <c:ser>
          <c:idx val="2"/>
          <c:order val="2"/>
          <c:tx>
            <c:strRef>
              <c:f>Sheet1!$D$1</c:f>
              <c:strCache>
                <c:ptCount val="1"/>
                <c:pt idx="0">
                  <c:v>MAR</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Sheet1!$D$2</c:f>
              <c:numCache>
                <c:formatCode>General</c:formatCode>
                <c:ptCount val="1"/>
                <c:pt idx="0">
                  <c:v>1.8</c:v>
                </c:pt>
              </c:numCache>
            </c:numRef>
          </c:val>
          <c:extLst>
            <c:ext xmlns:c16="http://schemas.microsoft.com/office/drawing/2014/chart" uri="{C3380CC4-5D6E-409C-BE32-E72D297353CC}">
              <c16:uniqueId val="{00000002-44CE-4AFD-8A18-A9E8A47F37F0}"/>
            </c:ext>
          </c:extLst>
        </c:ser>
        <c:ser>
          <c:idx val="3"/>
          <c:order val="3"/>
          <c:tx>
            <c:strRef>
              <c:f>Sheet1!$E$1</c:f>
              <c:strCache>
                <c:ptCount val="1"/>
                <c:pt idx="0">
                  <c:v>APR</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Sheet1!$E$2</c:f>
              <c:numCache>
                <c:formatCode>General</c:formatCode>
                <c:ptCount val="1"/>
                <c:pt idx="0">
                  <c:v>3.8</c:v>
                </c:pt>
              </c:numCache>
            </c:numRef>
          </c:val>
          <c:extLst>
            <c:ext xmlns:c16="http://schemas.microsoft.com/office/drawing/2014/chart" uri="{C3380CC4-5D6E-409C-BE32-E72D297353CC}">
              <c16:uniqueId val="{00000003-44CE-4AFD-8A18-A9E8A47F37F0}"/>
            </c:ext>
          </c:extLst>
        </c:ser>
        <c:ser>
          <c:idx val="4"/>
          <c:order val="4"/>
          <c:tx>
            <c:strRef>
              <c:f>Sheet1!$F$1</c:f>
              <c:strCache>
                <c:ptCount val="1"/>
                <c:pt idx="0">
                  <c:v>MAY</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Sheet1!$F$2</c:f>
              <c:numCache>
                <c:formatCode>General</c:formatCode>
                <c:ptCount val="1"/>
                <c:pt idx="0">
                  <c:v>3.4</c:v>
                </c:pt>
              </c:numCache>
            </c:numRef>
          </c:val>
          <c:extLst>
            <c:ext xmlns:c16="http://schemas.microsoft.com/office/drawing/2014/chart" uri="{C3380CC4-5D6E-409C-BE32-E72D297353CC}">
              <c16:uniqueId val="{00000004-44CE-4AFD-8A18-A9E8A47F37F0}"/>
            </c:ext>
          </c:extLst>
        </c:ser>
        <c:ser>
          <c:idx val="5"/>
          <c:order val="5"/>
          <c:tx>
            <c:strRef>
              <c:f>Sheet1!$G$1</c:f>
              <c:strCache>
                <c:ptCount val="1"/>
                <c:pt idx="0">
                  <c:v>JUN</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Sheet1!$G$2</c:f>
              <c:numCache>
                <c:formatCode>General</c:formatCode>
                <c:ptCount val="1"/>
                <c:pt idx="0">
                  <c:v>4.5999999999999996</c:v>
                </c:pt>
              </c:numCache>
            </c:numRef>
          </c:val>
          <c:extLst>
            <c:ext xmlns:c16="http://schemas.microsoft.com/office/drawing/2014/chart" uri="{C3380CC4-5D6E-409C-BE32-E72D297353CC}">
              <c16:uniqueId val="{00000005-44CE-4AFD-8A18-A9E8A47F37F0}"/>
            </c:ext>
          </c:extLst>
        </c:ser>
        <c:dLbls>
          <c:showLegendKey val="0"/>
          <c:showVal val="1"/>
          <c:showCatName val="0"/>
          <c:showSerName val="0"/>
          <c:showPercent val="0"/>
          <c:showBubbleSize val="0"/>
        </c:dLbls>
        <c:gapWidth val="200"/>
        <c:overlap val="-50"/>
        <c:axId val="420139552"/>
        <c:axId val="420150080"/>
      </c:barChart>
      <c:catAx>
        <c:axId val="420139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en-US"/>
          </a:p>
        </c:txPr>
        <c:crossAx val="420150080"/>
        <c:crosses val="autoZero"/>
        <c:auto val="1"/>
        <c:lblAlgn val="ctr"/>
        <c:lblOffset val="100"/>
        <c:noMultiLvlLbl val="0"/>
      </c:catAx>
      <c:valAx>
        <c:axId val="42015008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Segoe UI" panose="020B0502040204020203" pitchFamily="34" charset="0"/>
              </a:defRPr>
            </a:pPr>
            <a:endParaRPr lang="en-US"/>
          </a:p>
        </c:txPr>
        <c:crossAx val="420139552"/>
        <c:crosses val="autoZero"/>
        <c:crossBetween val="between"/>
        <c:majorUnit val="1"/>
        <c:min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C1B-4635-99A7-803E23345B8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C1B-4635-99A7-803E23345B8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C1B-4635-99A7-803E23345B8C}"/>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C1B-4635-99A7-803E23345B8C}"/>
              </c:ext>
            </c:extLst>
          </c:dPt>
          <c:cat>
            <c:strRef>
              <c:f>Sheet1!$A$2:$A$5</c:f>
              <c:strCache>
                <c:ptCount val="4"/>
                <c:pt idx="0">
                  <c:v>Q1</c:v>
                </c:pt>
                <c:pt idx="1">
                  <c:v>Q2</c:v>
                </c:pt>
                <c:pt idx="2">
                  <c:v>Q3</c:v>
                </c:pt>
                <c:pt idx="3">
                  <c:v>Q4</c:v>
                </c:pt>
              </c:strCache>
            </c:strRef>
          </c:cat>
          <c:val>
            <c:numRef>
              <c:f>Sheet1!$B$2:$B$5</c:f>
              <c:numCache>
                <c:formatCode>General</c:formatCode>
                <c:ptCount val="4"/>
                <c:pt idx="0">
                  <c:v>55</c:v>
                </c:pt>
                <c:pt idx="1">
                  <c:v>20</c:v>
                </c:pt>
                <c:pt idx="2">
                  <c:v>5</c:v>
                </c:pt>
                <c:pt idx="3">
                  <c:v>10</c:v>
                </c:pt>
              </c:numCache>
            </c:numRef>
          </c:val>
          <c:extLst>
            <c:ext xmlns:c16="http://schemas.microsoft.com/office/drawing/2014/chart" uri="{C3380CC4-5D6E-409C-BE32-E72D297353CC}">
              <c16:uniqueId val="{00000008-CC1B-4635-99A7-803E23345B8C}"/>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85A484E-2BD9-3CBE-C611-D3089AC1AE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Plus Jakarta Sans Medium" pitchFamily="2" charset="0"/>
            </a:endParaRPr>
          </a:p>
        </p:txBody>
      </p:sp>
      <p:sp>
        <p:nvSpPr>
          <p:cNvPr id="3" name="Date Placeholder 2">
            <a:extLst>
              <a:ext uri="{FF2B5EF4-FFF2-40B4-BE49-F238E27FC236}">
                <a16:creationId xmlns:a16="http://schemas.microsoft.com/office/drawing/2014/main" id="{E4E7924C-FE91-B6B8-1539-895151714C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E41D17-B1DE-4F3D-8229-E6DD2286D408}" type="datetimeFigureOut">
              <a:rPr lang="en-US" smtClean="0">
                <a:latin typeface="Plus Jakarta Sans Medium" pitchFamily="2" charset="0"/>
              </a:rPr>
              <a:t>Sun, 11/16/2025</a:t>
            </a:fld>
            <a:endParaRPr lang="en-US">
              <a:latin typeface="Plus Jakarta Sans Medium" pitchFamily="2" charset="0"/>
            </a:endParaRPr>
          </a:p>
        </p:txBody>
      </p:sp>
      <p:sp>
        <p:nvSpPr>
          <p:cNvPr id="4" name="Footer Placeholder 3">
            <a:extLst>
              <a:ext uri="{FF2B5EF4-FFF2-40B4-BE49-F238E27FC236}">
                <a16:creationId xmlns:a16="http://schemas.microsoft.com/office/drawing/2014/main" id="{83BB3357-0477-9C6D-6606-044FA160C4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Plus Jakarta Sans Medium" pitchFamily="2" charset="0"/>
            </a:endParaRPr>
          </a:p>
        </p:txBody>
      </p:sp>
      <p:sp>
        <p:nvSpPr>
          <p:cNvPr id="5" name="Slide Number Placeholder 4">
            <a:extLst>
              <a:ext uri="{FF2B5EF4-FFF2-40B4-BE49-F238E27FC236}">
                <a16:creationId xmlns:a16="http://schemas.microsoft.com/office/drawing/2014/main" id="{272A7606-B324-E325-4BFC-71A57E9DE45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3D87F3D-D5D7-403E-A0DB-D0DC951FAB6E}" type="slidenum">
              <a:rPr lang="en-US" smtClean="0">
                <a:latin typeface="Plus Jakarta Sans Medium" pitchFamily="2" charset="0"/>
              </a:rPr>
              <a:t>‹#›</a:t>
            </a:fld>
            <a:endParaRPr lang="en-US">
              <a:latin typeface="Plus Jakarta Sans Medium" pitchFamily="2" charset="0"/>
            </a:endParaRPr>
          </a:p>
        </p:txBody>
      </p:sp>
    </p:spTree>
    <p:extLst>
      <p:ext uri="{BB962C8B-B14F-4D97-AF65-F5344CB8AC3E}">
        <p14:creationId xmlns:p14="http://schemas.microsoft.com/office/powerpoint/2010/main" val="168946460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lus Jakarta Sans Medium"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lus Jakarta Sans Medium" pitchFamily="2" charset="0"/>
              </a:defRPr>
            </a:lvl1pPr>
          </a:lstStyle>
          <a:p>
            <a:fld id="{2A9CD6B2-B732-FC41-A69E-62762D3FD565}" type="datetimeFigureOut">
              <a:rPr lang="en-US" smtClean="0"/>
              <a:pPr/>
              <a:t>Sun, 11/16/2025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lus Jakarta Sans Medium"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lus Jakarta Sans Medium" pitchFamily="2" charset="0"/>
              </a:defRPr>
            </a:lvl1pPr>
          </a:lstStyle>
          <a:p>
            <a:fld id="{654E6AB8-202A-7D41-9CBD-7C8AE42CF1A5}" type="slidenum">
              <a:rPr lang="en-US" smtClean="0"/>
              <a:pPr/>
              <a:t>‹#›</a:t>
            </a:fld>
            <a:endParaRPr lang="en-US"/>
          </a:p>
        </p:txBody>
      </p:sp>
    </p:spTree>
    <p:extLst>
      <p:ext uri="{BB962C8B-B14F-4D97-AF65-F5344CB8AC3E}">
        <p14:creationId xmlns:p14="http://schemas.microsoft.com/office/powerpoint/2010/main" val="962103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Plus Jakarta Sans Medium" pitchFamily="2" charset="0"/>
        <a:ea typeface="+mn-ea"/>
        <a:cs typeface="+mn-cs"/>
      </a:defRPr>
    </a:lvl1pPr>
    <a:lvl2pPr marL="457200" algn="l" defTabSz="914400" rtl="0" eaLnBrk="1" latinLnBrk="0" hangingPunct="1">
      <a:defRPr sz="1200" kern="1200">
        <a:solidFill>
          <a:schemeClr val="tx1"/>
        </a:solidFill>
        <a:latin typeface="Plus Jakarta Sans Medium" pitchFamily="2" charset="0"/>
        <a:ea typeface="+mn-ea"/>
        <a:cs typeface="+mn-cs"/>
      </a:defRPr>
    </a:lvl2pPr>
    <a:lvl3pPr marL="914400" algn="l" defTabSz="914400" rtl="0" eaLnBrk="1" latinLnBrk="0" hangingPunct="1">
      <a:defRPr sz="1200" kern="1200">
        <a:solidFill>
          <a:schemeClr val="tx1"/>
        </a:solidFill>
        <a:latin typeface="Plus Jakarta Sans Medium" pitchFamily="2" charset="0"/>
        <a:ea typeface="+mn-ea"/>
        <a:cs typeface="+mn-cs"/>
      </a:defRPr>
    </a:lvl3pPr>
    <a:lvl4pPr marL="1371600" algn="l" defTabSz="914400" rtl="0" eaLnBrk="1" latinLnBrk="0" hangingPunct="1">
      <a:defRPr sz="1200" kern="1200">
        <a:solidFill>
          <a:schemeClr val="tx1"/>
        </a:solidFill>
        <a:latin typeface="Plus Jakarta Sans Medium" pitchFamily="2" charset="0"/>
        <a:ea typeface="+mn-ea"/>
        <a:cs typeface="+mn-cs"/>
      </a:defRPr>
    </a:lvl4pPr>
    <a:lvl5pPr marL="1828800" algn="l" defTabSz="914400" rtl="0" eaLnBrk="1" latinLnBrk="0" hangingPunct="1">
      <a:defRPr sz="1200" kern="1200">
        <a:solidFill>
          <a:schemeClr val="tx1"/>
        </a:solidFill>
        <a:latin typeface="Plus Jakarta Sans Medium"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Welcome to Lesson 2. In Lesson 1, we detected vulnerabilities with Copilot. Today we're implementing secure systems from first principles. We're not just writing secure code - we're using GitHub Copilot and GitHub Advanced Security to build authentication, encryption, API gateways, and zero-trust architectures that pass enterprise security reviews.</a:t>
            </a:r>
          </a:p>
          <a:p>
            <a:endParaRPr/>
          </a:p>
          <a:p>
            <a:r>
              <a:t>BULLETS:</a:t>
            </a:r>
          </a:p>
          <a:p>
            <a:endParaRPr/>
          </a:p>
          <a:p>
            <a:r>
              <a:t>The shift from Lesson 1 to Lesson 2 is moving from reactive to proactive security. Detection finds problems after they're written. Prevention eliminates problem classes before code hits production. GitHub Copilot excels at both, but today we're focusing on its ability to generate secure implementations that follow OWASP, NIST, and industry best practices automatically.</a:t>
            </a:r>
          </a:p>
          <a:p>
            <a:endParaRPr/>
          </a:p>
          <a:p>
            <a:r>
              <a:t>Over the next 40 minutes, we're implementing security protocols using GitHub Copilot's deep knowledge of security patterns combined with GitHub Advanced Security's policy enforcement. These aren't theoretical examples - this is production infrastructure that passes SOC 2 audits and enterprise security reviews.</a:t>
            </a:r>
          </a:p>
          <a:p>
            <a:endParaRPr/>
          </a:p>
          <a:p>
            <a:r>
              <a:t>All code samples, infrastructure-as-code templates, and Copilot prompts are at timw.info/copilot-security/lesson-02. You'll get working OAuth servers, encryption libraries, API gateway middleware, and Terraform templates you can deploy today.</a:t>
            </a:r>
          </a:p>
          <a:p>
            <a:endParaRPr/>
          </a:p>
          <a:p>
            <a:r>
              <a:t>PRO TIP: The most powerful thing about GitHub Copilot for security isn't that it writes secure code faster - it's that it knows security patterns you might not. OAuth 2.0 with PKCE, AES-256-GCM with proper IV generation, JWT validation with clock skew tolerance. These aren't obscure details - they're the difference between secure and broken implementations. Copilot gets them right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GitHub Copilot knows more about security implementation than most development teams combined. It's trained on millions of security implementations, OWASP guidelines, cryptographic libraries, and cloud security patterns. Our job is learning how to prompt it effectively and validate outputs with GitHub Advanced Security.</a:t>
            </a:r>
          </a:p>
          <a:p>
            <a:endParaRPr/>
          </a:p>
          <a:p>
            <a:r>
              <a:t>BULLETS:</a:t>
            </a:r>
          </a:p>
          <a:p>
            <a:endParaRPr/>
          </a:p>
          <a:p>
            <a:r>
              <a:t>• Build OAuth 2.0 authentication using Copilot's security pattern library - GitHub Copilot has seen thousands of OAuth implementations. It knows PKCE is required for public clients, it understands code challenge generation with SHA-256, and it implements proper redirect URI validation automatically. We're not memorizing RFC 6749 - we're prompting Copilot with our requirements and letting it generate specification-compliant OAuth servers. Then we'll use GitHub Advanced Security to validate that our implementation meets our security policy.</a:t>
            </a:r>
          </a:p>
          <a:p>
            <a:endParaRPr/>
          </a:p>
          <a:p>
            <a:r>
              <a:t>• Implement encryption with Copilot-generated key management - Copilot knows the difference between AES-CBC and AES-GCM. It knows PBKDF2 needs 600,000 iterations in 2024. It knows initialization vectors must be cryptographically random and unique per encryption operation. More importantly, it knows how to integrate with cloud key management services like Azure Key Vault. We provide business context, Copilot provides cryptographic correctness, and GHAS validates we're not committing keys to our repository.</a:t>
            </a:r>
          </a:p>
          <a:p>
            <a:endParaRPr/>
          </a:p>
          <a:p>
            <a:r>
              <a:t>• Create API gateways with Copilot middleware and GHAS policy enforcement - API gateways are security choke points. Every request validation happens here. Copilot generates JWT validation middleware that checks all required claims, rate limiting using Redis with sliding windows, and claim-based authorization that enforces least privilege. GitHub Advanced Security ensures our gateway code doesn't have vulnerabilities and our security policies are actually enforced in pull requests.</a:t>
            </a:r>
          </a:p>
          <a:p>
            <a:endParaRPr/>
          </a:p>
          <a:p>
            <a:r>
              <a:t>• Design zero-trust networks using Copilot infrastructure-as-code generation - Copilot generates Terraform for network segmentation, Istio configurations for service mesh with mutual TLS, and Azure Bicep templates for microsegmentation with network security groups. This is infrastructure-as-code for security - repeatable, auditable, and version-controlled. GHAS scans our IaC for misconfigurations before deployment.</a:t>
            </a:r>
          </a:p>
          <a:p>
            <a:endParaRPr/>
          </a:p>
          <a:p>
            <a:r>
              <a:t>PRO TIP: The workflow we're teaching today is prompt → generate → validate → deploy. GitHub Copilot generates secure implementations. GitHub Advanced Security validates they meet policy. You merge with confidence knowing both AI generation and automated security review happened. This is how security teams scale in 2025.</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Here's what makes GitHub Copilot different from generic code generation: It's trained specifically on security-focused codebases, cryptographic libraries, and compliance frameworks. It doesn't just autocomplete - it implements security patterns correctly.</a:t>
            </a:r>
          </a:p>
          <a:p>
            <a:endParaRPr/>
          </a:p>
          <a:p>
            <a:r>
              <a:t>BULLETS:</a:t>
            </a:r>
          </a:p>
          <a:p>
            <a:endParaRPr/>
          </a:p>
          <a:p>
            <a:r>
              <a:t>• Trained on cryptographic libraries and security frameworks - Copilot has seen implementations from Node.js crypto module, Python's cryptography library, Java's JCA, .NET's System.Security.Cryptography, and more. It understands that AES-GCM needs unique IVs, that PBKDF2 needs high iteration counts, and that JWT signatures should use RS256 not HS256. When you prompt for encryption, you get implementations that pass cryptographic review. Fabrikam stopped writing insecure encryption after adopting Copilot - the AI knew patterns their developers didn't.</a:t>
            </a:r>
          </a:p>
          <a:p>
            <a:endParaRPr/>
          </a:p>
          <a:p>
            <a:r>
              <a:t>• Understands OWASP Top 10, NIST guidelines, and compliance requirements - Copilot's training includes security standards documentation. It knows SQL injection prevention requires parameterized queries, XSS prevention requires output encoding, and authentication requires proper session management. More importantly, it understands compliance frameworks like PCI-DSS, HIPAA, and SOC 2. When you prompt for "PCI-DSS compliant encryption," Copilot generates code that meets those specific requirements. Wide World Importers reduced compliance audit findings by 73% after using Copilot for security implementations.</a:t>
            </a:r>
          </a:p>
          <a:p>
            <a:endParaRPr/>
          </a:p>
          <a:p>
            <a:r>
              <a:t>• Generates secure-by-default code patterns automatically - Traditional development: Write code, then retrofit security. With Copilot: Security is embedded from the first line. Request an API endpoint and Copilot includes input validation. Request authentication and Copilot includes rate limiting. Request data storage and Copilot includes encryption. Secure-by-default isn't a policy you enforce - it's the natural output of prompting an AI that understands security. Contoso reported 60% reduction in security backlog after Copilot adoption because vulnerabilities stopped being introduced.</a:t>
            </a:r>
          </a:p>
          <a:p>
            <a:endParaRPr/>
          </a:p>
          <a:p>
            <a:r>
              <a:t>• Integrates with GHAS for policy enforcement and vulnerability detection - GitHub Copilot generates code. GitHub Advanced Security validates it. GHAS runs CodeQL analysis that catches security vulnerabilities, secret scanning that prevents credential leaks, and dependency scanning that identifies vulnerable libraries. Together, they create a security validation loop: Copilot generates secure implementations, GHAS verifies they meet policy, pull requests merge with confidence. Adventure Works blocks an average of 23 security policy violations per week using this integration before code reaches production.</a:t>
            </a:r>
          </a:p>
          <a:p>
            <a:endParaRPr/>
          </a:p>
          <a:p>
            <a:r>
              <a:t>PRO TIP: The most powerful Copilot security feature isn't what it generates - it's what it prevents you from writing. When Copilot autocompletes a parameterized query, you don't write SQL injection. When it generates bcrypt password hashing, you don't store plaintext passwords. When it creates JWT validation with proper claims checking, you don't build broken authentication. Prevention at the code generation layer is force multiplication for security teams.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GitHub Advanced Security is Copilot's validation layer. GHAS ensures that AI-generated code meets your security standards automatically. Let's explore how they work together.</a:t>
            </a:r>
          </a:p>
          <a:p>
            <a:endParaRPr/>
          </a:p>
          <a:p>
            <a:r>
              <a:t>BULLETS:</a:t>
            </a:r>
          </a:p>
          <a:p>
            <a:endParaRPr/>
          </a:p>
          <a:p>
            <a:r>
              <a:t>• CodeQL scans Copilot-generated code for vulnerabilities - CodeQL is GitHub's semantic code analysis engine. It understands code flow, data flow, and security patterns across 15+ languages. When Copilot generates authentication code, CodeQL validates that credentials aren't logged. When Copilot generates SQL queries, CodeQL verifies they're parameterized. When Copilot generates encryption, CodeQL checks for hardcoded keys. The integration is seamless: Write with Copilot, validate with CodeQL, merge with confidence. Tailwind Traders catches and fixes security issues in pull requests before they reach production using this workflow.</a:t>
            </a:r>
          </a:p>
          <a:p>
            <a:endParaRPr/>
          </a:p>
          <a:p>
            <a:r>
              <a:t>• Secret scanning prevents credential leaks in repositories - Copilot might suggest code that includes example API keys or test credentials. Secret scanning detects these patterns automatically and blocks commits. It scans for AWS keys, Azure secrets, GitHub tokens, private keys, and 200+ credential patterns. Real-time scanning means developers get immediate feedback: "This commit contains a detected secret - remove before push." Fabrikam prevented 47 credential leaks in six months using GHAS secret scanning integrated with their development workflow.</a:t>
            </a:r>
          </a:p>
          <a:p>
            <a:endParaRPr/>
          </a:p>
          <a:p>
            <a:r>
              <a:t>• Dependency scanning identifies vulnerable libraries in prompts - When Copilot suggests npm install jsonwebtoken or pip install cryptography, GHAS dependency scanning validates those packages don't have known vulnerabilities. It checks against GitHub Advisory Database, National Vulnerability Database, and security advisories from language ecosystems. If a vulnerable version is detected, you get an alert with remediation guidance before the dependency is merged. Adventure Works maintains zero critical-severity dependency vulnerabilities using automated scanning.</a:t>
            </a:r>
          </a:p>
          <a:p>
            <a:endParaRPr/>
          </a:p>
          <a:p>
            <a:r>
              <a:t>• Security policies enforce standards before code merges - GHAS lets you define security policies that block pull requests if violations are detected. Policy examples: All API endpoints must have rate limiting. All password storage must use bcrypt. All encryption must use approved algorithms. Copilot generates code, GHAS validates against policy, non-compliant code doesn't merge. This is automated security review that scales. Contoso enforces 15 security policies organization-wide using GHAS, blocking 200+ policy violations per month before they reach production.</a:t>
            </a:r>
          </a:p>
          <a:p>
            <a:endParaRPr/>
          </a:p>
          <a:p>
            <a:r>
              <a:t>PRO TIP: The workflow I recommend for security teams: Enable GitHub Advanced Security organization-wide. Configure security policies that match your standards. Then let developers use Copilot freely. GHAS catches violations automatically. This inverts the traditional model where security teams review after code is written. Now security validation happens during code generation. I've worked with teams that reduced security review cycle time from 2 weeks to 2 hours using this approach.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Authentication is complex. OAuth 2.0 specs are hundreds of pages. JWT has subtle security requirements. Refresh token rotation has race conditions. GitHub Copilot knows all of this. Let's see how it generates secure authentication.</a:t>
            </a:r>
          </a:p>
          <a:p>
            <a:endParaRPr/>
          </a:p>
          <a:p>
            <a:r>
              <a:t>BULLETS:</a:t>
            </a:r>
          </a:p>
          <a:p>
            <a:endParaRPr/>
          </a:p>
          <a:p>
            <a:r>
              <a:t>• Copilot generates OAuth 2.0 with PKCE from specification knowledge - PKCE (Proof Key for Code Exchange) prevents authorization code interception attacks. It requires generating a code_verifier, hashing it to create code_challenge, validating them match during token exchange, and properly handling single-use authorization codes. That's complex implementation. With Copilot, you prompt: "Generate OAuth 2.0 authorization server with PKCE" and it produces specification-compliant code including SHA-256 code challenge generation, proper state parameter handling, and redirect URI validation. We'll demonstrate this live - you'll see 100+ lines of correct OAuth implementation generated in seconds.</a:t>
            </a:r>
          </a:p>
          <a:p>
            <a:endParaRPr/>
          </a:p>
          <a:p>
            <a:r>
              <a:t>• Auto-completes JWT tokens with proper claims and secure signing - JWT tokens have mandatory claims (iss, sub, aud, exp, iat) and security requirements (short expiration, RS256 signing, audience validation). Copilot knows these. Start typing "generate JWT token" and Copilot suggests implementations with all required claims, proper RS256 asymmetric signing using key pairs, short 15-minute expiration, and validation logic that checks all claims including clock skew tolerance. Fabrikam replaced their broken HS256 JWT implementation with Copilot-generated RS256 tokens and eliminated token forgery attacks.</a:t>
            </a:r>
          </a:p>
          <a:p>
            <a:endParaRPr/>
          </a:p>
          <a:p>
            <a:r>
              <a:t>• Suggests refresh token rotation patterns from security best practices - Refresh token rotation means: issue new refresh token with each use, revoke old tokens immediately, handle concurrent requests with Redis transactions, maintain revocation lists. Copilot generates this entire pattern including Redis integration, proper expiration handling, atomic token swap operations, and graceful failure modes. The key insight: Copilot's training includes security frameworks like OAuth RFCs and OWASP guidelines. It generates industry best practices automatically. We'll show live generation of refresh token rotation including all edge cases.</a:t>
            </a:r>
          </a:p>
          <a:p>
            <a:endParaRPr/>
          </a:p>
          <a:p>
            <a:r>
              <a:t>• GHAS CodeQL validates authentication implementations - After Copilot generates authentication code, GitHub Advanced Security runs CodeQL queries that validate: credentials aren't logged, tokens aren't exposed in URLs, session fixation is prevented, and timing attacks are mitigated. We'll demonstrate GHAS catching a deliberately introduced vulnerability in Copilot-generated code. This shows the validation layer: AI generates, GHAS verifies, humans review. Three-layer security review that scales.</a:t>
            </a:r>
          </a:p>
          <a:p>
            <a:endParaRPr/>
          </a:p>
          <a:p>
            <a:r>
              <a:t>PRO TIP: When prompting Copilot for authentication, be specific about your threat model. "Generate login endpoint" gets basic code. "Generate login endpoint with rate limiting, credential stuffing defense, and bcrypt password hashing" gets hardened implementation. Copilot's output quality scales with prompt specificity. In demonstrations today, you'll see detailed prompts that produce enterprise-grade authentication. Save these prompts - they're reusable across projects.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Encryption has countless ways to fail. Wrong cipher mode, reused IVs, weak key derivation, hardcoded keys. GitHub Copilot prevents these failures by generating cryptographically correct implementations.</a:t>
            </a:r>
          </a:p>
          <a:p>
            <a:endParaRPr/>
          </a:p>
          <a:p>
            <a:r>
              <a:t>BULLETS:</a:t>
            </a:r>
          </a:p>
          <a:p>
            <a:endParaRPr/>
          </a:p>
          <a:p>
            <a:r>
              <a:t>• Copilot selects correct cipher modes and generates secure IVs - AES has multiple modes: CBC, GCM, CTR. Most developers don't know which to use when. GCM provides authentication, CBC doesn't. GCM needs 12-byte IVs, CBC needs 16-byte. IV must be unique per encryption operation. Copilot knows all this. Prompt "encrypt data with AES" and Copilot suggests AES-256-GCM with crypto.randomBytes IV generation, proper authentication tag handling, and IV prepending to ciphertext. Contoso replaced developer-written encryption that used hardcoded IVs with Copilot-generated encryption and eliminated a critical vulnerability found during penetration testing.</a:t>
            </a:r>
          </a:p>
          <a:p>
            <a:endParaRPr/>
          </a:p>
          <a:p>
            <a:r>
              <a:t>• Integrates cloud key management services automatically - Keys belong in Azure Key Vault or AWS KMS, not in code or environment variables. Copilot generates Key Vault integration including: authentication using DefaultAzureCredential, key fetching at runtime with caching, automatic refresh before expiration, and graceful fallback when Key Vault is unavailable. We'll demonstrate Copilot generating complete Key Vault integration in under 30 seconds. This is cloud-native key management that passes enterprise security review without manual implementation of credential chains and retry logic.</a:t>
            </a:r>
          </a:p>
          <a:p>
            <a:endParaRPr/>
          </a:p>
          <a:p>
            <a:r>
              <a:t>• Implements key derivation with current iteration counts - PBKDF2 transforms passwords into encryption keys. OWASP recommends 600,000 iterations in 2024 (up from 100,000 in previous years). Copilot knows current recommendations. Generate password-based encryption and Copilot suggests 600,000 iterations, SHA-512 hash function, 128-bit random salt generation, and proper salt storage. The AI stays current with security guidance - your generated code follows 2024 best practices automatically. Wide World Importers uses Copilot-generated PBKDF2 in production serving millions of users.</a:t>
            </a:r>
          </a:p>
          <a:p>
            <a:endParaRPr/>
          </a:p>
          <a:p>
            <a:r>
              <a:t>• GHAS secret scanning prevents key leaks in repositories - Even when Copilot generates secure encryption, developers might accidentally commit keys during testing. GHAS secret scanning catches this: detects encryption keys, API tokens, private keys, and credential patterns in commits. Blocks push with remediation guidance. We'll demonstrate secret scanning catching an intentionally committed key. This is the safety net: Copilot generates secure implementations, developers test with real credentials, GHAS prevents credential leaks. Tailwind Traders prevented 89 secret leaks in production using this workflow.</a:t>
            </a:r>
          </a:p>
          <a:p>
            <a:endParaRPr/>
          </a:p>
          <a:p>
            <a:r>
              <a:t>PRO TIP: When working with encryption, use Copilot Chat to understand why implementations work, not just what they do. Ask: "Why does AES-GCM need unique IVs?" Copilot explains the cryptographic reasoning. This builds your security knowledge while generating correct implementations. I recommend prompting for both implementation and explanation. The explanation helps you evaluate if Copilot's output matches your requirements. Understanding cryptography makes you better at validating AI-generated encryption code.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API gateways are your security enforcement point. Every request flows through here. GitHub Copilot generates production-ready gateway middleware that would traditionally take weeks to implement and test.</a:t>
            </a:r>
          </a:p>
          <a:p>
            <a:endParaRPr/>
          </a:p>
          <a:p>
            <a:r>
              <a:t>BULLETS:</a:t>
            </a:r>
          </a:p>
          <a:p>
            <a:endParaRPr/>
          </a:p>
          <a:p>
            <a:r>
              <a:t>• Generates complete middleware stacks with security controls - API gateway security requires: JWT validation, rate limiting, input validation, CORS configuration, request size limits, and authorization checks. That's six separate middleware components working together. Copilot generates the entire stack from a single detailed prompt. We'll demonstrate prompting for "API gateway with JWT validation, rate limiting, and claim-based authorization" and watching Copilot produce Express middleware that implements all three with proper error handling, logging, and monitoring integration. Fabrikam's API gateway runs entirely on Copilot-generated middleware protecting 50+ backend microservices.</a:t>
            </a:r>
          </a:p>
          <a:p>
            <a:endParaRPr/>
          </a:p>
          <a:p>
            <a:r>
              <a:t>• Implements rate limiting using distributed caching patterns - Effective rate limiting requires: per-user limits, per-API-key limits, sliding window algorithms that prevent burst circumvention, Redis-backed counters for distributed enforcement, and exponential backoff for repeated violations. This is complex distributed systems implementation. Copilot generates it including Redis integration, atomic counter operations, proper key expiration, and handling Redis unavailability gracefully. The AI understands rate limiting algorithms from training on security frameworks. We'll show generated rate limiting code that handles all edge cases including clock skew and concurrent requests.</a:t>
            </a:r>
          </a:p>
          <a:p>
            <a:endParaRPr/>
          </a:p>
          <a:p>
            <a:r>
              <a:t>• Creates claim-based authorization from security requirements - Authorization at scale means: checking user roles from JWT claims, validating permissions from OAuth scopes, implementing role hierarchies where admin inherits lower privileges, and supporting fine-grained permissions like "read:orders vs write:orders". Copilot generates reusable middleware factory functions that implement these patterns. Prompt "generate authorization middleware that checks for admin or editor role" and Copilot produces middleware with role validation, proper 403 error responses, audit logging, and graceful handling of missing claims. Adventure Works centralized authorization in their API gateway using Copilot-generated middleware and reduced authorization bugs by 85%.</a:t>
            </a:r>
          </a:p>
          <a:p>
            <a:endParaRPr/>
          </a:p>
          <a:p>
            <a:r>
              <a:t>• GHAS policies enforce gateway security standards - GitHub Advanced Security lets you define policies like "All API endpoints must have rate limiting" or "All requests must be validated against schema". GHAS scans pull requests and blocks merges if policies aren't met. We'll demonstrate creating a security policy that requires JWT validation on all endpoints, then showing GHAS catching a pull request that adds an endpoint without authentication. This is automated security review at the gateway layer - the most critical security choke point in your architecture.</a:t>
            </a:r>
          </a:p>
          <a:p>
            <a:endParaRPr/>
          </a:p>
          <a:p>
            <a:r>
              <a:t>PRO TIP: API gateway security is where you get maximum leverage. One well-configured gateway protects dozens of backend services. Use Copilot to generate the gateway middleware, then reuse it across all services. Contoso uses a single Copilot-generated gateway package deployed to 73 services. When they need to update security controls, they update the gateway package and redeploy. That's security that scales. Start with the gateway - it's your highest-impact security investment.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Zero-trust architecture is "never trust, always verify." GitHub Copilot generates the infrastructure-as-code that implements zero-trust principles automatically. This is security architecture generated from natural language prompts.</a:t>
            </a:r>
          </a:p>
          <a:p>
            <a:endParaRPr/>
          </a:p>
          <a:p>
            <a:r>
              <a:t>BULLETS:</a:t>
            </a:r>
          </a:p>
          <a:p>
            <a:endParaRPr/>
          </a:p>
          <a:p>
            <a:r>
              <a:t>• Generates infrastructure-as-code for network segmentation - Zero-trust starts with network segmentation: separate subnets for web, application, and data tiers with network security groups that enforce least privilege communication. Traditionally, you'd write hundreds of lines of Terraform or Bicep manually. With Copilot, prompt "Generate Terraform for three-tier network with zero-trust segmentation" and watch it produce VNet configuration, subnet definitions, NSG rules that implement default-deny, and flow logs for audit. We'll demonstrate live Terraform generation including all security best practices. Wide World Importers deployed their entire production network using Copilot-generated Terraform. Zero manual Terraform writing required.</a:t>
            </a:r>
          </a:p>
          <a:p>
            <a:endParaRPr/>
          </a:p>
          <a:p>
            <a:r>
              <a:t>• Creates service mesh configurations with mutual TLS - Service mesh implements zero-trust at the service layer: every service authenticates to every other service using certificates. Istio configuration for this is complex YAML with authorization policies, certificate management, and telemetry integration. Copilot generates it automatically. Prompt "Generate Istio configuration with mTLS between all services" and Copilot produces complete service mesh configuration including automatic certificate provisioning, authorization policies that implement least privilege, and deny-by-default rules. Tailwind Traders implemented zero-trust service mesh using entirely Copilot-generated Istio configuration protecting 200+ microservices.</a:t>
            </a:r>
          </a:p>
          <a:p>
            <a:endParaRPr/>
          </a:p>
          <a:p>
            <a:r>
              <a:t>• Produces compliance tests that validate security policies - Zero-trust isn't set-and-forget. You need continuous validation that policies are actually enforced. Copilot generates automated compliance tests: verify cross-tier communication is blocked, validate service-to-service authentication is required, check that encryption in transit is enforced, ensure no default-allow rules exist. These tests run in CI/CD pipelines and fail deployments if zero-trust policies aren't met. We'll demonstrate Copilot generating a complete compliance test suite that validates network segmentation, service mesh authorization, and encryption enforcement. This is security-as-code meets testing-as-code.</a:t>
            </a:r>
          </a:p>
          <a:p>
            <a:endParaRPr/>
          </a:p>
          <a:p>
            <a:r>
              <a:t>• GHAS scans IaC for misconfigurations before deployment - Infrastructure-as-code can have security vulnerabilities just like application code. GHAS scans Terraform and Bicep for misconfigurations: overly permissive network rules, missing encryption, weak authentication requirements, and compliance violations. We'll demonstrate GHAS catching a network security group rule that allows internet access to the database tier - a critical misconfiguration. The workflow: Copilot generates IaC, GHAS validates security, humans review, Terraform deploys. Three-layer validation for infrastructure security.</a:t>
            </a:r>
          </a:p>
          <a:p>
            <a:endParaRPr/>
          </a:p>
          <a:p>
            <a:r>
              <a:t>PRO TIP: Zero-trust implementation is iterative. Don't try to implement everything at once. Start with network segmentation using Copilot-generated Terraform. Validate it works. Then add service mesh using Copilot-generated Istio configuration. Validate again. Then layer in compliance testing. This iterative approach prevents self-inflicted outages and builds confidence in your zero-trust implementation. I've worked with teams that implemented zero-trust in production with zero downtime using this phased approach. Copilot makes each phase faster because you're generating tested patterns, not inventing new ones.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Let's solidify the core concepts from this lesson before moving to automated testing in Lesson 3.</a:t>
            </a:r>
          </a:p>
          <a:p>
            <a:endParaRPr/>
          </a:p>
          <a:p>
            <a:r>
              <a:t>BULLETS:</a:t>
            </a:r>
          </a:p>
          <a:p>
            <a:endParaRPr/>
          </a:p>
          <a:p>
            <a:r>
              <a:t>• Copilot implements security patterns from cryptographic and compliance knowledge - GitHub Copilot isn't generic code generation. It's trained on security-focused implementations including cryptographic libraries, OAuth specifications, OWASP guidelines, NIST standards, and cloud security frameworks. When you prompt for authentication, you get OAuth 2.0 with PKCE. When you prompt for encryption, you get AES-256-GCM with proper IVs. When you prompt for infrastructure, you get zero-trust segmentation. The AI knows security patterns that most developers don't. Adventure Works reduced security vulnerabilities by 67% after adopting Copilot because the AI prevented insecure patterns from being written in the first place.</a:t>
            </a:r>
          </a:p>
          <a:p>
            <a:endParaRPr/>
          </a:p>
          <a:p>
            <a:r>
              <a:t>• GHAS validates outputs and enforces policies automatically - GitHub Advanced Security is Copilot's validation layer. CodeQL scans for vulnerabilities in generated code. Secret scanning prevents credential leaks. Dependency scanning identifies vulnerable libraries. Security policies block merges if standards aren't met. This is automated security review that scales. Contoso uses GHAS to enforce 15 security policies organization-wide. Developers code freely with Copilot. GHAS catches violations automatically. Security team reviews edge cases only. Result: 80% reduction in security review bottlenecks.</a:t>
            </a:r>
          </a:p>
          <a:p>
            <a:endParaRPr/>
          </a:p>
          <a:p>
            <a:r>
              <a:t>• Prompt quality determines implementation quality - be specific - Vague prompts produce basic code. Specific prompts produce hardened implementations. Compare: "Generate login endpoint" versus "Generate login endpoint with bcrypt password hashing, rate limiting at 5 attempts per minute, Redis-backed session storage with 30-minute expiration, and audit logging of failed attempts." The second prompt produces enterprise-grade authentication. We demonstrated this pattern throughout today's lesson: detailed prompts that specify security requirements produce implementations that pass security review. Save your best prompts. They're reusable infrastructure.</a:t>
            </a:r>
          </a:p>
          <a:p>
            <a:endParaRPr/>
          </a:p>
          <a:p>
            <a:r>
              <a:t>• The workflow is generate → validate → deploy with confidence - Traditional development: Write code, security review finds vulnerabilities, rewrite, repeat. With Copilot plus GHAS: Prompt detailed requirements, Copilot generates secure implementation, GHAS validates against policy, humans review architecture, deploy with confidence. This workflow inverts the security review process. Security validation happens during code generation, not after. Fabrikam reduced security review cycle time from 2 weeks to 2 hours using this approach. The key: Automate what can be automated (Copilot generation + GHAS validation), focus humans on what can't (threat modeling and architecture review).</a:t>
            </a:r>
          </a:p>
          <a:p>
            <a:endParaRPr/>
          </a:p>
          <a:p>
            <a:r>
              <a:t>PRO TIP: The security protocols we implemented today - authentication, encryption, API gateways, zero-trust - are foundational but not sufficient. In Lesson 3, we're moving to automated security testing: fuzzing, DAST, SAST, and continuous security validation in CI/CD pipelines. Today we built secure systems. Next lesson we prove they're secure through comprehensive automated testing. That's the complete picture: generate with Copilot, validate with GHAS, test comprehensively, deploy with confidence.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You now understand how GitHub Copilot and GitHub Advanced Security work together to implement secure systems. Time to practice these patterns in your own environment.</a:t>
            </a:r>
          </a:p>
          <a:p>
            <a:endParaRPr/>
          </a:p>
          <a:p>
            <a:r>
              <a:t>BULLETS:</a:t>
            </a:r>
          </a:p>
          <a:p>
            <a:endParaRPr/>
          </a:p>
          <a:p>
            <a:r>
              <a:t>• Practice: Use Copilot to implement authentication in your services - Start with authentication because it has highest impact. Use the detailed prompts from today's lesson to generate OAuth 2.0 or JWT-based authentication. Deploy it in a non-production environment. Test it thoroughly. Then graduate to encryption, API gateways, and zero-trust infrastructure. The pattern is: learn through implementation, validate with GHAS, iterate based on feedback. Don't wait for perfect understanding - start implementing today.</a:t>
            </a:r>
          </a:p>
          <a:p>
            <a:endParaRPr/>
          </a:p>
          <a:p>
            <a:r>
              <a:t>• Lesson 3: Automated security testing with Copilot - In our next lesson, we're validating everything we built today. We'll generate AI-assisted security unit tests that verify authentication works correctly, create fuzz testing harnesses that discover edge cases in our API gateways, automate DAST and SAST workflows that scan our infrastructure-as-code for vulnerabilities, and build continuous security validation pipelines that prevent regressions. Today we built secure systems. Lesson 3 we prove they're secure through comprehensive automated testing.</a:t>
            </a:r>
          </a:p>
          <a:p>
            <a:endParaRPr/>
          </a:p>
          <a:p>
            <a:r>
              <a:t>• Resources: timw.info/copilot-security - All Copilot prompts, code samples, infrastructure-as-code templates, and GHAS policy examples from today's lesson are available in the course repository. These aren't toy examples - they're production patterns used by enterprises. Clone the repository, adapt the prompts to your tech stack, generate your own secure implementations.</a:t>
            </a:r>
          </a:p>
          <a:p>
            <a:endParaRPr/>
          </a:p>
          <a:p>
            <a:r>
              <a:t>PRO TIP: The biggest mindset shift required for Copilot adoption: Stop thinking of security implementation as something you do manually after writing code. Start thinking of it as something that happens automatically during code generation. Copilot generates secure patterns. GHAS validates they meet policy. Your job shifts from writing security code to validating security architecture. This is force multiplication for security teams. I've seen 3-person security teams support 200-person engineering organizations using this approach. The automation isn't replacing security expertise - it's amplifying 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9" Type="http://schemas.openxmlformats.org/officeDocument/2006/relationships/image" Target="../media/image43.png"/><Relationship Id="rId21" Type="http://schemas.openxmlformats.org/officeDocument/2006/relationships/image" Target="../media/image25.png"/><Relationship Id="rId34" Type="http://schemas.openxmlformats.org/officeDocument/2006/relationships/image" Target="../media/image38.png"/><Relationship Id="rId42" Type="http://schemas.openxmlformats.org/officeDocument/2006/relationships/image" Target="../media/image46.png"/><Relationship Id="rId47" Type="http://schemas.openxmlformats.org/officeDocument/2006/relationships/image" Target="../media/image51.png"/><Relationship Id="rId50" Type="http://schemas.openxmlformats.org/officeDocument/2006/relationships/image" Target="../media/image54.png"/><Relationship Id="rId7" Type="http://schemas.openxmlformats.org/officeDocument/2006/relationships/image" Target="../media/image11.png"/><Relationship Id="rId2" Type="http://schemas.openxmlformats.org/officeDocument/2006/relationships/image" Target="../media/image6.png"/><Relationship Id="rId16" Type="http://schemas.openxmlformats.org/officeDocument/2006/relationships/image" Target="../media/image20.png"/><Relationship Id="rId29" Type="http://schemas.openxmlformats.org/officeDocument/2006/relationships/image" Target="../media/image33.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37" Type="http://schemas.openxmlformats.org/officeDocument/2006/relationships/image" Target="../media/image41.png"/><Relationship Id="rId40" Type="http://schemas.openxmlformats.org/officeDocument/2006/relationships/image" Target="../media/image44.png"/><Relationship Id="rId45" Type="http://schemas.openxmlformats.org/officeDocument/2006/relationships/image" Target="../media/image49.png"/><Relationship Id="rId53" Type="http://schemas.openxmlformats.org/officeDocument/2006/relationships/image" Target="../media/image3.svg"/><Relationship Id="rId5" Type="http://schemas.openxmlformats.org/officeDocument/2006/relationships/image" Target="../media/image9.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4" Type="http://schemas.openxmlformats.org/officeDocument/2006/relationships/image" Target="../media/image48.png"/><Relationship Id="rId52" Type="http://schemas.openxmlformats.org/officeDocument/2006/relationships/image" Target="../media/image1.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 Id="rId35" Type="http://schemas.openxmlformats.org/officeDocument/2006/relationships/image" Target="../media/image39.png"/><Relationship Id="rId43" Type="http://schemas.openxmlformats.org/officeDocument/2006/relationships/image" Target="../media/image47.png"/><Relationship Id="rId48" Type="http://schemas.openxmlformats.org/officeDocument/2006/relationships/image" Target="../media/image52.png"/><Relationship Id="rId8" Type="http://schemas.openxmlformats.org/officeDocument/2006/relationships/image" Target="../media/image12.png"/><Relationship Id="rId51" Type="http://schemas.openxmlformats.org/officeDocument/2006/relationships/image" Target="../media/image55.png"/><Relationship Id="rId3" Type="http://schemas.openxmlformats.org/officeDocument/2006/relationships/image" Target="../media/image7.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33" Type="http://schemas.openxmlformats.org/officeDocument/2006/relationships/image" Target="../media/image37.png"/><Relationship Id="rId38" Type="http://schemas.openxmlformats.org/officeDocument/2006/relationships/image" Target="../media/image42.png"/><Relationship Id="rId46" Type="http://schemas.openxmlformats.org/officeDocument/2006/relationships/image" Target="../media/image50.png"/><Relationship Id="rId20" Type="http://schemas.openxmlformats.org/officeDocument/2006/relationships/image" Target="../media/image24.png"/><Relationship Id="rId41" Type="http://schemas.openxmlformats.org/officeDocument/2006/relationships/image" Target="../media/image45.png"/><Relationship Id="rId1" Type="http://schemas.openxmlformats.org/officeDocument/2006/relationships/slideMaster" Target="../slideMasters/slideMaster1.xml"/><Relationship Id="rId6" Type="http://schemas.openxmlformats.org/officeDocument/2006/relationships/image" Target="../media/image10.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36" Type="http://schemas.openxmlformats.org/officeDocument/2006/relationships/image" Target="../media/image40.png"/><Relationship Id="rId49" Type="http://schemas.openxmlformats.org/officeDocument/2006/relationships/image" Target="../media/image53.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svg"/><Relationship Id="rId18" Type="http://schemas.openxmlformats.org/officeDocument/2006/relationships/image" Target="../media/image72.png"/><Relationship Id="rId26" Type="http://schemas.openxmlformats.org/officeDocument/2006/relationships/image" Target="../media/image79.svg"/><Relationship Id="rId3" Type="http://schemas.openxmlformats.org/officeDocument/2006/relationships/image" Target="../media/image57.png"/><Relationship Id="rId21" Type="http://schemas.openxmlformats.org/officeDocument/2006/relationships/image" Target="../media/image75.sv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1.svg"/><Relationship Id="rId25" Type="http://schemas.openxmlformats.org/officeDocument/2006/relationships/image" Target="../media/image4.png"/><Relationship Id="rId2" Type="http://schemas.openxmlformats.org/officeDocument/2006/relationships/image" Target="../media/image56.jpeg"/><Relationship Id="rId16" Type="http://schemas.openxmlformats.org/officeDocument/2006/relationships/image" Target="../media/image70.png"/><Relationship Id="rId20" Type="http://schemas.openxmlformats.org/officeDocument/2006/relationships/image" Target="../media/image74.png"/><Relationship Id="rId1" Type="http://schemas.openxmlformats.org/officeDocument/2006/relationships/slideMaster" Target="../slideMasters/slideMaster1.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jpeg"/><Relationship Id="rId5" Type="http://schemas.openxmlformats.org/officeDocument/2006/relationships/image" Target="../media/image59.png"/><Relationship Id="rId15" Type="http://schemas.openxmlformats.org/officeDocument/2006/relationships/image" Target="../media/image69.svg"/><Relationship Id="rId23" Type="http://schemas.openxmlformats.org/officeDocument/2006/relationships/image" Target="../media/image77.png"/><Relationship Id="rId10" Type="http://schemas.openxmlformats.org/officeDocument/2006/relationships/image" Target="../media/image64.png"/><Relationship Id="rId19" Type="http://schemas.openxmlformats.org/officeDocument/2006/relationships/image" Target="../media/image73.sv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emf"/></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86.jpeg"/><Relationship Id="rId13" Type="http://schemas.openxmlformats.org/officeDocument/2006/relationships/image" Target="../media/image91.png"/><Relationship Id="rId18" Type="http://schemas.openxmlformats.org/officeDocument/2006/relationships/image" Target="../media/image1.png"/><Relationship Id="rId3" Type="http://schemas.openxmlformats.org/officeDocument/2006/relationships/image" Target="../media/image81.jpeg"/><Relationship Id="rId7" Type="http://schemas.openxmlformats.org/officeDocument/2006/relationships/image" Target="../media/image85.png"/><Relationship Id="rId12" Type="http://schemas.openxmlformats.org/officeDocument/2006/relationships/image" Target="../media/image90.jpeg"/><Relationship Id="rId17" Type="http://schemas.openxmlformats.org/officeDocument/2006/relationships/image" Target="../media/image95.png"/><Relationship Id="rId2" Type="http://schemas.openxmlformats.org/officeDocument/2006/relationships/image" Target="../media/image80.png"/><Relationship Id="rId16" Type="http://schemas.openxmlformats.org/officeDocument/2006/relationships/image" Target="../media/image94.png"/><Relationship Id="rId20" Type="http://schemas.openxmlformats.org/officeDocument/2006/relationships/image" Target="../media/image96.png"/><Relationship Id="rId1" Type="http://schemas.openxmlformats.org/officeDocument/2006/relationships/slideMaster" Target="../slideMasters/slideMaster1.xml"/><Relationship Id="rId6" Type="http://schemas.openxmlformats.org/officeDocument/2006/relationships/image" Target="../media/image84.png"/><Relationship Id="rId11" Type="http://schemas.openxmlformats.org/officeDocument/2006/relationships/image" Target="../media/image89.png"/><Relationship Id="rId5" Type="http://schemas.openxmlformats.org/officeDocument/2006/relationships/image" Target="../media/image83.png"/><Relationship Id="rId15" Type="http://schemas.openxmlformats.org/officeDocument/2006/relationships/image" Target="../media/image93.png"/><Relationship Id="rId10" Type="http://schemas.openxmlformats.org/officeDocument/2006/relationships/image" Target="../media/image88.png"/><Relationship Id="rId19" Type="http://schemas.openxmlformats.org/officeDocument/2006/relationships/image" Target="../media/image3.svg"/><Relationship Id="rId4" Type="http://schemas.openxmlformats.org/officeDocument/2006/relationships/image" Target="../media/image82.png"/><Relationship Id="rId9" Type="http://schemas.openxmlformats.org/officeDocument/2006/relationships/image" Target="../media/image87.png"/><Relationship Id="rId14" Type="http://schemas.openxmlformats.org/officeDocument/2006/relationships/image" Target="../media/image9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97.pn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1.png"/><Relationship Id="rId4" Type="http://schemas.openxmlformats.org/officeDocument/2006/relationships/chart" Target="../charts/chart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3" Type="http://schemas.openxmlformats.org/officeDocument/2006/relationships/image" Target="../media/image106.png"/><Relationship Id="rId18" Type="http://schemas.openxmlformats.org/officeDocument/2006/relationships/image" Target="../media/image111.png"/><Relationship Id="rId26" Type="http://schemas.openxmlformats.org/officeDocument/2006/relationships/image" Target="../media/image119.png"/><Relationship Id="rId39" Type="http://schemas.openxmlformats.org/officeDocument/2006/relationships/image" Target="../media/image132.png"/><Relationship Id="rId21" Type="http://schemas.openxmlformats.org/officeDocument/2006/relationships/image" Target="../media/image114.png"/><Relationship Id="rId34" Type="http://schemas.openxmlformats.org/officeDocument/2006/relationships/image" Target="../media/image127.png"/><Relationship Id="rId42" Type="http://schemas.openxmlformats.org/officeDocument/2006/relationships/image" Target="../media/image135.png"/><Relationship Id="rId47" Type="http://schemas.openxmlformats.org/officeDocument/2006/relationships/image" Target="../media/image140.png"/><Relationship Id="rId50" Type="http://schemas.openxmlformats.org/officeDocument/2006/relationships/image" Target="../media/image143.png"/><Relationship Id="rId7" Type="http://schemas.openxmlformats.org/officeDocument/2006/relationships/image" Target="../media/image100.png"/><Relationship Id="rId2" Type="http://schemas.openxmlformats.org/officeDocument/2006/relationships/image" Target="../media/image6.png"/><Relationship Id="rId16" Type="http://schemas.openxmlformats.org/officeDocument/2006/relationships/image" Target="../media/image109.png"/><Relationship Id="rId29" Type="http://schemas.openxmlformats.org/officeDocument/2006/relationships/image" Target="../media/image122.png"/><Relationship Id="rId11" Type="http://schemas.openxmlformats.org/officeDocument/2006/relationships/image" Target="../media/image104.png"/><Relationship Id="rId24" Type="http://schemas.openxmlformats.org/officeDocument/2006/relationships/image" Target="../media/image117.png"/><Relationship Id="rId32" Type="http://schemas.openxmlformats.org/officeDocument/2006/relationships/image" Target="../media/image125.png"/><Relationship Id="rId37" Type="http://schemas.openxmlformats.org/officeDocument/2006/relationships/image" Target="../media/image130.png"/><Relationship Id="rId40" Type="http://schemas.openxmlformats.org/officeDocument/2006/relationships/image" Target="../media/image133.png"/><Relationship Id="rId45" Type="http://schemas.openxmlformats.org/officeDocument/2006/relationships/image" Target="../media/image138.png"/><Relationship Id="rId53" Type="http://schemas.openxmlformats.org/officeDocument/2006/relationships/image" Target="../media/image3.svg"/><Relationship Id="rId5" Type="http://schemas.openxmlformats.org/officeDocument/2006/relationships/image" Target="../media/image98.png"/><Relationship Id="rId10" Type="http://schemas.openxmlformats.org/officeDocument/2006/relationships/image" Target="../media/image103.png"/><Relationship Id="rId19" Type="http://schemas.openxmlformats.org/officeDocument/2006/relationships/image" Target="../media/image112.png"/><Relationship Id="rId31" Type="http://schemas.openxmlformats.org/officeDocument/2006/relationships/image" Target="../media/image124.png"/><Relationship Id="rId44" Type="http://schemas.openxmlformats.org/officeDocument/2006/relationships/image" Target="../media/image137.png"/><Relationship Id="rId52" Type="http://schemas.openxmlformats.org/officeDocument/2006/relationships/image" Target="../media/image1.png"/><Relationship Id="rId4" Type="http://schemas.openxmlformats.org/officeDocument/2006/relationships/image" Target="../media/image8.png"/><Relationship Id="rId9" Type="http://schemas.openxmlformats.org/officeDocument/2006/relationships/image" Target="../media/image102.png"/><Relationship Id="rId14" Type="http://schemas.openxmlformats.org/officeDocument/2006/relationships/image" Target="../media/image107.png"/><Relationship Id="rId22" Type="http://schemas.openxmlformats.org/officeDocument/2006/relationships/image" Target="../media/image115.png"/><Relationship Id="rId27" Type="http://schemas.openxmlformats.org/officeDocument/2006/relationships/image" Target="../media/image120.png"/><Relationship Id="rId30" Type="http://schemas.openxmlformats.org/officeDocument/2006/relationships/image" Target="../media/image123.png"/><Relationship Id="rId35" Type="http://schemas.openxmlformats.org/officeDocument/2006/relationships/image" Target="../media/image128.png"/><Relationship Id="rId43" Type="http://schemas.openxmlformats.org/officeDocument/2006/relationships/image" Target="../media/image136.png"/><Relationship Id="rId48" Type="http://schemas.openxmlformats.org/officeDocument/2006/relationships/image" Target="../media/image141.png"/><Relationship Id="rId8" Type="http://schemas.openxmlformats.org/officeDocument/2006/relationships/image" Target="../media/image101.png"/><Relationship Id="rId51" Type="http://schemas.openxmlformats.org/officeDocument/2006/relationships/image" Target="../media/image144.png"/><Relationship Id="rId3" Type="http://schemas.openxmlformats.org/officeDocument/2006/relationships/image" Target="../media/image7.png"/><Relationship Id="rId12" Type="http://schemas.openxmlformats.org/officeDocument/2006/relationships/image" Target="../media/image105.png"/><Relationship Id="rId17" Type="http://schemas.openxmlformats.org/officeDocument/2006/relationships/image" Target="../media/image110.png"/><Relationship Id="rId25" Type="http://schemas.openxmlformats.org/officeDocument/2006/relationships/image" Target="../media/image118.png"/><Relationship Id="rId33" Type="http://schemas.openxmlformats.org/officeDocument/2006/relationships/image" Target="../media/image126.png"/><Relationship Id="rId38" Type="http://schemas.openxmlformats.org/officeDocument/2006/relationships/image" Target="../media/image131.png"/><Relationship Id="rId46" Type="http://schemas.openxmlformats.org/officeDocument/2006/relationships/image" Target="../media/image139.png"/><Relationship Id="rId20" Type="http://schemas.openxmlformats.org/officeDocument/2006/relationships/image" Target="../media/image113.png"/><Relationship Id="rId41" Type="http://schemas.openxmlformats.org/officeDocument/2006/relationships/image" Target="../media/image134.png"/><Relationship Id="rId1" Type="http://schemas.openxmlformats.org/officeDocument/2006/relationships/slideMaster" Target="../slideMasters/slideMaster1.xml"/><Relationship Id="rId6" Type="http://schemas.openxmlformats.org/officeDocument/2006/relationships/image" Target="../media/image99.png"/><Relationship Id="rId15" Type="http://schemas.openxmlformats.org/officeDocument/2006/relationships/image" Target="../media/image108.png"/><Relationship Id="rId23" Type="http://schemas.openxmlformats.org/officeDocument/2006/relationships/image" Target="../media/image116.png"/><Relationship Id="rId28" Type="http://schemas.openxmlformats.org/officeDocument/2006/relationships/image" Target="../media/image121.png"/><Relationship Id="rId36" Type="http://schemas.openxmlformats.org/officeDocument/2006/relationships/image" Target="../media/image129.png"/><Relationship Id="rId49" Type="http://schemas.openxmlformats.org/officeDocument/2006/relationships/image" Target="../media/image142.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5.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6.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Line Waves">
    <p:bg bwMode="ltGray">
      <p:bgPr>
        <a:solidFill>
          <a:srgbClr val="EDECF6"/>
        </a:solidFill>
        <a:effectLst/>
      </p:bgPr>
    </p:bg>
    <p:spTree>
      <p:nvGrpSpPr>
        <p:cNvPr id="1" name=""/>
        <p:cNvGrpSpPr/>
        <p:nvPr/>
      </p:nvGrpSpPr>
      <p:grpSpPr>
        <a:xfrm>
          <a:off x="0" y="0"/>
          <a:ext cx="0" cy="0"/>
          <a:chOff x="0" y="0"/>
          <a:chExt cx="0" cy="0"/>
        </a:xfrm>
      </p:grpSpPr>
      <p:pic>
        <p:nvPicPr>
          <p:cNvPr id="5" name="Pearson Logo" descr="Pearson Logo">
            <a:extLst>
              <a:ext uri="{FF2B5EF4-FFF2-40B4-BE49-F238E27FC236}">
                <a16:creationId xmlns:a16="http://schemas.microsoft.com/office/drawing/2014/main" id="{CB63E741-46AA-21B9-89A4-C1DB8D7D3A36}"/>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44512" y="552450"/>
            <a:ext cx="2276856" cy="455371"/>
          </a:xfrm>
          <a:prstGeom prst="rect">
            <a:avLst/>
          </a:prstGeom>
        </p:spPr>
      </p:pic>
      <p:sp>
        <p:nvSpPr>
          <p:cNvPr id="2" name="Title">
            <a:extLst>
              <a:ext uri="{FF2B5EF4-FFF2-40B4-BE49-F238E27FC236}">
                <a16:creationId xmlns:a16="http://schemas.microsoft.com/office/drawing/2014/main" id="{2F08166A-83F0-2554-8E7D-B4BAD344F028}"/>
              </a:ext>
            </a:extLst>
          </p:cNvPr>
          <p:cNvSpPr>
            <a:spLocks noGrp="1"/>
          </p:cNvSpPr>
          <p:nvPr>
            <p:ph type="ctrTitle" hasCustomPrompt="1"/>
          </p:nvPr>
        </p:nvSpPr>
        <p:spPr>
          <a:xfrm>
            <a:off x="542924" y="1646237"/>
            <a:ext cx="6419088" cy="3187020"/>
          </a:xfrm>
        </p:spPr>
        <p:txBody>
          <a:bodyPr anchor="b"/>
          <a:lstStyle>
            <a:lvl1pPr algn="l">
              <a:defRPr sz="6000" b="1">
                <a:solidFill>
                  <a:schemeClr val="tx2"/>
                </a:solidFill>
                <a:latin typeface="+mj-lt"/>
                <a:cs typeface="Segoe UI" panose="020B0502040204020203" pitchFamily="34" charset="0"/>
              </a:defRPr>
            </a:lvl1pPr>
          </a:lstStyle>
          <a:p>
            <a:r>
              <a:rPr lang="en-US" noProof="0" dirty="0"/>
              <a:t>Place title here, maximum three lines lorem</a:t>
            </a:r>
          </a:p>
        </p:txBody>
      </p:sp>
      <p:sp>
        <p:nvSpPr>
          <p:cNvPr id="3" name="Subtitle">
            <a:extLst>
              <a:ext uri="{FF2B5EF4-FFF2-40B4-BE49-F238E27FC236}">
                <a16:creationId xmlns:a16="http://schemas.microsoft.com/office/drawing/2014/main" id="{8879E363-BBA4-E8FB-32B0-B30CAED83B60}"/>
              </a:ext>
            </a:extLst>
          </p:cNvPr>
          <p:cNvSpPr>
            <a:spLocks noGrp="1"/>
          </p:cNvSpPr>
          <p:nvPr>
            <p:ph type="subTitle" idx="1" hasCustomPrompt="1"/>
          </p:nvPr>
        </p:nvSpPr>
        <p:spPr>
          <a:xfrm>
            <a:off x="542926" y="5212670"/>
            <a:ext cx="5484812" cy="1097643"/>
          </a:xfrm>
        </p:spPr>
        <p:txBody>
          <a:bodyPr anchor="b">
            <a:normAutofit/>
          </a:bodyPr>
          <a:lstStyle>
            <a:lvl1pPr marL="0" indent="0" algn="l">
              <a:spcBef>
                <a:spcPts val="0"/>
              </a:spcBef>
              <a:buNone/>
              <a:defRPr sz="160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Place subtitle here</a:t>
            </a:r>
          </a:p>
        </p:txBody>
      </p:sp>
      <p:sp>
        <p:nvSpPr>
          <p:cNvPr id="12" name="Line Waves">
            <a:extLst>
              <a:ext uri="{FF2B5EF4-FFF2-40B4-BE49-F238E27FC236}">
                <a16:creationId xmlns:a16="http://schemas.microsoft.com/office/drawing/2014/main" id="{746E730C-477F-32ED-1626-4955ADB4B11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7480300" y="0"/>
            <a:ext cx="4711700" cy="6858000"/>
          </a:xfrm>
          <a:custGeom>
            <a:avLst/>
            <a:gdLst>
              <a:gd name="connsiteX0" fmla="*/ 4711700 w 4711700"/>
              <a:gd name="connsiteY0" fmla="*/ 5325905 h 6858000"/>
              <a:gd name="connsiteX1" fmla="*/ 4711700 w 4711700"/>
              <a:gd name="connsiteY1" fmla="*/ 5391006 h 6858000"/>
              <a:gd name="connsiteX2" fmla="*/ 4704808 w 4711700"/>
              <a:gd name="connsiteY2" fmla="*/ 5399555 h 6858000"/>
              <a:gd name="connsiteX3" fmla="*/ 3764472 w 4711700"/>
              <a:gd name="connsiteY3" fmla="*/ 6295965 h 6858000"/>
              <a:gd name="connsiteX4" fmla="*/ 3603154 w 4711700"/>
              <a:gd name="connsiteY4" fmla="*/ 6417638 h 6858000"/>
              <a:gd name="connsiteX5" fmla="*/ 3600368 w 4711700"/>
              <a:gd name="connsiteY5" fmla="*/ 6419017 h 6858000"/>
              <a:gd name="connsiteX6" fmla="*/ 3600368 w 4711700"/>
              <a:gd name="connsiteY6" fmla="*/ 6419739 h 6858000"/>
              <a:gd name="connsiteX7" fmla="*/ 3603154 w 4711700"/>
              <a:gd name="connsiteY7" fmla="*/ 6417638 h 6858000"/>
              <a:gd name="connsiteX8" fmla="*/ 3668908 w 4711700"/>
              <a:gd name="connsiteY8" fmla="*/ 6385071 h 6858000"/>
              <a:gd name="connsiteX9" fmla="*/ 4340008 w 4711700"/>
              <a:gd name="connsiteY9" fmla="*/ 6010591 h 6858000"/>
              <a:gd name="connsiteX10" fmla="*/ 4647319 w 4711700"/>
              <a:gd name="connsiteY10" fmla="*/ 5803944 h 6858000"/>
              <a:gd name="connsiteX11" fmla="*/ 4711700 w 4711700"/>
              <a:gd name="connsiteY11" fmla="*/ 5756906 h 6858000"/>
              <a:gd name="connsiteX12" fmla="*/ 4711700 w 4711700"/>
              <a:gd name="connsiteY12" fmla="*/ 5800336 h 6858000"/>
              <a:gd name="connsiteX13" fmla="*/ 4528344 w 4711700"/>
              <a:gd name="connsiteY13" fmla="*/ 5929051 h 6858000"/>
              <a:gd name="connsiteX14" fmla="*/ 4528344 w 4711700"/>
              <a:gd name="connsiteY14" fmla="*/ 5929773 h 6858000"/>
              <a:gd name="connsiteX15" fmla="*/ 4694552 w 4711700"/>
              <a:gd name="connsiteY15" fmla="*/ 5852144 h 6858000"/>
              <a:gd name="connsiteX16" fmla="*/ 4711700 w 4711700"/>
              <a:gd name="connsiteY16" fmla="*/ 5843682 h 6858000"/>
              <a:gd name="connsiteX17" fmla="*/ 4711700 w 4711700"/>
              <a:gd name="connsiteY17" fmla="*/ 5882657 h 6858000"/>
              <a:gd name="connsiteX18" fmla="*/ 4619018 w 4711700"/>
              <a:gd name="connsiteY18" fmla="*/ 5927033 h 6858000"/>
              <a:gd name="connsiteX19" fmla="*/ 4354438 w 4711700"/>
              <a:gd name="connsiteY19" fmla="*/ 6043063 h 6858000"/>
              <a:gd name="connsiteX20" fmla="*/ 3476974 w 4711700"/>
              <a:gd name="connsiteY20" fmla="*/ 6507053 h 6858000"/>
              <a:gd name="connsiteX21" fmla="*/ 2969779 w 4711700"/>
              <a:gd name="connsiteY21" fmla="*/ 6818062 h 6858000"/>
              <a:gd name="connsiteX22" fmla="*/ 2888238 w 4711700"/>
              <a:gd name="connsiteY22" fmla="*/ 6858000 h 6858000"/>
              <a:gd name="connsiteX23" fmla="*/ 2794044 w 4711700"/>
              <a:gd name="connsiteY23" fmla="*/ 6858000 h 6858000"/>
              <a:gd name="connsiteX24" fmla="*/ 2799890 w 4711700"/>
              <a:gd name="connsiteY24" fmla="*/ 6855274 h 6858000"/>
              <a:gd name="connsiteX25" fmla="*/ 3448830 w 4711700"/>
              <a:gd name="connsiteY25" fmla="*/ 6478909 h 6858000"/>
              <a:gd name="connsiteX26" fmla="*/ 4214448 w 4711700"/>
              <a:gd name="connsiteY26" fmla="*/ 5856891 h 6858000"/>
              <a:gd name="connsiteX27" fmla="*/ 4677851 w 4711700"/>
              <a:gd name="connsiteY27" fmla="*/ 5369022 h 6858000"/>
              <a:gd name="connsiteX28" fmla="*/ 4711700 w 4711700"/>
              <a:gd name="connsiteY28" fmla="*/ 3484095 h 6858000"/>
              <a:gd name="connsiteX29" fmla="*/ 4711700 w 4711700"/>
              <a:gd name="connsiteY29" fmla="*/ 3816054 h 6858000"/>
              <a:gd name="connsiteX30" fmla="*/ 4704243 w 4711700"/>
              <a:gd name="connsiteY30" fmla="*/ 3873577 h 6858000"/>
              <a:gd name="connsiteX31" fmla="*/ 2895380 w 4711700"/>
              <a:gd name="connsiteY31" fmla="*/ 6750399 h 6858000"/>
              <a:gd name="connsiteX32" fmla="*/ 2764462 w 4711700"/>
              <a:gd name="connsiteY32" fmla="*/ 6858000 h 6858000"/>
              <a:gd name="connsiteX33" fmla="*/ 2706432 w 4711700"/>
              <a:gd name="connsiteY33" fmla="*/ 6858000 h 6858000"/>
              <a:gd name="connsiteX34" fmla="*/ 2799171 w 4711700"/>
              <a:gd name="connsiteY34" fmla="*/ 6785323 h 6858000"/>
              <a:gd name="connsiteX35" fmla="*/ 3463984 w 4711700"/>
              <a:gd name="connsiteY35" fmla="*/ 6149860 h 6858000"/>
              <a:gd name="connsiteX36" fmla="*/ 4703886 w 4711700"/>
              <a:gd name="connsiteY36" fmla="*/ 3605161 h 6858000"/>
              <a:gd name="connsiteX37" fmla="*/ 3143957 w 4711700"/>
              <a:gd name="connsiteY37" fmla="*/ 0 h 6858000"/>
              <a:gd name="connsiteX38" fmla="*/ 3216472 w 4711700"/>
              <a:gd name="connsiteY38" fmla="*/ 0 h 6858000"/>
              <a:gd name="connsiteX39" fmla="*/ 3302324 w 4711700"/>
              <a:gd name="connsiteY39" fmla="*/ 53380 h 6858000"/>
              <a:gd name="connsiteX40" fmla="*/ 3440172 w 4711700"/>
              <a:gd name="connsiteY40" fmla="*/ 144706 h 6858000"/>
              <a:gd name="connsiteX41" fmla="*/ 4297432 w 4711700"/>
              <a:gd name="connsiteY41" fmla="*/ 584160 h 6858000"/>
              <a:gd name="connsiteX42" fmla="*/ 4557817 w 4711700"/>
              <a:gd name="connsiteY42" fmla="*/ 694858 h 6858000"/>
              <a:gd name="connsiteX43" fmla="*/ 4711700 w 4711700"/>
              <a:gd name="connsiteY43" fmla="*/ 767035 h 6858000"/>
              <a:gd name="connsiteX44" fmla="*/ 4711700 w 4711700"/>
              <a:gd name="connsiteY44" fmla="*/ 809707 h 6858000"/>
              <a:gd name="connsiteX45" fmla="*/ 4632122 w 4711700"/>
              <a:gd name="connsiteY45" fmla="*/ 770846 h 6858000"/>
              <a:gd name="connsiteX46" fmla="*/ 4470617 w 4711700"/>
              <a:gd name="connsiteY46" fmla="*/ 696730 h 6858000"/>
              <a:gd name="connsiteX47" fmla="*/ 4711700 w 4711700"/>
              <a:gd name="connsiteY47" fmla="*/ 863065 h 6858000"/>
              <a:gd name="connsiteX48" fmla="*/ 4711700 w 4711700"/>
              <a:gd name="connsiteY48" fmla="*/ 914720 h 6858000"/>
              <a:gd name="connsiteX49" fmla="*/ 4603048 w 4711700"/>
              <a:gd name="connsiteY49" fmla="*/ 839922 h 6858000"/>
              <a:gd name="connsiteX50" fmla="*/ 4142288 w 4711700"/>
              <a:gd name="connsiteY50" fmla="*/ 535814 h 6858000"/>
              <a:gd name="connsiteX51" fmla="*/ 4152390 w 4711700"/>
              <a:gd name="connsiteY51" fmla="*/ 537257 h 6858000"/>
              <a:gd name="connsiteX52" fmla="*/ 3551298 w 4711700"/>
              <a:gd name="connsiteY52" fmla="*/ 223360 h 6858000"/>
              <a:gd name="connsiteX53" fmla="*/ 4574496 w 4711700"/>
              <a:gd name="connsiteY53" fmla="*/ 1136433 h 6858000"/>
              <a:gd name="connsiteX54" fmla="*/ 4711700 w 4711700"/>
              <a:gd name="connsiteY54" fmla="*/ 1295940 h 6858000"/>
              <a:gd name="connsiteX55" fmla="*/ 4711700 w 4711700"/>
              <a:gd name="connsiteY55" fmla="*/ 1350804 h 6858000"/>
              <a:gd name="connsiteX56" fmla="*/ 4677851 w 4711700"/>
              <a:gd name="connsiteY56" fmla="*/ 1307689 h 6858000"/>
              <a:gd name="connsiteX57" fmla="*/ 4214448 w 4711700"/>
              <a:gd name="connsiteY57" fmla="*/ 820124 h 6858000"/>
              <a:gd name="connsiteX58" fmla="*/ 3417081 w 4711700"/>
              <a:gd name="connsiteY58" fmla="*/ 176457 h 6858000"/>
              <a:gd name="connsiteX59" fmla="*/ 3400484 w 4711700"/>
              <a:gd name="connsiteY59" fmla="*/ 173571 h 6858000"/>
              <a:gd name="connsiteX60" fmla="*/ 3400484 w 4711700"/>
              <a:gd name="connsiteY60" fmla="*/ 164911 h 6858000"/>
              <a:gd name="connsiteX61" fmla="*/ 3176517 w 4711700"/>
              <a:gd name="connsiteY61" fmla="*/ 19441 h 6858000"/>
              <a:gd name="connsiteX62" fmla="*/ 2910585 w 4711700"/>
              <a:gd name="connsiteY62" fmla="*/ 0 h 6858000"/>
              <a:gd name="connsiteX63" fmla="*/ 2962842 w 4711700"/>
              <a:gd name="connsiteY63" fmla="*/ 0 h 6858000"/>
              <a:gd name="connsiteX64" fmla="*/ 3038063 w 4711700"/>
              <a:gd name="connsiteY64" fmla="*/ 65828 h 6858000"/>
              <a:gd name="connsiteX65" fmla="*/ 4709840 w 4711700"/>
              <a:gd name="connsiteY65" fmla="*/ 2847195 h 6858000"/>
              <a:gd name="connsiteX66" fmla="*/ 4711700 w 4711700"/>
              <a:gd name="connsiteY66" fmla="*/ 2862365 h 6858000"/>
              <a:gd name="connsiteX67" fmla="*/ 4711700 w 4711700"/>
              <a:gd name="connsiteY67" fmla="*/ 3205908 h 6858000"/>
              <a:gd name="connsiteX68" fmla="*/ 4703886 w 4711700"/>
              <a:gd name="connsiteY68" fmla="*/ 3084842 h 6858000"/>
              <a:gd name="connsiteX69" fmla="*/ 3463984 w 4711700"/>
              <a:gd name="connsiteY69" fmla="*/ 540143 h 6858000"/>
              <a:gd name="connsiteX70" fmla="*/ 2967201 w 4711700"/>
              <a:gd name="connsiteY70" fmla="*/ 48497 h 6858000"/>
              <a:gd name="connsiteX71" fmla="*/ 2496042 w 4711700"/>
              <a:gd name="connsiteY71" fmla="*/ 0 h 6858000"/>
              <a:gd name="connsiteX72" fmla="*/ 2544370 w 4711700"/>
              <a:gd name="connsiteY72" fmla="*/ 0 h 6858000"/>
              <a:gd name="connsiteX73" fmla="*/ 2573903 w 4711700"/>
              <a:gd name="connsiteY73" fmla="*/ 33389 h 6858000"/>
              <a:gd name="connsiteX74" fmla="*/ 2740220 w 4711700"/>
              <a:gd name="connsiteY74" fmla="*/ 237793 h 6858000"/>
              <a:gd name="connsiteX75" fmla="*/ 3920758 w 4711700"/>
              <a:gd name="connsiteY75" fmla="*/ 3351496 h 6858000"/>
              <a:gd name="connsiteX76" fmla="*/ 2740220 w 4711700"/>
              <a:gd name="connsiteY76" fmla="*/ 6465199 h 6858000"/>
              <a:gd name="connsiteX77" fmla="*/ 2739498 w 4711700"/>
              <a:gd name="connsiteY77" fmla="*/ 6464478 h 6858000"/>
              <a:gd name="connsiteX78" fmla="*/ 2542084 w 4711700"/>
              <a:gd name="connsiteY78" fmla="*/ 6705267 h 6858000"/>
              <a:gd name="connsiteX79" fmla="*/ 2403944 w 4711700"/>
              <a:gd name="connsiteY79" fmla="*/ 6858000 h 6858000"/>
              <a:gd name="connsiteX80" fmla="*/ 2355645 w 4711700"/>
              <a:gd name="connsiteY80" fmla="*/ 6858000 h 6858000"/>
              <a:gd name="connsiteX81" fmla="*/ 2501021 w 4711700"/>
              <a:gd name="connsiteY81" fmla="*/ 6698569 h 6858000"/>
              <a:gd name="connsiteX82" fmla="*/ 2711356 w 4711700"/>
              <a:gd name="connsiteY82" fmla="*/ 6442829 h 6858000"/>
              <a:gd name="connsiteX83" fmla="*/ 3883956 w 4711700"/>
              <a:gd name="connsiteY83" fmla="*/ 3351496 h 6858000"/>
              <a:gd name="connsiteX84" fmla="*/ 2711356 w 4711700"/>
              <a:gd name="connsiteY84" fmla="*/ 260163 h 6858000"/>
              <a:gd name="connsiteX85" fmla="*/ 2534598 w 4711700"/>
              <a:gd name="connsiteY85" fmla="*/ 43333 h 6858000"/>
              <a:gd name="connsiteX86" fmla="*/ 1972022 w 4711700"/>
              <a:gd name="connsiteY86" fmla="*/ 0 h 6858000"/>
              <a:gd name="connsiteX87" fmla="*/ 2015655 w 4711700"/>
              <a:gd name="connsiteY87" fmla="*/ 0 h 6858000"/>
              <a:gd name="connsiteX88" fmla="*/ 2069898 w 4711700"/>
              <a:gd name="connsiteY88" fmla="*/ 82322 h 6858000"/>
              <a:gd name="connsiteX89" fmla="*/ 3090198 w 4711700"/>
              <a:gd name="connsiteY89" fmla="*/ 3358712 h 6858000"/>
              <a:gd name="connsiteX90" fmla="*/ 3088754 w 4711700"/>
              <a:gd name="connsiteY90" fmla="*/ 3358712 h 6858000"/>
              <a:gd name="connsiteX91" fmla="*/ 1988314 w 4711700"/>
              <a:gd name="connsiteY91" fmla="*/ 6756726 h 6858000"/>
              <a:gd name="connsiteX92" fmla="*/ 1915649 w 4711700"/>
              <a:gd name="connsiteY92" fmla="*/ 6858000 h 6858000"/>
              <a:gd name="connsiteX93" fmla="*/ 1874011 w 4711700"/>
              <a:gd name="connsiteY93" fmla="*/ 6858000 h 6858000"/>
              <a:gd name="connsiteX94" fmla="*/ 1958728 w 4711700"/>
              <a:gd name="connsiteY94" fmla="*/ 6736521 h 6858000"/>
              <a:gd name="connsiteX95" fmla="*/ 3053395 w 4711700"/>
              <a:gd name="connsiteY95" fmla="*/ 3358712 h 6858000"/>
              <a:gd name="connsiteX96" fmla="*/ 2039042 w 4711700"/>
              <a:gd name="connsiteY96" fmla="*/ 101809 h 6858000"/>
              <a:gd name="connsiteX97" fmla="*/ 1372759 w 4711700"/>
              <a:gd name="connsiteY97" fmla="*/ 0 h 6858000"/>
              <a:gd name="connsiteX98" fmla="*/ 1411030 w 4711700"/>
              <a:gd name="connsiteY98" fmla="*/ 0 h 6858000"/>
              <a:gd name="connsiteX99" fmla="*/ 1457169 w 4711700"/>
              <a:gd name="connsiteY99" fmla="*/ 87274 h 6858000"/>
              <a:gd name="connsiteX100" fmla="*/ 2260356 w 4711700"/>
              <a:gd name="connsiteY100" fmla="*/ 3365206 h 6858000"/>
              <a:gd name="connsiteX101" fmla="*/ 1417780 w 4711700"/>
              <a:gd name="connsiteY101" fmla="*/ 6715695 h 6858000"/>
              <a:gd name="connsiteX102" fmla="*/ 1341078 w 4711700"/>
              <a:gd name="connsiteY102" fmla="*/ 6858000 h 6858000"/>
              <a:gd name="connsiteX103" fmla="*/ 1303671 w 4711700"/>
              <a:gd name="connsiteY103" fmla="*/ 6858000 h 6858000"/>
              <a:gd name="connsiteX104" fmla="*/ 1380509 w 4711700"/>
              <a:gd name="connsiteY104" fmla="*/ 6714438 h 6858000"/>
              <a:gd name="connsiteX105" fmla="*/ 2224276 w 4711700"/>
              <a:gd name="connsiteY105" fmla="*/ 3365206 h 6858000"/>
              <a:gd name="connsiteX106" fmla="*/ 1419243 w 4711700"/>
              <a:gd name="connsiteY106" fmla="*/ 88531 h 6858000"/>
              <a:gd name="connsiteX107" fmla="*/ 723024 w 4711700"/>
              <a:gd name="connsiteY107" fmla="*/ 0 h 6858000"/>
              <a:gd name="connsiteX108" fmla="*/ 764516 w 4711700"/>
              <a:gd name="connsiteY108" fmla="*/ 0 h 6858000"/>
              <a:gd name="connsiteX109" fmla="*/ 830191 w 4711700"/>
              <a:gd name="connsiteY109" fmla="*/ 161235 h 6858000"/>
              <a:gd name="connsiteX110" fmla="*/ 1430516 w 4711700"/>
              <a:gd name="connsiteY110" fmla="*/ 3371700 h 6858000"/>
              <a:gd name="connsiteX111" fmla="*/ 724063 w 4711700"/>
              <a:gd name="connsiteY111" fmla="*/ 6835164 h 6858000"/>
              <a:gd name="connsiteX112" fmla="*/ 714043 w 4711700"/>
              <a:gd name="connsiteY112" fmla="*/ 6858000 h 6858000"/>
              <a:gd name="connsiteX113" fmla="*/ 672804 w 4711700"/>
              <a:gd name="connsiteY113" fmla="*/ 6858000 h 6858000"/>
              <a:gd name="connsiteX114" fmla="*/ 683248 w 4711700"/>
              <a:gd name="connsiteY114" fmla="*/ 6833990 h 6858000"/>
              <a:gd name="connsiteX115" fmla="*/ 1394436 w 4711700"/>
              <a:gd name="connsiteY115" fmla="*/ 3371700 h 6858000"/>
              <a:gd name="connsiteX116" fmla="*/ 789545 w 4711700"/>
              <a:gd name="connsiteY116" fmla="*/ 165091 h 6858000"/>
              <a:gd name="connsiteX117" fmla="*/ 34470 w 4711700"/>
              <a:gd name="connsiteY117" fmla="*/ 0 h 6858000"/>
              <a:gd name="connsiteX118" fmla="*/ 73778 w 4711700"/>
              <a:gd name="connsiteY118" fmla="*/ 0 h 6858000"/>
              <a:gd name="connsiteX119" fmla="*/ 79531 w 4711700"/>
              <a:gd name="connsiteY119" fmla="*/ 17015 h 6858000"/>
              <a:gd name="connsiteX120" fmla="*/ 600678 w 4711700"/>
              <a:gd name="connsiteY120" fmla="*/ 3378918 h 6858000"/>
              <a:gd name="connsiteX121" fmla="*/ 61608 w 4711700"/>
              <a:gd name="connsiteY121" fmla="*/ 6791700 h 6858000"/>
              <a:gd name="connsiteX122" fmla="*/ 38985 w 4711700"/>
              <a:gd name="connsiteY122" fmla="*/ 6858000 h 6858000"/>
              <a:gd name="connsiteX123" fmla="*/ 0 w 4711700"/>
              <a:gd name="connsiteY123" fmla="*/ 6858000 h 6858000"/>
              <a:gd name="connsiteX124" fmla="*/ 22908 w 4711700"/>
              <a:gd name="connsiteY124" fmla="*/ 6790607 h 6858000"/>
              <a:gd name="connsiteX125" fmla="*/ 564598 w 4711700"/>
              <a:gd name="connsiteY125" fmla="*/ 3378918 h 6858000"/>
              <a:gd name="connsiteX126" fmla="*/ 40563 w 4711700"/>
              <a:gd name="connsiteY126" fmla="*/ 181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4711700" h="6858000">
                <a:moveTo>
                  <a:pt x="4711700" y="5325905"/>
                </a:moveTo>
                <a:lnTo>
                  <a:pt x="4711700" y="5391006"/>
                </a:lnTo>
                <a:lnTo>
                  <a:pt x="4704808" y="5399555"/>
                </a:lnTo>
                <a:cubicBezTo>
                  <a:pt x="4409979" y="5749140"/>
                  <a:pt x="4076582" y="6052929"/>
                  <a:pt x="3764472" y="6295965"/>
                </a:cubicBezTo>
                <a:lnTo>
                  <a:pt x="3603154" y="6417638"/>
                </a:lnTo>
                <a:lnTo>
                  <a:pt x="3600368" y="6419017"/>
                </a:lnTo>
                <a:lnTo>
                  <a:pt x="3600368" y="6419739"/>
                </a:lnTo>
                <a:lnTo>
                  <a:pt x="3603154" y="6417638"/>
                </a:lnTo>
                <a:lnTo>
                  <a:pt x="3668908" y="6385071"/>
                </a:lnTo>
                <a:cubicBezTo>
                  <a:pt x="3859827" y="6284463"/>
                  <a:pt x="4244666" y="6049739"/>
                  <a:pt x="4340008" y="6010591"/>
                </a:cubicBezTo>
                <a:cubicBezTo>
                  <a:pt x="4439228" y="5947452"/>
                  <a:pt x="4542236" y="5878539"/>
                  <a:pt x="4647319" y="5803944"/>
                </a:cubicBezTo>
                <a:lnTo>
                  <a:pt x="4711700" y="5756906"/>
                </a:lnTo>
                <a:lnTo>
                  <a:pt x="4711700" y="5800336"/>
                </a:lnTo>
                <a:lnTo>
                  <a:pt x="4528344" y="5929051"/>
                </a:lnTo>
                <a:lnTo>
                  <a:pt x="4528344" y="5929773"/>
                </a:lnTo>
                <a:cubicBezTo>
                  <a:pt x="4579984" y="5906321"/>
                  <a:pt x="4635620" y="5880411"/>
                  <a:pt x="4694552" y="5852144"/>
                </a:cubicBezTo>
                <a:lnTo>
                  <a:pt x="4711700" y="5843682"/>
                </a:lnTo>
                <a:lnTo>
                  <a:pt x="4711700" y="5882657"/>
                </a:lnTo>
                <a:lnTo>
                  <a:pt x="4619018" y="5927033"/>
                </a:lnTo>
                <a:cubicBezTo>
                  <a:pt x="4517610" y="5974196"/>
                  <a:pt x="4428042" y="6013117"/>
                  <a:pt x="4354438" y="6043063"/>
                </a:cubicBezTo>
                <a:cubicBezTo>
                  <a:pt x="3968384" y="6288408"/>
                  <a:pt x="3632117" y="6455097"/>
                  <a:pt x="3476974" y="6507053"/>
                </a:cubicBezTo>
                <a:cubicBezTo>
                  <a:pt x="3284668" y="6640549"/>
                  <a:pt x="3110040" y="6745542"/>
                  <a:pt x="2969779" y="6818062"/>
                </a:cubicBezTo>
                <a:lnTo>
                  <a:pt x="2888238" y="6858000"/>
                </a:lnTo>
                <a:lnTo>
                  <a:pt x="2794044" y="6858000"/>
                </a:lnTo>
                <a:lnTo>
                  <a:pt x="2799890" y="6855274"/>
                </a:lnTo>
                <a:cubicBezTo>
                  <a:pt x="2996039" y="6758778"/>
                  <a:pt x="3429889" y="6484592"/>
                  <a:pt x="3448830" y="6478909"/>
                </a:cubicBezTo>
                <a:cubicBezTo>
                  <a:pt x="3688402" y="6312221"/>
                  <a:pt x="3954672" y="6101513"/>
                  <a:pt x="4214448" y="5856891"/>
                </a:cubicBezTo>
                <a:cubicBezTo>
                  <a:pt x="4365984" y="5713834"/>
                  <a:pt x="4524826" y="5550256"/>
                  <a:pt x="4677851" y="5369022"/>
                </a:cubicBezTo>
                <a:close/>
                <a:moveTo>
                  <a:pt x="4711700" y="3484095"/>
                </a:moveTo>
                <a:lnTo>
                  <a:pt x="4711700" y="3816054"/>
                </a:lnTo>
                <a:lnTo>
                  <a:pt x="4704243" y="3873577"/>
                </a:lnTo>
                <a:cubicBezTo>
                  <a:pt x="4496842" y="5083742"/>
                  <a:pt x="3621834" y="6130845"/>
                  <a:pt x="2895380" y="6750399"/>
                </a:cubicBezTo>
                <a:lnTo>
                  <a:pt x="2764462" y="6858000"/>
                </a:lnTo>
                <a:lnTo>
                  <a:pt x="2706432" y="6858000"/>
                </a:lnTo>
                <a:lnTo>
                  <a:pt x="2799171" y="6785323"/>
                </a:lnTo>
                <a:cubicBezTo>
                  <a:pt x="3012455" y="6609779"/>
                  <a:pt x="3241822" y="6395295"/>
                  <a:pt x="3463984" y="6149860"/>
                </a:cubicBezTo>
                <a:cubicBezTo>
                  <a:pt x="4368781" y="5150986"/>
                  <a:pt x="4648175" y="4249899"/>
                  <a:pt x="4703886" y="3605161"/>
                </a:cubicBezTo>
                <a:close/>
                <a:moveTo>
                  <a:pt x="3143957" y="0"/>
                </a:moveTo>
                <a:lnTo>
                  <a:pt x="3216472" y="0"/>
                </a:lnTo>
                <a:lnTo>
                  <a:pt x="3302324" y="53380"/>
                </a:lnTo>
                <a:cubicBezTo>
                  <a:pt x="3346962" y="82040"/>
                  <a:pt x="3392997" y="112505"/>
                  <a:pt x="3440172" y="144706"/>
                </a:cubicBezTo>
                <a:cubicBezTo>
                  <a:pt x="3567174" y="177900"/>
                  <a:pt x="3901996" y="336652"/>
                  <a:pt x="4297432" y="584160"/>
                </a:cubicBezTo>
                <a:cubicBezTo>
                  <a:pt x="4366345" y="610859"/>
                  <a:pt x="4454831" y="648067"/>
                  <a:pt x="4557817" y="694858"/>
                </a:cubicBezTo>
                <a:lnTo>
                  <a:pt x="4711700" y="767035"/>
                </a:lnTo>
                <a:lnTo>
                  <a:pt x="4711700" y="809707"/>
                </a:lnTo>
                <a:lnTo>
                  <a:pt x="4632122" y="770846"/>
                </a:lnTo>
                <a:cubicBezTo>
                  <a:pt x="4574313" y="743488"/>
                  <a:pt x="4520227" y="718739"/>
                  <a:pt x="4470617" y="696730"/>
                </a:cubicBezTo>
                <a:lnTo>
                  <a:pt x="4711700" y="863065"/>
                </a:lnTo>
                <a:lnTo>
                  <a:pt x="4711700" y="914720"/>
                </a:lnTo>
                <a:lnTo>
                  <a:pt x="4603048" y="839922"/>
                </a:lnTo>
                <a:cubicBezTo>
                  <a:pt x="4372862" y="683516"/>
                  <a:pt x="4142288" y="535814"/>
                  <a:pt x="4142288" y="535814"/>
                </a:cubicBezTo>
                <a:cubicBezTo>
                  <a:pt x="4144454" y="535814"/>
                  <a:pt x="4148783" y="537257"/>
                  <a:pt x="4152390" y="537257"/>
                </a:cubicBezTo>
                <a:cubicBezTo>
                  <a:pt x="3900553" y="386442"/>
                  <a:pt x="3687681" y="280367"/>
                  <a:pt x="3551298" y="223360"/>
                </a:cubicBezTo>
                <a:cubicBezTo>
                  <a:pt x="3876560" y="456076"/>
                  <a:pt x="4243223" y="768146"/>
                  <a:pt x="4574496" y="1136433"/>
                </a:cubicBezTo>
                <a:lnTo>
                  <a:pt x="4711700" y="1295940"/>
                </a:lnTo>
                <a:lnTo>
                  <a:pt x="4711700" y="1350804"/>
                </a:lnTo>
                <a:lnTo>
                  <a:pt x="4677851" y="1307689"/>
                </a:lnTo>
                <a:cubicBezTo>
                  <a:pt x="4524826" y="1126488"/>
                  <a:pt x="4365984" y="963001"/>
                  <a:pt x="4214448" y="820124"/>
                </a:cubicBezTo>
                <a:cubicBezTo>
                  <a:pt x="3943128" y="564677"/>
                  <a:pt x="3664590" y="346754"/>
                  <a:pt x="3417081" y="176457"/>
                </a:cubicBezTo>
                <a:cubicBezTo>
                  <a:pt x="3411308" y="175014"/>
                  <a:pt x="3404814" y="173571"/>
                  <a:pt x="3400484" y="173571"/>
                </a:cubicBezTo>
                <a:lnTo>
                  <a:pt x="3400484" y="164911"/>
                </a:lnTo>
                <a:cubicBezTo>
                  <a:pt x="3322010" y="111333"/>
                  <a:pt x="3246919" y="62715"/>
                  <a:pt x="3176517" y="19441"/>
                </a:cubicBezTo>
                <a:close/>
                <a:moveTo>
                  <a:pt x="2910585" y="0"/>
                </a:moveTo>
                <a:lnTo>
                  <a:pt x="2962842" y="0"/>
                </a:lnTo>
                <a:lnTo>
                  <a:pt x="3038063" y="65828"/>
                </a:lnTo>
                <a:cubicBezTo>
                  <a:pt x="3738411" y="701597"/>
                  <a:pt x="4524309" y="1702882"/>
                  <a:pt x="4709840" y="2847195"/>
                </a:cubicBezTo>
                <a:lnTo>
                  <a:pt x="4711700" y="2862365"/>
                </a:lnTo>
                <a:lnTo>
                  <a:pt x="4711700" y="3205908"/>
                </a:lnTo>
                <a:lnTo>
                  <a:pt x="4703886" y="3084842"/>
                </a:lnTo>
                <a:cubicBezTo>
                  <a:pt x="4648175" y="2440105"/>
                  <a:pt x="4368781" y="1539018"/>
                  <a:pt x="3463984" y="540143"/>
                </a:cubicBezTo>
                <a:cubicBezTo>
                  <a:pt x="3299189" y="358300"/>
                  <a:pt x="3130436" y="193302"/>
                  <a:pt x="2967201" y="48497"/>
                </a:cubicBezTo>
                <a:close/>
                <a:moveTo>
                  <a:pt x="2496042" y="0"/>
                </a:moveTo>
                <a:lnTo>
                  <a:pt x="2544370" y="0"/>
                </a:lnTo>
                <a:lnTo>
                  <a:pt x="2573903" y="33389"/>
                </a:lnTo>
                <a:cubicBezTo>
                  <a:pt x="2629815" y="99246"/>
                  <a:pt x="2685378" y="167437"/>
                  <a:pt x="2740220" y="237793"/>
                </a:cubicBezTo>
                <a:cubicBezTo>
                  <a:pt x="3181118" y="803527"/>
                  <a:pt x="3920758" y="1958809"/>
                  <a:pt x="3920758" y="3351496"/>
                </a:cubicBezTo>
                <a:cubicBezTo>
                  <a:pt x="3920758" y="4744184"/>
                  <a:pt x="3181118" y="5900187"/>
                  <a:pt x="2740220" y="6465199"/>
                </a:cubicBezTo>
                <a:lnTo>
                  <a:pt x="2739498" y="6464478"/>
                </a:lnTo>
                <a:cubicBezTo>
                  <a:pt x="2674554" y="6547823"/>
                  <a:pt x="2608528" y="6628191"/>
                  <a:pt x="2542084" y="6705267"/>
                </a:cubicBezTo>
                <a:lnTo>
                  <a:pt x="2403944" y="6858000"/>
                </a:lnTo>
                <a:lnTo>
                  <a:pt x="2355645" y="6858000"/>
                </a:lnTo>
                <a:lnTo>
                  <a:pt x="2501021" y="6698569"/>
                </a:lnTo>
                <a:cubicBezTo>
                  <a:pt x="2571050" y="6617772"/>
                  <a:pt x="2641361" y="6532488"/>
                  <a:pt x="2711356" y="6442829"/>
                </a:cubicBezTo>
                <a:cubicBezTo>
                  <a:pt x="3149368" y="5881426"/>
                  <a:pt x="3883956" y="4733359"/>
                  <a:pt x="3883956" y="3351496"/>
                </a:cubicBezTo>
                <a:cubicBezTo>
                  <a:pt x="3883956" y="1969633"/>
                  <a:pt x="3149368" y="821567"/>
                  <a:pt x="2711356" y="260163"/>
                </a:cubicBezTo>
                <a:cubicBezTo>
                  <a:pt x="2652546" y="184756"/>
                  <a:pt x="2593510" y="112460"/>
                  <a:pt x="2534598" y="43333"/>
                </a:cubicBezTo>
                <a:close/>
                <a:moveTo>
                  <a:pt x="1972022" y="0"/>
                </a:moveTo>
                <a:lnTo>
                  <a:pt x="2015655" y="0"/>
                </a:lnTo>
                <a:lnTo>
                  <a:pt x="2069898" y="82322"/>
                </a:lnTo>
                <a:cubicBezTo>
                  <a:pt x="2484518" y="727171"/>
                  <a:pt x="3090198" y="1916415"/>
                  <a:pt x="3090198" y="3358712"/>
                </a:cubicBezTo>
                <a:lnTo>
                  <a:pt x="3088754" y="3358712"/>
                </a:lnTo>
                <a:cubicBezTo>
                  <a:pt x="3088754" y="4897885"/>
                  <a:pt x="2399626" y="6148417"/>
                  <a:pt x="1988314" y="6756726"/>
                </a:cubicBezTo>
                <a:lnTo>
                  <a:pt x="1915649" y="6858000"/>
                </a:lnTo>
                <a:lnTo>
                  <a:pt x="1874011" y="6858000"/>
                </a:lnTo>
                <a:lnTo>
                  <a:pt x="1958728" y="6736521"/>
                </a:lnTo>
                <a:cubicBezTo>
                  <a:pt x="2367875" y="6131099"/>
                  <a:pt x="3053395" y="4887782"/>
                  <a:pt x="3053395" y="3358712"/>
                </a:cubicBezTo>
                <a:cubicBezTo>
                  <a:pt x="3053395" y="1925209"/>
                  <a:pt x="2450887" y="742857"/>
                  <a:pt x="2039042" y="101809"/>
                </a:cubicBezTo>
                <a:close/>
                <a:moveTo>
                  <a:pt x="1372759" y="0"/>
                </a:moveTo>
                <a:lnTo>
                  <a:pt x="1411030" y="0"/>
                </a:lnTo>
                <a:lnTo>
                  <a:pt x="1457169" y="87274"/>
                </a:lnTo>
                <a:cubicBezTo>
                  <a:pt x="1910702" y="977243"/>
                  <a:pt x="2260356" y="2097626"/>
                  <a:pt x="2260356" y="3365206"/>
                </a:cubicBezTo>
                <a:cubicBezTo>
                  <a:pt x="2260356" y="4632787"/>
                  <a:pt x="1890218" y="5805093"/>
                  <a:pt x="1417780" y="6715695"/>
                </a:cubicBezTo>
                <a:lnTo>
                  <a:pt x="1341078" y="6858000"/>
                </a:lnTo>
                <a:lnTo>
                  <a:pt x="1303671" y="6858000"/>
                </a:lnTo>
                <a:lnTo>
                  <a:pt x="1380509" y="6714438"/>
                </a:lnTo>
                <a:cubicBezTo>
                  <a:pt x="1852709" y="5796813"/>
                  <a:pt x="2224276" y="4600541"/>
                  <a:pt x="2224276" y="3365206"/>
                </a:cubicBezTo>
                <a:cubicBezTo>
                  <a:pt x="2224276" y="2129873"/>
                  <a:pt x="1872717" y="985525"/>
                  <a:pt x="1419243" y="88531"/>
                </a:cubicBezTo>
                <a:close/>
                <a:moveTo>
                  <a:pt x="723024" y="0"/>
                </a:moveTo>
                <a:lnTo>
                  <a:pt x="764516" y="0"/>
                </a:lnTo>
                <a:lnTo>
                  <a:pt x="830191" y="161235"/>
                </a:lnTo>
                <a:cubicBezTo>
                  <a:pt x="1130151" y="922906"/>
                  <a:pt x="1430516" y="2007876"/>
                  <a:pt x="1430516" y="3371700"/>
                </a:cubicBezTo>
                <a:cubicBezTo>
                  <a:pt x="1430516" y="4849176"/>
                  <a:pt x="1054662" y="6057981"/>
                  <a:pt x="724063" y="6835164"/>
                </a:cubicBezTo>
                <a:lnTo>
                  <a:pt x="714043" y="6858000"/>
                </a:lnTo>
                <a:lnTo>
                  <a:pt x="672804" y="6858000"/>
                </a:lnTo>
                <a:lnTo>
                  <a:pt x="683248" y="6833990"/>
                </a:lnTo>
                <a:cubicBezTo>
                  <a:pt x="1014294" y="6048087"/>
                  <a:pt x="1394436" y="4807549"/>
                  <a:pt x="1394436" y="3371700"/>
                </a:cubicBezTo>
                <a:cubicBezTo>
                  <a:pt x="1394436" y="2046302"/>
                  <a:pt x="1090418" y="937654"/>
                  <a:pt x="789545" y="165091"/>
                </a:cubicBezTo>
                <a:close/>
                <a:moveTo>
                  <a:pt x="34470" y="0"/>
                </a:moveTo>
                <a:lnTo>
                  <a:pt x="73778" y="0"/>
                </a:lnTo>
                <a:lnTo>
                  <a:pt x="79531" y="17015"/>
                </a:lnTo>
                <a:cubicBezTo>
                  <a:pt x="344392" y="825727"/>
                  <a:pt x="600678" y="1956554"/>
                  <a:pt x="600678" y="3378918"/>
                </a:cubicBezTo>
                <a:cubicBezTo>
                  <a:pt x="600678" y="4801281"/>
                  <a:pt x="332483" y="5971645"/>
                  <a:pt x="61608" y="6791700"/>
                </a:cubicBezTo>
                <a:lnTo>
                  <a:pt x="38985" y="6858000"/>
                </a:lnTo>
                <a:lnTo>
                  <a:pt x="0" y="6858000"/>
                </a:lnTo>
                <a:lnTo>
                  <a:pt x="22908" y="6790607"/>
                </a:lnTo>
                <a:cubicBezTo>
                  <a:pt x="294497" y="5964426"/>
                  <a:pt x="564598" y="4773139"/>
                  <a:pt x="564598" y="3378918"/>
                </a:cubicBezTo>
                <a:cubicBezTo>
                  <a:pt x="564598" y="1984696"/>
                  <a:pt x="305930" y="832946"/>
                  <a:pt x="40563" y="18108"/>
                </a:cubicBezTo>
                <a:close/>
              </a:path>
            </a:pathLst>
          </a:custGeom>
          <a:gradFill flip="none" rotWithShape="1">
            <a:gsLst>
              <a:gs pos="0">
                <a:srgbClr val="EDECF6"/>
              </a:gs>
              <a:gs pos="82000">
                <a:srgbClr val="C1BFFF"/>
              </a:gs>
            </a:gsLst>
            <a:lin ang="0" scaled="1"/>
            <a:tileRect/>
          </a:gradFill>
          <a:ln w="20455" cap="flat">
            <a:noFill/>
            <a:prstDash val="solid"/>
            <a:miter/>
          </a:ln>
        </p:spPr>
        <p:txBody>
          <a:bodyPr wrap="square" rtlCol="0" anchor="ctr">
            <a:noAutofit/>
          </a:bodyPr>
          <a:lstStyle/>
          <a:p>
            <a:endParaRPr lang="en-US" noProof="0">
              <a:latin typeface="+mj-lt"/>
            </a:endParaRPr>
          </a:p>
        </p:txBody>
      </p:sp>
    </p:spTree>
    <p:extLst>
      <p:ext uri="{BB962C8B-B14F-4D97-AF65-F5344CB8AC3E}">
        <p14:creationId xmlns:p14="http://schemas.microsoft.com/office/powerpoint/2010/main" val="373373596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with Image">
    <p:bg>
      <p:bgPr>
        <a:solidFill>
          <a:srgbClr val="EDECF6"/>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F08166A-83F0-2554-8E7D-B4BAD344F028}"/>
              </a:ext>
            </a:extLst>
          </p:cNvPr>
          <p:cNvSpPr>
            <a:spLocks noGrp="1"/>
          </p:cNvSpPr>
          <p:nvPr>
            <p:ph type="ctrTitle" hasCustomPrompt="1"/>
          </p:nvPr>
        </p:nvSpPr>
        <p:spPr>
          <a:xfrm>
            <a:off x="542924" y="1646237"/>
            <a:ext cx="6419088" cy="3187020"/>
          </a:xfrm>
        </p:spPr>
        <p:txBody>
          <a:bodyPr anchor="b"/>
          <a:lstStyle>
            <a:lvl1pPr algn="l">
              <a:defRPr sz="6000" b="1">
                <a:solidFill>
                  <a:srgbClr val="0D004D"/>
                </a:solidFill>
                <a:latin typeface="+mj-lt"/>
                <a:cs typeface="Segoe UI" panose="020B0502040204020203" pitchFamily="34" charset="0"/>
              </a:defRPr>
            </a:lvl1pPr>
          </a:lstStyle>
          <a:p>
            <a:r>
              <a:rPr lang="en-US" noProof="0" dirty="0"/>
              <a:t>Place title here, maximum three lines lorem</a:t>
            </a:r>
          </a:p>
        </p:txBody>
      </p:sp>
      <p:sp>
        <p:nvSpPr>
          <p:cNvPr id="3" name="Subtitle">
            <a:extLst>
              <a:ext uri="{FF2B5EF4-FFF2-40B4-BE49-F238E27FC236}">
                <a16:creationId xmlns:a16="http://schemas.microsoft.com/office/drawing/2014/main" id="{8879E363-BBA4-E8FB-32B0-B30CAED83B60}"/>
              </a:ext>
            </a:extLst>
          </p:cNvPr>
          <p:cNvSpPr>
            <a:spLocks noGrp="1"/>
          </p:cNvSpPr>
          <p:nvPr>
            <p:ph type="subTitle" idx="1" hasCustomPrompt="1"/>
          </p:nvPr>
        </p:nvSpPr>
        <p:spPr>
          <a:xfrm>
            <a:off x="542926" y="5212670"/>
            <a:ext cx="5484812" cy="1097643"/>
          </a:xfrm>
        </p:spPr>
        <p:txBody>
          <a:bodyPr anchor="b">
            <a:normAutofit/>
          </a:bodyPr>
          <a:lstStyle>
            <a:lvl1pPr marL="0" indent="0" algn="l">
              <a:spcBef>
                <a:spcPts val="0"/>
              </a:spcBef>
              <a:buNone/>
              <a:defRPr sz="1600">
                <a:solidFill>
                  <a:srgbClr val="0D004D"/>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Place subtitle here</a:t>
            </a:r>
          </a:p>
        </p:txBody>
      </p:sp>
      <p:pic>
        <p:nvPicPr>
          <p:cNvPr id="5" name="Pearson Logo" descr="Pearson Logo">
            <a:extLst>
              <a:ext uri="{FF2B5EF4-FFF2-40B4-BE49-F238E27FC236}">
                <a16:creationId xmlns:a16="http://schemas.microsoft.com/office/drawing/2014/main" id="{2A1A85FA-3939-44BE-B494-7453E32E7B06}"/>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02379701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Key Statement Left with Line Waves">
    <p:bg bwMode="ltGray">
      <p:bgPr>
        <a:solidFill>
          <a:srgbClr val="EDECF6"/>
        </a:solidFill>
        <a:effectLst/>
      </p:bgPr>
    </p:bg>
    <p:spTree>
      <p:nvGrpSpPr>
        <p:cNvPr id="1" name=""/>
        <p:cNvGrpSpPr/>
        <p:nvPr/>
      </p:nvGrpSpPr>
      <p:grpSpPr>
        <a:xfrm>
          <a:off x="0" y="0"/>
          <a:ext cx="0" cy="0"/>
          <a:chOff x="0" y="0"/>
          <a:chExt cx="0" cy="0"/>
        </a:xfrm>
      </p:grpSpPr>
      <p:sp>
        <p:nvSpPr>
          <p:cNvPr id="7" name="Line Waves">
            <a:extLst>
              <a:ext uri="{FF2B5EF4-FFF2-40B4-BE49-F238E27FC236}">
                <a16:creationId xmlns:a16="http://schemas.microsoft.com/office/drawing/2014/main" id="{911A2453-AC41-EE81-E953-43830E68389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6155506" y="-5633"/>
            <a:ext cx="5473808" cy="6881122"/>
          </a:xfrm>
          <a:custGeom>
            <a:avLst/>
            <a:gdLst>
              <a:gd name="connsiteX0" fmla="*/ 3028051 w 5473808"/>
              <a:gd name="connsiteY0" fmla="*/ 1049274 h 6881122"/>
              <a:gd name="connsiteX1" fmla="*/ 3486113 w 5473808"/>
              <a:gd name="connsiteY1" fmla="*/ 1381194 h 6881122"/>
              <a:gd name="connsiteX2" fmla="*/ 4740527 w 5473808"/>
              <a:gd name="connsiteY2" fmla="*/ 3375897 h 6881122"/>
              <a:gd name="connsiteX3" fmla="*/ 3486113 w 5473808"/>
              <a:gd name="connsiteY3" fmla="*/ 5370601 h 6881122"/>
              <a:gd name="connsiteX4" fmla="*/ 3079017 w 5473808"/>
              <a:gd name="connsiteY4" fmla="*/ 5668755 h 6881122"/>
              <a:gd name="connsiteX5" fmla="*/ 3079017 w 5473808"/>
              <a:gd name="connsiteY5" fmla="*/ 5669393 h 6881122"/>
              <a:gd name="connsiteX6" fmla="*/ 5441317 w 5473808"/>
              <a:gd name="connsiteY6" fmla="*/ 3370800 h 6881122"/>
              <a:gd name="connsiteX7" fmla="*/ 3028051 w 5473808"/>
              <a:gd name="connsiteY7" fmla="*/ 1049274 h 6881122"/>
              <a:gd name="connsiteX8" fmla="*/ 2216408 w 5473808"/>
              <a:gd name="connsiteY8" fmla="*/ 631348 h 6881122"/>
              <a:gd name="connsiteX9" fmla="*/ 4007883 w 5473808"/>
              <a:gd name="connsiteY9" fmla="*/ 3382269 h 6881122"/>
              <a:gd name="connsiteX10" fmla="*/ 2404613 w 5473808"/>
              <a:gd name="connsiteY10" fmla="*/ 5992694 h 6881122"/>
              <a:gd name="connsiteX11" fmla="*/ 2262190 w 5473808"/>
              <a:gd name="connsiteY11" fmla="*/ 6100116 h 6881122"/>
              <a:gd name="connsiteX12" fmla="*/ 2259730 w 5473808"/>
              <a:gd name="connsiteY12" fmla="*/ 6101334 h 6881122"/>
              <a:gd name="connsiteX13" fmla="*/ 2259730 w 5473808"/>
              <a:gd name="connsiteY13" fmla="*/ 6101971 h 6881122"/>
              <a:gd name="connsiteX14" fmla="*/ 2262190 w 5473808"/>
              <a:gd name="connsiteY14" fmla="*/ 6100116 h 6881122"/>
              <a:gd name="connsiteX15" fmla="*/ 2320243 w 5473808"/>
              <a:gd name="connsiteY15" fmla="*/ 6071364 h 6881122"/>
              <a:gd name="connsiteX16" fmla="*/ 2912739 w 5473808"/>
              <a:gd name="connsiteY16" fmla="*/ 5740745 h 6881122"/>
              <a:gd name="connsiteX17" fmla="*/ 3466363 w 5473808"/>
              <a:gd name="connsiteY17" fmla="*/ 5345755 h 6881122"/>
              <a:gd name="connsiteX18" fmla="*/ 4708673 w 5473808"/>
              <a:gd name="connsiteY18" fmla="*/ 3375897 h 6881122"/>
              <a:gd name="connsiteX19" fmla="*/ 3466363 w 5473808"/>
              <a:gd name="connsiteY19" fmla="*/ 1406040 h 6881122"/>
              <a:gd name="connsiteX20" fmla="*/ 2738178 w 5473808"/>
              <a:gd name="connsiteY20" fmla="*/ 907205 h 6881122"/>
              <a:gd name="connsiteX21" fmla="*/ 2747097 w 5473808"/>
              <a:gd name="connsiteY21" fmla="*/ 908479 h 6881122"/>
              <a:gd name="connsiteX22" fmla="*/ 2216408 w 5473808"/>
              <a:gd name="connsiteY22" fmla="*/ 631348 h 6881122"/>
              <a:gd name="connsiteX23" fmla="*/ 1469111 w 5473808"/>
              <a:gd name="connsiteY23" fmla="*/ 244002 h 6881122"/>
              <a:gd name="connsiteX24" fmla="*/ 3275238 w 5473808"/>
              <a:gd name="connsiteY24" fmla="*/ 3388001 h 6881122"/>
              <a:gd name="connsiteX25" fmla="*/ 3274602 w 5473808"/>
              <a:gd name="connsiteY25" fmla="*/ 3388001 h 6881122"/>
              <a:gd name="connsiteX26" fmla="*/ 1493320 w 5473808"/>
              <a:gd name="connsiteY26" fmla="*/ 6512252 h 6881122"/>
              <a:gd name="connsiteX27" fmla="*/ 2125942 w 5473808"/>
              <a:gd name="connsiteY27" fmla="*/ 6154211 h 6881122"/>
              <a:gd name="connsiteX28" fmla="*/ 2801886 w 5473808"/>
              <a:gd name="connsiteY28" fmla="*/ 5605047 h 6881122"/>
              <a:gd name="connsiteX29" fmla="*/ 3975392 w 5473808"/>
              <a:gd name="connsiteY29" fmla="*/ 3381631 h 6881122"/>
              <a:gd name="connsiteX30" fmla="*/ 2801886 w 5473808"/>
              <a:gd name="connsiteY30" fmla="*/ 1158215 h 6881122"/>
              <a:gd name="connsiteX31" fmla="*/ 2097911 w 5473808"/>
              <a:gd name="connsiteY31" fmla="*/ 589938 h 6881122"/>
              <a:gd name="connsiteX32" fmla="*/ 2083258 w 5473808"/>
              <a:gd name="connsiteY32" fmla="*/ 587390 h 6881122"/>
              <a:gd name="connsiteX33" fmla="*/ 2083258 w 5473808"/>
              <a:gd name="connsiteY33" fmla="*/ 579745 h 6881122"/>
              <a:gd name="connsiteX34" fmla="*/ 1469111 w 5473808"/>
              <a:gd name="connsiteY34" fmla="*/ 244002 h 6881122"/>
              <a:gd name="connsiteX35" fmla="*/ 501384 w 5473808"/>
              <a:gd name="connsiteY35" fmla="*/ 636 h 6881122"/>
              <a:gd name="connsiteX36" fmla="*/ 542157 w 5473808"/>
              <a:gd name="connsiteY36" fmla="*/ 636 h 6881122"/>
              <a:gd name="connsiteX37" fmla="*/ 837763 w 5473808"/>
              <a:gd name="connsiteY37" fmla="*/ 399449 h 6881122"/>
              <a:gd name="connsiteX38" fmla="*/ 1809314 w 5473808"/>
              <a:gd name="connsiteY38" fmla="*/ 3399469 h 6881122"/>
              <a:gd name="connsiteX39" fmla="*/ 1808039 w 5473808"/>
              <a:gd name="connsiteY39" fmla="*/ 3399469 h 6881122"/>
              <a:gd name="connsiteX40" fmla="*/ 836489 w 5473808"/>
              <a:gd name="connsiteY40" fmla="*/ 6399488 h 6881122"/>
              <a:gd name="connsiteX41" fmla="*/ 471441 w 5473808"/>
              <a:gd name="connsiteY41" fmla="*/ 6881122 h 6881122"/>
              <a:gd name="connsiteX42" fmla="*/ 430668 w 5473808"/>
              <a:gd name="connsiteY42" fmla="*/ 6881122 h 6881122"/>
              <a:gd name="connsiteX43" fmla="*/ 810369 w 5473808"/>
              <a:gd name="connsiteY43" fmla="*/ 6381650 h 6881122"/>
              <a:gd name="connsiteX44" fmla="*/ 1776822 w 5473808"/>
              <a:gd name="connsiteY44" fmla="*/ 3399469 h 6881122"/>
              <a:gd name="connsiteX45" fmla="*/ 811006 w 5473808"/>
              <a:gd name="connsiteY45" fmla="*/ 417288 h 6881122"/>
              <a:gd name="connsiteX46" fmla="*/ 501384 w 5473808"/>
              <a:gd name="connsiteY46" fmla="*/ 636 h 6881122"/>
              <a:gd name="connsiteX47" fmla="*/ 45233 w 5473808"/>
              <a:gd name="connsiteY47" fmla="*/ 636 h 6881122"/>
              <a:gd name="connsiteX48" fmla="*/ 78361 w 5473808"/>
              <a:gd name="connsiteY48" fmla="*/ 636 h 6881122"/>
              <a:gd name="connsiteX49" fmla="*/ 1076668 w 5473808"/>
              <a:gd name="connsiteY49" fmla="*/ 3405202 h 6881122"/>
              <a:gd name="connsiteX50" fmla="*/ 32491 w 5473808"/>
              <a:gd name="connsiteY50" fmla="*/ 6881122 h 6881122"/>
              <a:gd name="connsiteX51" fmla="*/ 0 w 5473808"/>
              <a:gd name="connsiteY51" fmla="*/ 6881122 h 6881122"/>
              <a:gd name="connsiteX52" fmla="*/ 1044814 w 5473808"/>
              <a:gd name="connsiteY52" fmla="*/ 3405202 h 6881122"/>
              <a:gd name="connsiteX53" fmla="*/ 45233 w 5473808"/>
              <a:gd name="connsiteY53" fmla="*/ 636 h 6881122"/>
              <a:gd name="connsiteX54" fmla="*/ 1059467 w 5473808"/>
              <a:gd name="connsiteY54" fmla="*/ 0 h 6881122"/>
              <a:gd name="connsiteX55" fmla="*/ 1120627 w 5473808"/>
              <a:gd name="connsiteY55" fmla="*/ 0 h 6881122"/>
              <a:gd name="connsiteX56" fmla="*/ 1428975 w 5473808"/>
              <a:gd name="connsiteY56" fmla="*/ 212148 h 6881122"/>
              <a:gd name="connsiteX57" fmla="*/ 1428975 w 5473808"/>
              <a:gd name="connsiteY57" fmla="*/ 205140 h 6881122"/>
              <a:gd name="connsiteX58" fmla="*/ 2118298 w 5473808"/>
              <a:gd name="connsiteY58" fmla="*/ 561906 h 6881122"/>
              <a:gd name="connsiteX59" fmla="*/ 2875151 w 5473808"/>
              <a:gd name="connsiteY59" fmla="*/ 949889 h 6881122"/>
              <a:gd name="connsiteX60" fmla="*/ 4148041 w 5473808"/>
              <a:gd name="connsiteY60" fmla="*/ 1625833 h 6881122"/>
              <a:gd name="connsiteX61" fmla="*/ 4148678 w 5473808"/>
              <a:gd name="connsiteY61" fmla="*/ 1625833 h 6881122"/>
              <a:gd name="connsiteX62" fmla="*/ 5473808 w 5473808"/>
              <a:gd name="connsiteY62" fmla="*/ 3369527 h 6881122"/>
              <a:gd name="connsiteX63" fmla="*/ 4148678 w 5473808"/>
              <a:gd name="connsiteY63" fmla="*/ 5113220 h 6881122"/>
              <a:gd name="connsiteX64" fmla="*/ 2925480 w 5473808"/>
              <a:gd name="connsiteY64" fmla="*/ 5769414 h 6881122"/>
              <a:gd name="connsiteX65" fmla="*/ 2150789 w 5473808"/>
              <a:gd name="connsiteY65" fmla="*/ 6179058 h 6881122"/>
              <a:gd name="connsiteX66" fmla="*/ 1437257 w 5473808"/>
              <a:gd name="connsiteY66" fmla="*/ 6556211 h 6881122"/>
              <a:gd name="connsiteX67" fmla="*/ 919946 w 5473808"/>
              <a:gd name="connsiteY67" fmla="*/ 6880485 h 6881122"/>
              <a:gd name="connsiteX68" fmla="*/ 824384 w 5473808"/>
              <a:gd name="connsiteY68" fmla="*/ 6880485 h 6881122"/>
              <a:gd name="connsiteX69" fmla="*/ 2139321 w 5473808"/>
              <a:gd name="connsiteY69" fmla="*/ 5863702 h 6881122"/>
              <a:gd name="connsiteX70" fmla="*/ 3244021 w 5473808"/>
              <a:gd name="connsiteY70" fmla="*/ 3387364 h 6881122"/>
              <a:gd name="connsiteX71" fmla="*/ 2139321 w 5473808"/>
              <a:gd name="connsiteY71" fmla="*/ 911027 h 6881122"/>
              <a:gd name="connsiteX72" fmla="*/ 1059467 w 5473808"/>
              <a:gd name="connsiteY72" fmla="*/ 0 h 6881122"/>
              <a:gd name="connsiteX73" fmla="*/ 861972 w 5473808"/>
              <a:gd name="connsiteY73" fmla="*/ 0 h 6881122"/>
              <a:gd name="connsiteX74" fmla="*/ 909753 w 5473808"/>
              <a:gd name="connsiteY74" fmla="*/ 0 h 6881122"/>
              <a:gd name="connsiteX75" fmla="*/ 1500328 w 5473808"/>
              <a:gd name="connsiteY75" fmla="*/ 644090 h 6881122"/>
              <a:gd name="connsiteX76" fmla="*/ 2542594 w 5473808"/>
              <a:gd name="connsiteY76" fmla="*/ 3393098 h 6881122"/>
              <a:gd name="connsiteX77" fmla="*/ 1500328 w 5473808"/>
              <a:gd name="connsiteY77" fmla="*/ 6142107 h 6881122"/>
              <a:gd name="connsiteX78" fmla="*/ 1499691 w 5473808"/>
              <a:gd name="connsiteY78" fmla="*/ 6141470 h 6881122"/>
              <a:gd name="connsiteX79" fmla="*/ 803361 w 5473808"/>
              <a:gd name="connsiteY79" fmla="*/ 6880485 h 6881122"/>
              <a:gd name="connsiteX80" fmla="*/ 753668 w 5473808"/>
              <a:gd name="connsiteY80" fmla="*/ 6880485 h 6881122"/>
              <a:gd name="connsiteX81" fmla="*/ 1474845 w 5473808"/>
              <a:gd name="connsiteY81" fmla="*/ 6122357 h 6881122"/>
              <a:gd name="connsiteX82" fmla="*/ 2510103 w 5473808"/>
              <a:gd name="connsiteY82" fmla="*/ 3393098 h 6881122"/>
              <a:gd name="connsiteX83" fmla="*/ 1474845 w 5473808"/>
              <a:gd name="connsiteY83" fmla="*/ 663840 h 6881122"/>
              <a:gd name="connsiteX84" fmla="*/ 861972 w 5473808"/>
              <a:gd name="connsiteY84" fmla="*/ 0 h 688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473808" h="6881122">
                <a:moveTo>
                  <a:pt x="3028051" y="1049274"/>
                </a:moveTo>
                <a:cubicBezTo>
                  <a:pt x="3177765" y="1148022"/>
                  <a:pt x="3333850" y="1259511"/>
                  <a:pt x="3486113" y="1381194"/>
                </a:cubicBezTo>
                <a:cubicBezTo>
                  <a:pt x="4058212" y="1837345"/>
                  <a:pt x="4740527" y="2554062"/>
                  <a:pt x="4740527" y="3375897"/>
                </a:cubicBezTo>
                <a:cubicBezTo>
                  <a:pt x="4740527" y="4197733"/>
                  <a:pt x="4058212" y="4914450"/>
                  <a:pt x="3486113" y="5370601"/>
                </a:cubicBezTo>
                <a:cubicBezTo>
                  <a:pt x="3350414" y="5478905"/>
                  <a:pt x="3212805" y="5578290"/>
                  <a:pt x="3079017" y="5668755"/>
                </a:cubicBezTo>
                <a:lnTo>
                  <a:pt x="3079017" y="5669393"/>
                </a:lnTo>
                <a:cubicBezTo>
                  <a:pt x="3808476" y="5338110"/>
                  <a:pt x="5441317" y="4451291"/>
                  <a:pt x="5441317" y="3370800"/>
                </a:cubicBezTo>
                <a:cubicBezTo>
                  <a:pt x="5441317" y="2290309"/>
                  <a:pt x="3728841" y="1360170"/>
                  <a:pt x="3028051" y="1049274"/>
                </a:cubicBezTo>
                <a:close/>
                <a:moveTo>
                  <a:pt x="2216408" y="631348"/>
                </a:moveTo>
                <a:cubicBezTo>
                  <a:pt x="2982181" y="1179239"/>
                  <a:pt x="4007883" y="2225328"/>
                  <a:pt x="4007883" y="3382269"/>
                </a:cubicBezTo>
                <a:cubicBezTo>
                  <a:pt x="4007883" y="4466900"/>
                  <a:pt x="3139423" y="5420507"/>
                  <a:pt x="2404613" y="5992694"/>
                </a:cubicBezTo>
                <a:lnTo>
                  <a:pt x="2262190" y="6100116"/>
                </a:lnTo>
                <a:lnTo>
                  <a:pt x="2259730" y="6101334"/>
                </a:lnTo>
                <a:lnTo>
                  <a:pt x="2259730" y="6101971"/>
                </a:lnTo>
                <a:lnTo>
                  <a:pt x="2262190" y="6100116"/>
                </a:lnTo>
                <a:lnTo>
                  <a:pt x="2320243" y="6071364"/>
                </a:lnTo>
                <a:cubicBezTo>
                  <a:pt x="2488800" y="5982539"/>
                  <a:pt x="2828564" y="5775308"/>
                  <a:pt x="2912739" y="5740745"/>
                </a:cubicBezTo>
                <a:cubicBezTo>
                  <a:pt x="3087937" y="5629256"/>
                  <a:pt x="3276513" y="5497380"/>
                  <a:pt x="3466363" y="5345755"/>
                </a:cubicBezTo>
                <a:cubicBezTo>
                  <a:pt x="4033366" y="4894063"/>
                  <a:pt x="4708673" y="4184991"/>
                  <a:pt x="4708673" y="3375897"/>
                </a:cubicBezTo>
                <a:cubicBezTo>
                  <a:pt x="4708673" y="2566804"/>
                  <a:pt x="4033366" y="1857731"/>
                  <a:pt x="3466363" y="1406040"/>
                </a:cubicBezTo>
                <a:cubicBezTo>
                  <a:pt x="3259311" y="1241036"/>
                  <a:pt x="2738178" y="907205"/>
                  <a:pt x="2738178" y="907205"/>
                </a:cubicBezTo>
                <a:cubicBezTo>
                  <a:pt x="2740090" y="907205"/>
                  <a:pt x="2743912" y="908479"/>
                  <a:pt x="2747097" y="908479"/>
                </a:cubicBezTo>
                <a:cubicBezTo>
                  <a:pt x="2524756" y="775329"/>
                  <a:pt x="2336817" y="681678"/>
                  <a:pt x="2216408" y="631348"/>
                </a:cubicBezTo>
                <a:close/>
                <a:moveTo>
                  <a:pt x="1469111" y="244002"/>
                </a:moveTo>
                <a:cubicBezTo>
                  <a:pt x="2223416" y="832666"/>
                  <a:pt x="3275238" y="2026558"/>
                  <a:pt x="3275238" y="3388001"/>
                </a:cubicBezTo>
                <a:lnTo>
                  <a:pt x="3274602" y="3388001"/>
                </a:lnTo>
                <a:cubicBezTo>
                  <a:pt x="3274602" y="4734793"/>
                  <a:pt x="2245714" y="5917217"/>
                  <a:pt x="1493320" y="6512252"/>
                </a:cubicBezTo>
                <a:cubicBezTo>
                  <a:pt x="1609269" y="6475301"/>
                  <a:pt x="2106830" y="6159945"/>
                  <a:pt x="2125942" y="6154211"/>
                </a:cubicBezTo>
                <a:cubicBezTo>
                  <a:pt x="2337454" y="6007046"/>
                  <a:pt x="2572537" y="5821018"/>
                  <a:pt x="2801886" y="5605047"/>
                </a:cubicBezTo>
                <a:cubicBezTo>
                  <a:pt x="3337035" y="5099841"/>
                  <a:pt x="3975392" y="4304762"/>
                  <a:pt x="3975392" y="3381631"/>
                </a:cubicBezTo>
                <a:cubicBezTo>
                  <a:pt x="3975392" y="2458500"/>
                  <a:pt x="3337035" y="1662784"/>
                  <a:pt x="2801886" y="1158215"/>
                </a:cubicBezTo>
                <a:cubicBezTo>
                  <a:pt x="2562344" y="932688"/>
                  <a:pt x="2316430" y="740289"/>
                  <a:pt x="2097911" y="589938"/>
                </a:cubicBezTo>
                <a:cubicBezTo>
                  <a:pt x="2092814" y="588664"/>
                  <a:pt x="2087081" y="587390"/>
                  <a:pt x="2083258" y="587390"/>
                </a:cubicBezTo>
                <a:lnTo>
                  <a:pt x="2083258" y="579745"/>
                </a:lnTo>
                <a:cubicBezTo>
                  <a:pt x="1806127" y="390531"/>
                  <a:pt x="1576778" y="271397"/>
                  <a:pt x="1469111" y="244002"/>
                </a:cubicBezTo>
                <a:close/>
                <a:moveTo>
                  <a:pt x="501384" y="636"/>
                </a:moveTo>
                <a:lnTo>
                  <a:pt x="542157" y="636"/>
                </a:lnTo>
                <a:cubicBezTo>
                  <a:pt x="640905" y="122319"/>
                  <a:pt x="740290" y="255469"/>
                  <a:pt x="837763" y="399449"/>
                </a:cubicBezTo>
                <a:cubicBezTo>
                  <a:pt x="1200900" y="937148"/>
                  <a:pt x="1809314" y="2041211"/>
                  <a:pt x="1809314" y="3399469"/>
                </a:cubicBezTo>
                <a:lnTo>
                  <a:pt x="1808039" y="3399469"/>
                </a:lnTo>
                <a:cubicBezTo>
                  <a:pt x="1808039" y="4758365"/>
                  <a:pt x="1199626" y="5862428"/>
                  <a:pt x="836489" y="6399488"/>
                </a:cubicBezTo>
                <a:cubicBezTo>
                  <a:pt x="716081" y="6577234"/>
                  <a:pt x="593124" y="6737779"/>
                  <a:pt x="471441" y="6881122"/>
                </a:cubicBezTo>
                <a:lnTo>
                  <a:pt x="430668" y="6881122"/>
                </a:lnTo>
                <a:cubicBezTo>
                  <a:pt x="556810" y="6733956"/>
                  <a:pt x="684864" y="6567041"/>
                  <a:pt x="810369" y="6381650"/>
                </a:cubicBezTo>
                <a:cubicBezTo>
                  <a:pt x="1171594" y="5847138"/>
                  <a:pt x="1776822" y="4749446"/>
                  <a:pt x="1776822" y="3399469"/>
                </a:cubicBezTo>
                <a:cubicBezTo>
                  <a:pt x="1776822" y="2049493"/>
                  <a:pt x="1171594" y="951801"/>
                  <a:pt x="811006" y="417288"/>
                </a:cubicBezTo>
                <a:cubicBezTo>
                  <a:pt x="709073" y="265663"/>
                  <a:pt x="604591" y="126778"/>
                  <a:pt x="501384" y="636"/>
                </a:cubicBezTo>
                <a:close/>
                <a:moveTo>
                  <a:pt x="45233" y="636"/>
                </a:moveTo>
                <a:lnTo>
                  <a:pt x="78361" y="636"/>
                </a:lnTo>
                <a:cubicBezTo>
                  <a:pt x="609050" y="847318"/>
                  <a:pt x="1076668" y="2027831"/>
                  <a:pt x="1076668" y="3405202"/>
                </a:cubicBezTo>
                <a:cubicBezTo>
                  <a:pt x="1076668" y="4782574"/>
                  <a:pt x="581656" y="6032529"/>
                  <a:pt x="32491" y="6881122"/>
                </a:cubicBezTo>
                <a:lnTo>
                  <a:pt x="0" y="6881122"/>
                </a:lnTo>
                <a:cubicBezTo>
                  <a:pt x="547890" y="6037626"/>
                  <a:pt x="1044814" y="4747535"/>
                  <a:pt x="1044814" y="3405202"/>
                </a:cubicBezTo>
                <a:cubicBezTo>
                  <a:pt x="1044814" y="2062872"/>
                  <a:pt x="574648" y="842221"/>
                  <a:pt x="45233" y="636"/>
                </a:cubicBezTo>
                <a:close/>
                <a:moveTo>
                  <a:pt x="1059467" y="0"/>
                </a:moveTo>
                <a:lnTo>
                  <a:pt x="1120627" y="0"/>
                </a:lnTo>
                <a:cubicBezTo>
                  <a:pt x="1213004" y="56063"/>
                  <a:pt x="1316848" y="126779"/>
                  <a:pt x="1428975" y="212148"/>
                </a:cubicBezTo>
                <a:lnTo>
                  <a:pt x="1428975" y="205140"/>
                </a:lnTo>
                <a:cubicBezTo>
                  <a:pt x="1516255" y="205140"/>
                  <a:pt x="1785104" y="334468"/>
                  <a:pt x="2118298" y="561906"/>
                </a:cubicBezTo>
                <a:cubicBezTo>
                  <a:pt x="2230424" y="591212"/>
                  <a:pt x="2526030" y="731370"/>
                  <a:pt x="2875151" y="949889"/>
                </a:cubicBezTo>
                <a:cubicBezTo>
                  <a:pt x="3118516" y="1044177"/>
                  <a:pt x="3638375" y="1286906"/>
                  <a:pt x="4148041" y="1625833"/>
                </a:cubicBezTo>
                <a:lnTo>
                  <a:pt x="4148678" y="1625833"/>
                </a:lnTo>
                <a:cubicBezTo>
                  <a:pt x="4753269" y="2027832"/>
                  <a:pt x="5473808" y="2656632"/>
                  <a:pt x="5473808" y="3369527"/>
                </a:cubicBezTo>
                <a:cubicBezTo>
                  <a:pt x="5473808" y="4082421"/>
                  <a:pt x="4753269" y="4711221"/>
                  <a:pt x="4148678" y="5113220"/>
                </a:cubicBezTo>
                <a:cubicBezTo>
                  <a:pt x="3670866" y="5431123"/>
                  <a:pt x="3185410" y="5663659"/>
                  <a:pt x="2925480" y="5769414"/>
                </a:cubicBezTo>
                <a:cubicBezTo>
                  <a:pt x="2584642" y="5986022"/>
                  <a:pt x="2287761" y="6133188"/>
                  <a:pt x="2150789" y="6179058"/>
                </a:cubicBezTo>
                <a:cubicBezTo>
                  <a:pt x="1811224" y="6414778"/>
                  <a:pt x="1534093" y="6549840"/>
                  <a:pt x="1437257" y="6556211"/>
                </a:cubicBezTo>
                <a:cubicBezTo>
                  <a:pt x="1230842" y="6714207"/>
                  <a:pt x="1049274" y="6825696"/>
                  <a:pt x="919946" y="6880485"/>
                </a:cubicBezTo>
                <a:lnTo>
                  <a:pt x="824384" y="6880485"/>
                </a:lnTo>
                <a:cubicBezTo>
                  <a:pt x="1048000" y="6825059"/>
                  <a:pt x="1616277" y="6441536"/>
                  <a:pt x="2139321" y="5863702"/>
                </a:cubicBezTo>
                <a:cubicBezTo>
                  <a:pt x="3052260" y="4855838"/>
                  <a:pt x="3244021" y="3960738"/>
                  <a:pt x="3244021" y="3387364"/>
                </a:cubicBezTo>
                <a:cubicBezTo>
                  <a:pt x="3244021" y="2813991"/>
                  <a:pt x="3052260" y="1918891"/>
                  <a:pt x="2139321" y="911027"/>
                </a:cubicBezTo>
                <a:cubicBezTo>
                  <a:pt x="1751338" y="482908"/>
                  <a:pt x="1338509" y="160545"/>
                  <a:pt x="1059467" y="0"/>
                </a:cubicBezTo>
                <a:close/>
                <a:moveTo>
                  <a:pt x="861972" y="0"/>
                </a:moveTo>
                <a:lnTo>
                  <a:pt x="909753" y="0"/>
                </a:lnTo>
                <a:cubicBezTo>
                  <a:pt x="1102789" y="177746"/>
                  <a:pt x="1306655" y="395628"/>
                  <a:pt x="1500328" y="644090"/>
                </a:cubicBezTo>
                <a:cubicBezTo>
                  <a:pt x="1889585" y="1143562"/>
                  <a:pt x="2542594" y="2163531"/>
                  <a:pt x="2542594" y="3393098"/>
                </a:cubicBezTo>
                <a:cubicBezTo>
                  <a:pt x="2542594" y="4622667"/>
                  <a:pt x="1889585" y="5643272"/>
                  <a:pt x="1500328" y="6142107"/>
                </a:cubicBezTo>
                <a:lnTo>
                  <a:pt x="1499691" y="6141470"/>
                </a:lnTo>
                <a:cubicBezTo>
                  <a:pt x="1270342" y="6435802"/>
                  <a:pt x="1025702" y="6688087"/>
                  <a:pt x="803361" y="6880485"/>
                </a:cubicBezTo>
                <a:lnTo>
                  <a:pt x="753668" y="6880485"/>
                </a:lnTo>
                <a:cubicBezTo>
                  <a:pt x="976010" y="6693820"/>
                  <a:pt x="1227657" y="6438987"/>
                  <a:pt x="1474845" y="6122357"/>
                </a:cubicBezTo>
                <a:cubicBezTo>
                  <a:pt x="1861554" y="5626708"/>
                  <a:pt x="2510103" y="4613110"/>
                  <a:pt x="2510103" y="3393098"/>
                </a:cubicBezTo>
                <a:cubicBezTo>
                  <a:pt x="2510103" y="2173087"/>
                  <a:pt x="1861554" y="1159489"/>
                  <a:pt x="1474845" y="663840"/>
                </a:cubicBezTo>
                <a:cubicBezTo>
                  <a:pt x="1267156" y="397539"/>
                  <a:pt x="1056282" y="175198"/>
                  <a:pt x="861972" y="0"/>
                </a:cubicBezTo>
                <a:close/>
              </a:path>
            </a:pathLst>
          </a:custGeom>
          <a:gradFill flip="none" rotWithShape="1">
            <a:gsLst>
              <a:gs pos="0">
                <a:srgbClr val="EDECF6"/>
              </a:gs>
              <a:gs pos="55000">
                <a:srgbClr val="C1BFFF"/>
              </a:gs>
            </a:gsLst>
            <a:lin ang="0" scaled="1"/>
            <a:tileRect/>
          </a:gradFill>
          <a:ln w="20455" cap="flat">
            <a:noFill/>
            <a:prstDash val="solid"/>
            <a:miter/>
          </a:ln>
        </p:spPr>
        <p:txBody>
          <a:bodyPr wrap="square" rtlCol="0" anchor="ctr">
            <a:noAutofit/>
          </a:bodyPr>
          <a:lstStyle/>
          <a:p>
            <a:endParaRPr lang="en-US" noProof="0">
              <a:latin typeface="+mj-lt"/>
            </a:endParaRPr>
          </a:p>
        </p:txBody>
      </p:sp>
      <p:sp>
        <p:nvSpPr>
          <p:cNvPr id="3" name="Key Statement">
            <a:extLst>
              <a:ext uri="{FF2B5EF4-FFF2-40B4-BE49-F238E27FC236}">
                <a16:creationId xmlns:a16="http://schemas.microsoft.com/office/drawing/2014/main" id="{2A559805-1316-9942-C597-186EB6A2AE19}"/>
              </a:ext>
            </a:extLst>
          </p:cNvPr>
          <p:cNvSpPr>
            <a:spLocks noGrp="1"/>
          </p:cNvSpPr>
          <p:nvPr>
            <p:ph type="body" sz="quarter" idx="28" hasCustomPrompt="1"/>
          </p:nvPr>
        </p:nvSpPr>
        <p:spPr>
          <a:xfrm>
            <a:off x="557186" y="1094819"/>
            <a:ext cx="6412611" cy="4668361"/>
          </a:xfrm>
        </p:spPr>
        <p:txBody>
          <a:bodyPr anchor="ctr"/>
          <a:lstStyle>
            <a:lvl1pPr marL="0" indent="0" algn="l">
              <a:lnSpc>
                <a:spcPct val="90000"/>
              </a:lnSpc>
              <a:spcAft>
                <a:spcPts val="0"/>
              </a:spcAft>
              <a:buNone/>
              <a:defRPr sz="6000" b="1">
                <a:latin typeface="+mj-lt"/>
              </a:defRPr>
            </a:lvl1pPr>
            <a:lvl2pPr marL="232200" indent="0">
              <a:buNone/>
              <a:defRPr/>
            </a:lvl2pPr>
            <a:lvl3pPr marL="462600" indent="0">
              <a:buNone/>
              <a:defRPr/>
            </a:lvl3pPr>
            <a:lvl4pPr marL="693000" indent="0">
              <a:buNone/>
              <a:defRPr/>
            </a:lvl4pPr>
            <a:lvl5pPr marL="923400" indent="0">
              <a:buNone/>
              <a:defRPr/>
            </a:lvl5pPr>
          </a:lstStyle>
          <a:p>
            <a:pPr lvl="0"/>
            <a:r>
              <a:rPr lang="en-US" dirty="0"/>
              <a:t>Place key statement here, lorem ipsum dolor sit </a:t>
            </a:r>
            <a:r>
              <a:rPr lang="en-US" dirty="0" err="1"/>
              <a:t>amet</a:t>
            </a:r>
            <a:r>
              <a:rPr lang="en-US" dirty="0"/>
              <a:t>.</a:t>
            </a:r>
          </a:p>
        </p:txBody>
      </p:sp>
      <p:pic>
        <p:nvPicPr>
          <p:cNvPr id="4" name="Pearson Logo" descr="Pearson Logo">
            <a:extLst>
              <a:ext uri="{FF2B5EF4-FFF2-40B4-BE49-F238E27FC236}">
                <a16:creationId xmlns:a16="http://schemas.microsoft.com/office/drawing/2014/main" id="{75FD581C-C2BD-F715-7DE4-664022D04D1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87400011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with Image Placeholder B">
    <p:bg bwMode="ltGray">
      <p:bgPr>
        <a:solidFill>
          <a:srgbClr val="EDECF6"/>
        </a:solidFill>
        <a:effectLst/>
      </p:bgPr>
    </p:bg>
    <p:spTree>
      <p:nvGrpSpPr>
        <p:cNvPr id="1" name=""/>
        <p:cNvGrpSpPr/>
        <p:nvPr/>
      </p:nvGrpSpPr>
      <p:grpSpPr>
        <a:xfrm>
          <a:off x="0" y="0"/>
          <a:ext cx="0" cy="0"/>
          <a:chOff x="0" y="0"/>
          <a:chExt cx="0" cy="0"/>
        </a:xfrm>
      </p:grpSpPr>
      <p:sp>
        <p:nvSpPr>
          <p:cNvPr id="8" name="Quotation">
            <a:extLst>
              <a:ext uri="{FF2B5EF4-FFF2-40B4-BE49-F238E27FC236}">
                <a16:creationId xmlns:a16="http://schemas.microsoft.com/office/drawing/2014/main" id="{BBEF9890-75BC-5C24-5AA0-A82B0C4C3E37}"/>
              </a:ext>
            </a:extLst>
          </p:cNvPr>
          <p:cNvSpPr>
            <a:spLocks noGrp="1"/>
          </p:cNvSpPr>
          <p:nvPr>
            <p:ph type="body" sz="quarter" idx="30" hasCustomPrompt="1"/>
          </p:nvPr>
        </p:nvSpPr>
        <p:spPr>
          <a:xfrm>
            <a:off x="312738" y="1962150"/>
            <a:ext cx="5711825" cy="2932113"/>
          </a:xfrm>
        </p:spPr>
        <p:txBody>
          <a:bodyPr/>
          <a:lstStyle>
            <a:lvl1pPr marL="228600" indent="-228600">
              <a:lnSpc>
                <a:spcPct val="90000"/>
              </a:lnSpc>
              <a:buNone/>
              <a:defRPr sz="3200" b="1">
                <a:latin typeface="+mj-lt"/>
              </a:defRPr>
            </a:lvl1pPr>
          </a:lstStyle>
          <a:p>
            <a:pPr lvl="0"/>
            <a:r>
              <a:rPr lang="en-US" dirty="0"/>
              <a:t>“Place long quote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sp>
        <p:nvSpPr>
          <p:cNvPr id="11" name="Attribution">
            <a:extLst>
              <a:ext uri="{FF2B5EF4-FFF2-40B4-BE49-F238E27FC236}">
                <a16:creationId xmlns:a16="http://schemas.microsoft.com/office/drawing/2014/main" id="{79113399-D790-C8DB-ED59-5A5DFCEA1024}"/>
              </a:ext>
            </a:extLst>
          </p:cNvPr>
          <p:cNvSpPr>
            <a:spLocks noGrp="1"/>
          </p:cNvSpPr>
          <p:nvPr>
            <p:ph type="body" sz="quarter" idx="13" hasCustomPrompt="1"/>
          </p:nvPr>
        </p:nvSpPr>
        <p:spPr>
          <a:xfrm>
            <a:off x="550164" y="4952625"/>
            <a:ext cx="5474399" cy="810000"/>
          </a:xfrm>
        </p:spPr>
        <p:txBody>
          <a:bodyPr anchor="ctr" anchorCtr="0"/>
          <a:lstStyle>
            <a:lvl1pPr marL="0" indent="0" algn="l">
              <a:spcAft>
                <a:spcPts val="0"/>
              </a:spcAft>
              <a:buNone/>
              <a:defRPr>
                <a:latin typeface="+mj-lt"/>
              </a:defRPr>
            </a:lvl1pPr>
          </a:lstStyle>
          <a:p>
            <a:pPr lvl="0"/>
            <a:r>
              <a:rPr lang="en-US" noProof="0" dirty="0" err="1"/>
              <a:t>Firstname</a:t>
            </a:r>
            <a:r>
              <a:rPr lang="en-US" noProof="0" dirty="0"/>
              <a:t> Lastname</a:t>
            </a:r>
            <a:br>
              <a:rPr lang="en-US" noProof="0" dirty="0"/>
            </a:br>
            <a:r>
              <a:rPr lang="en-US" noProof="0" dirty="0"/>
              <a:t>Role, Company</a:t>
            </a:r>
          </a:p>
        </p:txBody>
      </p:sp>
      <p:sp>
        <p:nvSpPr>
          <p:cNvPr id="4" name="Picture">
            <a:extLst>
              <a:ext uri="{FF2B5EF4-FFF2-40B4-BE49-F238E27FC236}">
                <a16:creationId xmlns:a16="http://schemas.microsoft.com/office/drawing/2014/main" id="{B69B57BA-F7E0-AF21-28BE-CC52D57EA390}"/>
              </a:ext>
              <a:ext uri="{C183D7F6-B498-43B3-948B-1728B52AA6E4}">
                <adec:decorative xmlns:adec="http://schemas.microsoft.com/office/drawing/2017/decorative" val="1"/>
              </a:ext>
            </a:extLst>
          </p:cNvPr>
          <p:cNvSpPr>
            <a:spLocks noGrp="1"/>
          </p:cNvSpPr>
          <p:nvPr>
            <p:ph type="pic" sz="quarter" idx="28" hasCustomPrompt="1"/>
          </p:nvPr>
        </p:nvSpPr>
        <p:spPr>
          <a:xfrm>
            <a:off x="6959822" y="546099"/>
            <a:ext cx="4684969" cy="5775960"/>
          </a:xfrm>
          <a:custGeom>
            <a:avLst/>
            <a:gdLst>
              <a:gd name="connsiteX0" fmla="*/ 155419 w 4684969"/>
              <a:gd name="connsiteY0" fmla="*/ 0 h 5775960"/>
              <a:gd name="connsiteX1" fmla="*/ 4532504 w 4684969"/>
              <a:gd name="connsiteY1" fmla="*/ 0 h 5775960"/>
              <a:gd name="connsiteX2" fmla="*/ 4684969 w 4684969"/>
              <a:gd name="connsiteY2" fmla="*/ 152465 h 5775960"/>
              <a:gd name="connsiteX3" fmla="*/ 4684969 w 4684969"/>
              <a:gd name="connsiteY3" fmla="*/ 1255551 h 5775960"/>
              <a:gd name="connsiteX4" fmla="*/ 4684969 w 4684969"/>
              <a:gd name="connsiteY4" fmla="*/ 2625686 h 5775960"/>
              <a:gd name="connsiteX5" fmla="*/ 4684969 w 4684969"/>
              <a:gd name="connsiteY5" fmla="*/ 3728772 h 5775960"/>
              <a:gd name="connsiteX6" fmla="*/ 4682015 w 4684969"/>
              <a:gd name="connsiteY6" fmla="*/ 3743404 h 5775960"/>
              <a:gd name="connsiteX7" fmla="*/ 4682015 w 4684969"/>
              <a:gd name="connsiteY7" fmla="*/ 5623495 h 5775960"/>
              <a:gd name="connsiteX8" fmla="*/ 4529550 w 4684969"/>
              <a:gd name="connsiteY8" fmla="*/ 5775960 h 5775960"/>
              <a:gd name="connsiteX9" fmla="*/ 152465 w 4684969"/>
              <a:gd name="connsiteY9" fmla="*/ 5775960 h 5775960"/>
              <a:gd name="connsiteX10" fmla="*/ 0 w 4684969"/>
              <a:gd name="connsiteY10" fmla="*/ 5623495 h 5775960"/>
              <a:gd name="connsiteX11" fmla="*/ 0 w 4684969"/>
              <a:gd name="connsiteY11" fmla="*/ 3150274 h 5775960"/>
              <a:gd name="connsiteX12" fmla="*/ 2954 w 4684969"/>
              <a:gd name="connsiteY12" fmla="*/ 3135643 h 5775960"/>
              <a:gd name="connsiteX13" fmla="*/ 2954 w 4684969"/>
              <a:gd name="connsiteY13" fmla="*/ 2625686 h 5775960"/>
              <a:gd name="connsiteX14" fmla="*/ 2954 w 4684969"/>
              <a:gd name="connsiteY14" fmla="*/ 1255551 h 5775960"/>
              <a:gd name="connsiteX15" fmla="*/ 2954 w 4684969"/>
              <a:gd name="connsiteY15" fmla="*/ 152465 h 5775960"/>
              <a:gd name="connsiteX16" fmla="*/ 155419 w 4684969"/>
              <a:gd name="connsiteY16" fmla="*/ 0 h 5775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84969" h="5775960">
                <a:moveTo>
                  <a:pt x="155419" y="0"/>
                </a:moveTo>
                <a:lnTo>
                  <a:pt x="4532504" y="0"/>
                </a:lnTo>
                <a:cubicBezTo>
                  <a:pt x="4616708" y="0"/>
                  <a:pt x="4684969" y="68261"/>
                  <a:pt x="4684969" y="152465"/>
                </a:cubicBezTo>
                <a:lnTo>
                  <a:pt x="4684969" y="1255551"/>
                </a:lnTo>
                <a:lnTo>
                  <a:pt x="4684969" y="2625686"/>
                </a:lnTo>
                <a:lnTo>
                  <a:pt x="4684969" y="3728772"/>
                </a:lnTo>
                <a:lnTo>
                  <a:pt x="4682015" y="3743404"/>
                </a:lnTo>
                <a:lnTo>
                  <a:pt x="4682015" y="5623495"/>
                </a:lnTo>
                <a:cubicBezTo>
                  <a:pt x="4682015" y="5707699"/>
                  <a:pt x="4613754" y="5775960"/>
                  <a:pt x="4529550" y="5775960"/>
                </a:cubicBezTo>
                <a:lnTo>
                  <a:pt x="152465" y="5775960"/>
                </a:lnTo>
                <a:cubicBezTo>
                  <a:pt x="68261" y="5775960"/>
                  <a:pt x="0" y="5707699"/>
                  <a:pt x="0" y="5623495"/>
                </a:cubicBezTo>
                <a:lnTo>
                  <a:pt x="0" y="3150274"/>
                </a:lnTo>
                <a:lnTo>
                  <a:pt x="2954" y="3135643"/>
                </a:lnTo>
                <a:lnTo>
                  <a:pt x="2954" y="2625686"/>
                </a:lnTo>
                <a:lnTo>
                  <a:pt x="2954" y="1255551"/>
                </a:lnTo>
                <a:lnTo>
                  <a:pt x="2954" y="152465"/>
                </a:lnTo>
                <a:cubicBezTo>
                  <a:pt x="2954" y="68261"/>
                  <a:pt x="71215" y="0"/>
                  <a:pt x="155419" y="0"/>
                </a:cubicBezTo>
                <a:close/>
              </a:path>
            </a:pathLst>
          </a:custGeom>
        </p:spPr>
        <p:txBody>
          <a:bodyPr wrap="square" tIns="91440" anchor="t" anchorCtr="0">
            <a:noAutofit/>
          </a:bodyPr>
          <a:lstStyle>
            <a:lvl1pPr marL="0" indent="0" algn="ctr">
              <a:spcAft>
                <a:spcPts val="0"/>
              </a:spcAft>
              <a:buNone/>
              <a:defRPr sz="1400">
                <a:latin typeface="+mj-lt"/>
              </a:defRPr>
            </a:lvl1pPr>
          </a:lstStyle>
          <a:p>
            <a:r>
              <a:rPr lang="en-US" noProof="0" dirty="0"/>
              <a:t>Add picture here</a:t>
            </a:r>
          </a:p>
        </p:txBody>
      </p:sp>
      <p:pic>
        <p:nvPicPr>
          <p:cNvPr id="2" name="Pearson Logo" descr="Pearson Logo">
            <a:extLst>
              <a:ext uri="{FF2B5EF4-FFF2-40B4-BE49-F238E27FC236}">
                <a16:creationId xmlns:a16="http://schemas.microsoft.com/office/drawing/2014/main" id="{BCE36E47-9B14-54DA-B29A-8A52C6890A6A}"/>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808945956"/>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bg bwMode="ltGray">
      <p:bgPr>
        <a:solidFill>
          <a:srgbClr val="EDECF6"/>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552450"/>
            <a:ext cx="11091672" cy="819150"/>
          </a:xfrm>
        </p:spPr>
        <p:txBody>
          <a:bodyPr/>
          <a:lstStyle>
            <a:lvl1pPr>
              <a:defRPr>
                <a:latin typeface="+mj-lt"/>
              </a:defRPr>
            </a:lvl1pPr>
          </a:lstStyle>
          <a:p>
            <a:r>
              <a:rPr lang="en-US" noProof="0" dirty="0"/>
              <a:t>Place headline here</a:t>
            </a:r>
          </a:p>
        </p:txBody>
      </p:sp>
      <p:pic>
        <p:nvPicPr>
          <p:cNvPr id="3" name="Pearson Logo" descr="Pearson Logo">
            <a:extLst>
              <a:ext uri="{FF2B5EF4-FFF2-40B4-BE49-F238E27FC236}">
                <a16:creationId xmlns:a16="http://schemas.microsoft.com/office/drawing/2014/main" id="{8CA230E9-E917-0A12-5EE6-E349C17C5607}"/>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366922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tion Only">
    <p:bg bwMode="ltGray">
      <p:bgPr>
        <a:solidFill>
          <a:srgbClr val="EDECF6"/>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1060704"/>
            <a:ext cx="3611880" cy="1700784"/>
          </a:xfrm>
        </p:spPr>
        <p:txBody>
          <a:bodyPr/>
          <a:lstStyle>
            <a:lvl1pPr>
              <a:defRPr>
                <a:latin typeface="+mj-lt"/>
              </a:defRPr>
            </a:lvl1pPr>
          </a:lstStyle>
          <a:p>
            <a:r>
              <a:rPr lang="en-US" noProof="0" dirty="0"/>
              <a:t>Place headline here</a:t>
            </a:r>
          </a:p>
        </p:txBody>
      </p:sp>
      <p:pic>
        <p:nvPicPr>
          <p:cNvPr id="3" name="Pearson Logo" descr="Pearson Logo">
            <a:extLst>
              <a:ext uri="{FF2B5EF4-FFF2-40B4-BE49-F238E27FC236}">
                <a16:creationId xmlns:a16="http://schemas.microsoft.com/office/drawing/2014/main" id="{216BD5ED-FFE4-1A1F-FEC1-34FDBEE5FC3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241249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ption Only Dark B">
    <p:bg bwMode="gray">
      <p:bgRef idx="1001">
        <a:schemeClr val="bg2"/>
      </p:bgRef>
    </p:bg>
    <p:spTree>
      <p:nvGrpSpPr>
        <p:cNvPr id="1" name=""/>
        <p:cNvGrpSpPr/>
        <p:nvPr/>
      </p:nvGrpSpPr>
      <p:grpSpPr>
        <a:xfrm>
          <a:off x="0" y="0"/>
          <a:ext cx="0" cy="0"/>
          <a:chOff x="0" y="0"/>
          <a:chExt cx="0" cy="0"/>
        </a:xfrm>
      </p:grpSpPr>
      <p:sp>
        <p:nvSpPr>
          <p:cNvPr id="6" name="Section">
            <a:extLst>
              <a:ext uri="{FF2B5EF4-FFF2-40B4-BE49-F238E27FC236}">
                <a16:creationId xmlns:a16="http://schemas.microsoft.com/office/drawing/2014/main" id="{C3F5BB9A-EE45-B960-B743-E16FDB97B4E6}"/>
              </a:ext>
            </a:extLst>
          </p:cNvPr>
          <p:cNvSpPr>
            <a:spLocks noGrp="1"/>
          </p:cNvSpPr>
          <p:nvPr>
            <p:ph type="body" sz="quarter" idx="27" hasCustomPrompt="1"/>
          </p:nvPr>
        </p:nvSpPr>
        <p:spPr bwMode="white">
          <a:xfrm>
            <a:off x="550164" y="0"/>
            <a:ext cx="3607200" cy="547200"/>
          </a:xfrm>
        </p:spPr>
        <p:txBody>
          <a:bodyPr anchor="ctr" anchorCtr="0"/>
          <a:lstStyle>
            <a:lvl1pPr marL="0" indent="0">
              <a:spcAft>
                <a:spcPts val="0"/>
              </a:spcAft>
              <a:buNone/>
              <a:defRPr sz="1000" cap="all" baseline="0">
                <a:solidFill>
                  <a:srgbClr val="C1BFFF"/>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bwMode="white">
          <a:xfrm>
            <a:off x="550164" y="1060704"/>
            <a:ext cx="3611880" cy="1700784"/>
          </a:xfrm>
        </p:spPr>
        <p:txBody>
          <a:bodyPr/>
          <a:lstStyle>
            <a:lvl1pPr>
              <a:defRPr sz="4000">
                <a:solidFill>
                  <a:schemeClr val="tx2"/>
                </a:solidFill>
                <a:latin typeface="+mj-lt"/>
              </a:defRPr>
            </a:lvl1pPr>
          </a:lstStyle>
          <a:p>
            <a:r>
              <a:rPr lang="en-US" noProof="0" dirty="0"/>
              <a:t>Place headline here</a:t>
            </a:r>
          </a:p>
        </p:txBody>
      </p:sp>
      <p:pic>
        <p:nvPicPr>
          <p:cNvPr id="3" name="Pearson Logo" descr="Pearson Logo">
            <a:extLst>
              <a:ext uri="{FF2B5EF4-FFF2-40B4-BE49-F238E27FC236}">
                <a16:creationId xmlns:a16="http://schemas.microsoft.com/office/drawing/2014/main" id="{B5342FDA-46C7-617E-DB0D-1E566276679F}"/>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941583095"/>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1198415D-8549-B0A2-B49C-4DD0F7B93F3F}"/>
              </a:ext>
            </a:extLst>
          </p:cNvPr>
          <p:cNvSpPr>
            <a:spLocks noGrp="1"/>
          </p:cNvSpPr>
          <p:nvPr>
            <p:ph type="body" sz="quarter" idx="27" hasCustomPrompt="1"/>
          </p:nvPr>
        </p:nvSpPr>
        <p:spPr bwMode="black">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58E6F1EA-6CF7-3128-DEA7-11609358DF4C}"/>
              </a:ext>
            </a:extLst>
          </p:cNvPr>
          <p:cNvSpPr>
            <a:spLocks noGrp="1"/>
          </p:cNvSpPr>
          <p:nvPr>
            <p:ph type="title" hasCustomPrompt="1"/>
          </p:nvPr>
        </p:nvSpPr>
        <p:spPr bwMode="black"/>
        <p:txBody>
          <a:bodyPr/>
          <a:lstStyle>
            <a:lvl1pPr>
              <a:defRPr>
                <a:latin typeface="+mj-lt"/>
              </a:defRPr>
            </a:lvl1pPr>
          </a:lstStyle>
          <a:p>
            <a:r>
              <a:rPr lang="en-US" noProof="0" dirty="0"/>
              <a:t>Place headline here</a:t>
            </a:r>
          </a:p>
        </p:txBody>
      </p:sp>
      <p:sp>
        <p:nvSpPr>
          <p:cNvPr id="3" name="Content">
            <a:extLst>
              <a:ext uri="{FF2B5EF4-FFF2-40B4-BE49-F238E27FC236}">
                <a16:creationId xmlns:a16="http://schemas.microsoft.com/office/drawing/2014/main" id="{6D28ED81-2168-60B7-3C56-6C4C72659C6F}"/>
              </a:ext>
            </a:extLst>
          </p:cNvPr>
          <p:cNvSpPr>
            <a:spLocks noGrp="1"/>
          </p:cNvSpPr>
          <p:nvPr>
            <p:ph idx="1"/>
          </p:nvPr>
        </p:nvSpPr>
        <p:spPr bwMode="black">
          <a:xfrm>
            <a:off x="550164" y="1918336"/>
            <a:ext cx="11091672" cy="3844800"/>
          </a:xfrm>
        </p:spPr>
        <p:txBody>
          <a:bodyPr/>
          <a:lstStyle>
            <a:lvl1pPr marL="0" indent="0">
              <a:buNone/>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ource">
            <a:extLst>
              <a:ext uri="{FF2B5EF4-FFF2-40B4-BE49-F238E27FC236}">
                <a16:creationId xmlns:a16="http://schemas.microsoft.com/office/drawing/2014/main" id="{CAE04B0A-33E1-1409-5B92-0FF8FB4CFAFF}"/>
              </a:ext>
            </a:extLst>
          </p:cNvPr>
          <p:cNvSpPr>
            <a:spLocks noGrp="1"/>
          </p:cNvSpPr>
          <p:nvPr>
            <p:ph type="body" sz="quarter" idx="14" hasCustomPrompt="1"/>
          </p:nvPr>
        </p:nvSpPr>
        <p:spPr bwMode="black">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4" name="Pearson Logo" descr="Pearson Logo">
            <a:extLst>
              <a:ext uri="{FF2B5EF4-FFF2-40B4-BE49-F238E27FC236}">
                <a16:creationId xmlns:a16="http://schemas.microsoft.com/office/drawing/2014/main" id="{200557E4-F984-BD89-3BEA-34FE0C6B5D6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055344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bwMode="ltGray">
      <p:bgRef idx="1001">
        <a:schemeClr val="bg1"/>
      </p:bgRef>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1198415D-8549-B0A2-B49C-4DD0F7B93F3F}"/>
              </a:ext>
            </a:extLst>
          </p:cNvPr>
          <p:cNvSpPr>
            <a:spLocks noGrp="1"/>
          </p:cNvSpPr>
          <p:nvPr>
            <p:ph type="body" sz="quarter" idx="27" hasCustomPrompt="1"/>
          </p:nvPr>
        </p:nvSpPr>
        <p:spPr bwMode="black">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58E6F1EA-6CF7-3128-DEA7-11609358DF4C}"/>
              </a:ext>
            </a:extLst>
          </p:cNvPr>
          <p:cNvSpPr>
            <a:spLocks noGrp="1"/>
          </p:cNvSpPr>
          <p:nvPr>
            <p:ph type="title" hasCustomPrompt="1"/>
          </p:nvPr>
        </p:nvSpPr>
        <p:spPr bwMode="black">
          <a:xfrm>
            <a:off x="550164" y="552450"/>
            <a:ext cx="11091672" cy="819150"/>
          </a:xfrm>
        </p:spPr>
        <p:txBody>
          <a:bodyPr/>
          <a:lstStyle>
            <a:lvl1pPr>
              <a:defRPr>
                <a:latin typeface="+mj-lt"/>
              </a:defRPr>
            </a:lvl1pPr>
          </a:lstStyle>
          <a:p>
            <a:r>
              <a:rPr lang="en-US" noProof="0" dirty="0"/>
              <a:t>Place headline here</a:t>
            </a:r>
          </a:p>
        </p:txBody>
      </p:sp>
      <p:sp>
        <p:nvSpPr>
          <p:cNvPr id="9" name="Subhead 1">
            <a:extLst>
              <a:ext uri="{FF2B5EF4-FFF2-40B4-BE49-F238E27FC236}">
                <a16:creationId xmlns:a16="http://schemas.microsoft.com/office/drawing/2014/main" id="{07EAE08C-E86C-DE1B-AA27-8CE1AC9C3F1B}"/>
              </a:ext>
            </a:extLst>
          </p:cNvPr>
          <p:cNvSpPr>
            <a:spLocks noGrp="1"/>
          </p:cNvSpPr>
          <p:nvPr>
            <p:ph type="body" idx="29" hasCustomPrompt="1"/>
          </p:nvPr>
        </p:nvSpPr>
        <p:spPr bwMode="gray">
          <a:xfrm>
            <a:off x="550164" y="1918336"/>
            <a:ext cx="5148072" cy="402336"/>
          </a:xfrm>
        </p:spPr>
        <p:txBody>
          <a:bodyPr anchor="t" anchorCtr="0"/>
          <a:lstStyle>
            <a:lvl1pPr marL="0" indent="0">
              <a:spcAft>
                <a:spcPts val="0"/>
              </a:spcAft>
              <a:buNone/>
              <a:defRPr sz="1600" b="0">
                <a:solidFill>
                  <a:srgbClr val="0D004D"/>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3" name="Content 1">
            <a:extLst>
              <a:ext uri="{FF2B5EF4-FFF2-40B4-BE49-F238E27FC236}">
                <a16:creationId xmlns:a16="http://schemas.microsoft.com/office/drawing/2014/main" id="{6D28ED81-2168-60B7-3C56-6C4C72659C6F}"/>
              </a:ext>
            </a:extLst>
          </p:cNvPr>
          <p:cNvSpPr>
            <a:spLocks noGrp="1"/>
          </p:cNvSpPr>
          <p:nvPr>
            <p:ph idx="1"/>
          </p:nvPr>
        </p:nvSpPr>
        <p:spPr bwMode="black">
          <a:xfrm>
            <a:off x="550164" y="2324991"/>
            <a:ext cx="5148072" cy="3438144"/>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Subhead 2">
            <a:extLst>
              <a:ext uri="{FF2B5EF4-FFF2-40B4-BE49-F238E27FC236}">
                <a16:creationId xmlns:a16="http://schemas.microsoft.com/office/drawing/2014/main" id="{A727872E-DF2F-7764-CD07-F1FB20D810BF}"/>
              </a:ext>
            </a:extLst>
          </p:cNvPr>
          <p:cNvSpPr>
            <a:spLocks noGrp="1"/>
          </p:cNvSpPr>
          <p:nvPr>
            <p:ph type="body" idx="30" hasCustomPrompt="1"/>
          </p:nvPr>
        </p:nvSpPr>
        <p:spPr bwMode="gray">
          <a:xfrm>
            <a:off x="6493764" y="1918336"/>
            <a:ext cx="5148072" cy="402336"/>
          </a:xfrm>
        </p:spPr>
        <p:txBody>
          <a:bodyPr anchor="t" anchorCtr="0"/>
          <a:lstStyle>
            <a:lvl1pPr marL="0" indent="0">
              <a:spcAft>
                <a:spcPts val="0"/>
              </a:spcAft>
              <a:buNone/>
              <a:defRPr sz="1600" b="0">
                <a:solidFill>
                  <a:srgbClr val="0D004D"/>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4" name="Content 2">
            <a:extLst>
              <a:ext uri="{FF2B5EF4-FFF2-40B4-BE49-F238E27FC236}">
                <a16:creationId xmlns:a16="http://schemas.microsoft.com/office/drawing/2014/main" id="{BA46652D-59D0-2597-E788-FF03D2F1B8AE}"/>
              </a:ext>
            </a:extLst>
          </p:cNvPr>
          <p:cNvSpPr>
            <a:spLocks noGrp="1"/>
          </p:cNvSpPr>
          <p:nvPr>
            <p:ph idx="28"/>
          </p:nvPr>
        </p:nvSpPr>
        <p:spPr bwMode="black">
          <a:xfrm>
            <a:off x="6493764" y="2324991"/>
            <a:ext cx="5148072" cy="3438144"/>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ource">
            <a:extLst>
              <a:ext uri="{FF2B5EF4-FFF2-40B4-BE49-F238E27FC236}">
                <a16:creationId xmlns:a16="http://schemas.microsoft.com/office/drawing/2014/main" id="{CAE04B0A-33E1-1409-5B92-0FF8FB4CFAFF}"/>
              </a:ext>
            </a:extLst>
          </p:cNvPr>
          <p:cNvSpPr>
            <a:spLocks noGrp="1"/>
          </p:cNvSpPr>
          <p:nvPr>
            <p:ph type="body" sz="quarter" idx="14" hasCustomPrompt="1"/>
          </p:nvPr>
        </p:nvSpPr>
        <p:spPr bwMode="black">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a:t>Place source here</a:t>
            </a:r>
          </a:p>
        </p:txBody>
      </p:sp>
      <p:pic>
        <p:nvPicPr>
          <p:cNvPr id="11" name="Pearson Logo" descr="Pearson Logo">
            <a:extLst>
              <a:ext uri="{FF2B5EF4-FFF2-40B4-BE49-F238E27FC236}">
                <a16:creationId xmlns:a16="http://schemas.microsoft.com/office/drawing/2014/main" id="{3D6BD849-3711-5FF7-467F-EED67ACAE3EE}"/>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935787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
    <p:bg bwMode="ltGray">
      <p:bgPr>
        <a:solidFill>
          <a:srgbClr val="EDECF6"/>
        </a:solidFill>
        <a:effectLst/>
      </p:bgPr>
    </p:bg>
    <p:spTree>
      <p:nvGrpSpPr>
        <p:cNvPr id="1" name=""/>
        <p:cNvGrpSpPr/>
        <p:nvPr/>
      </p:nvGrpSpPr>
      <p:grpSpPr>
        <a:xfrm>
          <a:off x="0" y="0"/>
          <a:ext cx="0" cy="0"/>
          <a:chOff x="0" y="0"/>
          <a:chExt cx="0" cy="0"/>
        </a:xfrm>
      </p:grpSpPr>
      <p:sp>
        <p:nvSpPr>
          <p:cNvPr id="12" name="Section">
            <a:extLst>
              <a:ext uri="{FF2B5EF4-FFF2-40B4-BE49-F238E27FC236}">
                <a16:creationId xmlns:a16="http://schemas.microsoft.com/office/drawing/2014/main" id="{A34E4C6B-5D79-B45A-E43E-64E148A689AA}"/>
              </a:ext>
            </a:extLst>
          </p:cNvPr>
          <p:cNvSpPr>
            <a:spLocks noGrp="1"/>
          </p:cNvSpPr>
          <p:nvPr>
            <p:ph type="body" sz="quarter" idx="27" hasCustomPrompt="1"/>
          </p:nvPr>
        </p:nvSpPr>
        <p:spPr bwMode="auto">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10" name="Title">
            <a:extLst>
              <a:ext uri="{FF2B5EF4-FFF2-40B4-BE49-F238E27FC236}">
                <a16:creationId xmlns:a16="http://schemas.microsoft.com/office/drawing/2014/main" id="{6D097E3A-836D-C88E-C5FF-DA199AB3273F}"/>
              </a:ext>
            </a:extLst>
          </p:cNvPr>
          <p:cNvSpPr>
            <a:spLocks noGrp="1"/>
          </p:cNvSpPr>
          <p:nvPr>
            <p:ph type="title" hasCustomPrompt="1"/>
          </p:nvPr>
        </p:nvSpPr>
        <p:spPr bwMode="auto">
          <a:xfrm>
            <a:off x="550164" y="1370209"/>
            <a:ext cx="3605276" cy="2046885"/>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3" name="Subhead 1">
            <a:extLst>
              <a:ext uri="{FF2B5EF4-FFF2-40B4-BE49-F238E27FC236}">
                <a16:creationId xmlns:a16="http://schemas.microsoft.com/office/drawing/2014/main" id="{1D8D160B-6BB7-235F-B8C9-392F2A862DC3}"/>
              </a:ext>
            </a:extLst>
          </p:cNvPr>
          <p:cNvSpPr>
            <a:spLocks noGrp="1"/>
          </p:cNvSpPr>
          <p:nvPr>
            <p:ph type="body" idx="1" hasCustomPrompt="1"/>
          </p:nvPr>
        </p:nvSpPr>
        <p:spPr bwMode="auto">
          <a:xfrm>
            <a:off x="5229198" y="1370209"/>
            <a:ext cx="2798790" cy="548285"/>
          </a:xfrm>
        </p:spPr>
        <p:txBody>
          <a:bodyPr anchor="t" anchorCtr="0"/>
          <a:lstStyle>
            <a:lvl1pPr marL="0" indent="0">
              <a:spcAft>
                <a:spcPts val="0"/>
              </a:spcAft>
              <a:buNone/>
              <a:defRPr sz="1600" b="1" i="0">
                <a:solidFill>
                  <a:srgbClr val="512EAB"/>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14" name="Text 1">
            <a:extLst>
              <a:ext uri="{FF2B5EF4-FFF2-40B4-BE49-F238E27FC236}">
                <a16:creationId xmlns:a16="http://schemas.microsoft.com/office/drawing/2014/main" id="{77F77711-B0B4-D754-EE55-C42626C53CE0}"/>
              </a:ext>
            </a:extLst>
          </p:cNvPr>
          <p:cNvSpPr>
            <a:spLocks noGrp="1"/>
          </p:cNvSpPr>
          <p:nvPr>
            <p:ph type="body" sz="quarter" idx="29"/>
          </p:nvPr>
        </p:nvSpPr>
        <p:spPr bwMode="auto">
          <a:xfrm>
            <a:off x="5229924" y="2108200"/>
            <a:ext cx="2798064" cy="3118104"/>
          </a:xfrm>
        </p:spPr>
        <p:txBody>
          <a:bodyPr/>
          <a:lstStyle>
            <a:lvl1pPr marL="0" indent="0">
              <a:buFont typeface="Plus Jakarta Sans" pitchFamily="2" charse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cxnSp>
        <p:nvCxnSpPr>
          <p:cNvPr id="5" name="Straight Connector 1">
            <a:extLst>
              <a:ext uri="{FF2B5EF4-FFF2-40B4-BE49-F238E27FC236}">
                <a16:creationId xmlns:a16="http://schemas.microsoft.com/office/drawing/2014/main" id="{42CCE2CB-C2F1-C23D-5038-0F0F96F10CB4}"/>
              </a:ext>
              <a:ext uri="{C183D7F6-B498-43B3-948B-1728B52AA6E4}">
                <adec:decorative xmlns:adec="http://schemas.microsoft.com/office/drawing/2017/decorative" val="1"/>
              </a:ext>
            </a:extLst>
          </p:cNvPr>
          <p:cNvCxnSpPr>
            <a:cxnSpLocks/>
          </p:cNvCxnSpPr>
          <p:nvPr userDrawn="1"/>
        </p:nvCxnSpPr>
        <p:spPr bwMode="black">
          <a:xfrm>
            <a:off x="5229198" y="5762625"/>
            <a:ext cx="280800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2" name="Subhead 2">
            <a:extLst>
              <a:ext uri="{FF2B5EF4-FFF2-40B4-BE49-F238E27FC236}">
                <a16:creationId xmlns:a16="http://schemas.microsoft.com/office/drawing/2014/main" id="{12DD4D0C-231A-A197-B394-0D844D72DDF7}"/>
              </a:ext>
            </a:extLst>
          </p:cNvPr>
          <p:cNvSpPr>
            <a:spLocks noGrp="1"/>
          </p:cNvSpPr>
          <p:nvPr>
            <p:ph type="body" idx="13" hasCustomPrompt="1"/>
          </p:nvPr>
        </p:nvSpPr>
        <p:spPr bwMode="auto">
          <a:xfrm>
            <a:off x="8836025" y="1370209"/>
            <a:ext cx="2798790" cy="548285"/>
          </a:xfrm>
        </p:spPr>
        <p:txBody>
          <a:bodyPr anchor="t" anchorCtr="0"/>
          <a:lstStyle>
            <a:lvl1pPr marL="0" indent="0">
              <a:spcAft>
                <a:spcPts val="0"/>
              </a:spcAft>
              <a:buNone/>
              <a:defRPr sz="1600" b="1" i="0">
                <a:solidFill>
                  <a:srgbClr val="512EAB"/>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15" name="Text 2">
            <a:extLst>
              <a:ext uri="{FF2B5EF4-FFF2-40B4-BE49-F238E27FC236}">
                <a16:creationId xmlns:a16="http://schemas.microsoft.com/office/drawing/2014/main" id="{301A2659-47C6-F860-230D-57CD888618C9}"/>
              </a:ext>
            </a:extLst>
          </p:cNvPr>
          <p:cNvSpPr>
            <a:spLocks noGrp="1"/>
          </p:cNvSpPr>
          <p:nvPr>
            <p:ph type="body" sz="quarter" idx="30"/>
          </p:nvPr>
        </p:nvSpPr>
        <p:spPr bwMode="auto">
          <a:xfrm>
            <a:off x="8836751" y="2108200"/>
            <a:ext cx="2798064" cy="3118104"/>
          </a:xfrm>
        </p:spPr>
        <p:txBody>
          <a:bodyPr/>
          <a:lstStyle>
            <a:lvl1pPr>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cxnSp>
        <p:nvCxnSpPr>
          <p:cNvPr id="7" name="Straight Connector 2">
            <a:extLst>
              <a:ext uri="{FF2B5EF4-FFF2-40B4-BE49-F238E27FC236}">
                <a16:creationId xmlns:a16="http://schemas.microsoft.com/office/drawing/2014/main" id="{804BE8F5-7759-8837-7CFF-9934B51864A3}"/>
              </a:ext>
              <a:ext uri="{C183D7F6-B498-43B3-948B-1728B52AA6E4}">
                <adec:decorative xmlns:adec="http://schemas.microsoft.com/office/drawing/2017/decorative" val="1"/>
              </a:ext>
            </a:extLst>
          </p:cNvPr>
          <p:cNvCxnSpPr>
            <a:cxnSpLocks/>
          </p:cNvCxnSpPr>
          <p:nvPr userDrawn="1"/>
        </p:nvCxnSpPr>
        <p:spPr bwMode="black">
          <a:xfrm>
            <a:off x="8823298" y="5762625"/>
            <a:ext cx="280800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13" name="Source">
            <a:extLst>
              <a:ext uri="{FF2B5EF4-FFF2-40B4-BE49-F238E27FC236}">
                <a16:creationId xmlns:a16="http://schemas.microsoft.com/office/drawing/2014/main" id="{F282657E-E1F3-2CB7-0B06-06559C9DE77B}"/>
              </a:ext>
            </a:extLst>
          </p:cNvPr>
          <p:cNvSpPr>
            <a:spLocks noGrp="1"/>
          </p:cNvSpPr>
          <p:nvPr>
            <p:ph type="body" sz="quarter" idx="28" hasCustomPrompt="1"/>
          </p:nvPr>
        </p:nvSpPr>
        <p:spPr bwMode="auto">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4" name="Pearson Logo" descr="Pearson Logo">
            <a:extLst>
              <a:ext uri="{FF2B5EF4-FFF2-40B4-BE49-F238E27FC236}">
                <a16:creationId xmlns:a16="http://schemas.microsoft.com/office/drawing/2014/main" id="{856DCC0B-B1CB-72B2-39DB-D4B8E543C823}"/>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91465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
    <p:bg bwMode="ltGray">
      <p:bgPr>
        <a:solidFill>
          <a:srgbClr val="EDECF6"/>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B46011D7-D3D9-E78A-4E0E-EE1A5B247FC2}"/>
              </a:ext>
            </a:extLst>
          </p:cNvPr>
          <p:cNvSpPr>
            <a:spLocks noGrp="1"/>
          </p:cNvSpPr>
          <p:nvPr>
            <p:ph type="body" sz="quarter" idx="27" hasCustomPrompt="1"/>
          </p:nvPr>
        </p:nvSpPr>
        <p:spPr bwMode="gray">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10" name="Title">
            <a:extLst>
              <a:ext uri="{FF2B5EF4-FFF2-40B4-BE49-F238E27FC236}">
                <a16:creationId xmlns:a16="http://schemas.microsoft.com/office/drawing/2014/main" id="{6D097E3A-836D-C88E-C5FF-DA199AB3273F}"/>
              </a:ext>
            </a:extLst>
          </p:cNvPr>
          <p:cNvSpPr>
            <a:spLocks noGrp="1"/>
          </p:cNvSpPr>
          <p:nvPr>
            <p:ph type="title" hasCustomPrompt="1"/>
          </p:nvPr>
        </p:nvSpPr>
        <p:spPr bwMode="gray">
          <a:xfrm>
            <a:off x="550164" y="552450"/>
            <a:ext cx="11091672" cy="819150"/>
          </a:xfrm>
        </p:spPr>
        <p:txBody>
          <a:bodyPr/>
          <a:lstStyle>
            <a:lvl1pPr>
              <a:defRPr>
                <a:latin typeface="+mj-lt"/>
              </a:defRPr>
            </a:lvl1pPr>
          </a:lstStyle>
          <a:p>
            <a:r>
              <a:rPr lang="en-US" noProof="0" dirty="0"/>
              <a:t>Place headline here</a:t>
            </a:r>
          </a:p>
        </p:txBody>
      </p:sp>
      <p:sp>
        <p:nvSpPr>
          <p:cNvPr id="4" name="Rounded Rectangle 1">
            <a:extLst>
              <a:ext uri="{FF2B5EF4-FFF2-40B4-BE49-F238E27FC236}">
                <a16:creationId xmlns:a16="http://schemas.microsoft.com/office/drawing/2014/main" id="{3ADF9686-3955-45BC-803C-08C23156E943}"/>
              </a:ext>
              <a:ext uri="{C183D7F6-B498-43B3-948B-1728B52AA6E4}">
                <adec:decorative xmlns:adec="http://schemas.microsoft.com/office/drawing/2017/decorative" val="1"/>
              </a:ext>
            </a:extLst>
          </p:cNvPr>
          <p:cNvSpPr/>
          <p:nvPr userDrawn="1"/>
        </p:nvSpPr>
        <p:spPr bwMode="gray">
          <a:xfrm>
            <a:off x="550164" y="1644648"/>
            <a:ext cx="3428347" cy="4391757"/>
          </a:xfrm>
          <a:prstGeom prst="roundRect">
            <a:avLst>
              <a:gd name="adj" fmla="val 5109"/>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42" name="Subhead 1">
            <a:extLst>
              <a:ext uri="{FF2B5EF4-FFF2-40B4-BE49-F238E27FC236}">
                <a16:creationId xmlns:a16="http://schemas.microsoft.com/office/drawing/2014/main" id="{5D7DE015-F779-D7DF-38B5-B232433543E3}"/>
              </a:ext>
            </a:extLst>
          </p:cNvPr>
          <p:cNvSpPr>
            <a:spLocks noGrp="1"/>
          </p:cNvSpPr>
          <p:nvPr>
            <p:ph type="body" sz="quarter" idx="16" hasCustomPrompt="1"/>
          </p:nvPr>
        </p:nvSpPr>
        <p:spPr bwMode="gray">
          <a:xfrm>
            <a:off x="823764" y="1917698"/>
            <a:ext cx="2881147" cy="295688"/>
          </a:xfrm>
        </p:spPr>
        <p:txBody>
          <a:bodyPr/>
          <a:lstStyle>
            <a:lvl1pPr marL="0" indent="0">
              <a:buNone/>
              <a:defRPr sz="1200" b="0" cap="all" baseline="0">
                <a:solidFill>
                  <a:srgbClr val="0D004D"/>
                </a:solidFill>
                <a:latin typeface="+mj-lt"/>
                <a:cs typeface="Segoe UI" panose="020B0502040204020203" pitchFamily="34"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dirty="0"/>
              <a:t>SUBHEAD</a:t>
            </a:r>
          </a:p>
        </p:txBody>
      </p:sp>
      <p:sp>
        <p:nvSpPr>
          <p:cNvPr id="40" name="Description 1">
            <a:extLst>
              <a:ext uri="{FF2B5EF4-FFF2-40B4-BE49-F238E27FC236}">
                <a16:creationId xmlns:a16="http://schemas.microsoft.com/office/drawing/2014/main" id="{200DDE1B-BD22-FFF3-B49F-A0CFC2E212C8}"/>
              </a:ext>
            </a:extLst>
          </p:cNvPr>
          <p:cNvSpPr>
            <a:spLocks noGrp="1"/>
          </p:cNvSpPr>
          <p:nvPr>
            <p:ph type="body" idx="1" hasCustomPrompt="1"/>
          </p:nvPr>
        </p:nvSpPr>
        <p:spPr bwMode="gray">
          <a:xfrm>
            <a:off x="824620" y="2213386"/>
            <a:ext cx="2879434" cy="1286599"/>
          </a:xfrm>
        </p:spPr>
        <p:txBody>
          <a:bodyPr anchor="t" anchorCtr="0"/>
          <a:lstStyle>
            <a:lvl1pPr marL="0" indent="0">
              <a:spcAft>
                <a:spcPts val="0"/>
              </a:spcAft>
              <a:buNone/>
              <a:defRPr sz="1600" b="1" i="0">
                <a:solidFill>
                  <a:srgbClr val="0D004D"/>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long subhead here</a:t>
            </a:r>
          </a:p>
        </p:txBody>
      </p:sp>
      <p:sp>
        <p:nvSpPr>
          <p:cNvPr id="41" name="Text 1">
            <a:extLst>
              <a:ext uri="{FF2B5EF4-FFF2-40B4-BE49-F238E27FC236}">
                <a16:creationId xmlns:a16="http://schemas.microsoft.com/office/drawing/2014/main" id="{5076CBFB-6431-4165-78BC-8CD0FD4AE1AC}"/>
              </a:ext>
            </a:extLst>
          </p:cNvPr>
          <p:cNvSpPr>
            <a:spLocks noGrp="1"/>
          </p:cNvSpPr>
          <p:nvPr>
            <p:ph type="body" sz="quarter" idx="15"/>
          </p:nvPr>
        </p:nvSpPr>
        <p:spPr bwMode="gray">
          <a:xfrm>
            <a:off x="823764" y="3499986"/>
            <a:ext cx="2881147" cy="2262640"/>
          </a:xfrm>
        </p:spPr>
        <p:txBody>
          <a:bodyPr/>
          <a:lstStyle>
            <a:lvl1pPr marL="0" indent="0">
              <a:buNone/>
              <a:defRPr sz="1200">
                <a:solidFill>
                  <a:srgbClr val="0D004D"/>
                </a:solidFill>
                <a:latin typeface="+mj-lt"/>
                <a:cs typeface="Segoe UI" panose="020B0502040204020203" pitchFamily="34" charset="0"/>
              </a:defRPr>
            </a:lvl1pPr>
            <a:lvl2pPr>
              <a:defRPr sz="1200">
                <a:solidFill>
                  <a:srgbClr val="0D004D"/>
                </a:solidFill>
                <a:latin typeface="+mj-lt"/>
                <a:cs typeface="Segoe UI" panose="020B0502040204020203" pitchFamily="34" charset="0"/>
              </a:defRPr>
            </a:lvl2pPr>
            <a:lvl3pPr>
              <a:defRPr sz="1200">
                <a:solidFill>
                  <a:srgbClr val="0D004D"/>
                </a:solidFill>
                <a:latin typeface="+mj-lt"/>
                <a:cs typeface="Segoe UI" panose="020B0502040204020203" pitchFamily="34" charset="0"/>
              </a:defRPr>
            </a:lvl3pPr>
            <a:lvl4pPr>
              <a:defRPr sz="1200">
                <a:solidFill>
                  <a:srgbClr val="0D004D"/>
                </a:solidFill>
                <a:latin typeface="+mj-lt"/>
                <a:cs typeface="Segoe UI" panose="020B0502040204020203" pitchFamily="34" charset="0"/>
              </a:defRPr>
            </a:lvl4pPr>
            <a:lvl5pPr>
              <a:defRPr sz="1200">
                <a:solidFill>
                  <a:srgbClr val="0D004D"/>
                </a:solidFill>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Rounded Rectangle 2">
            <a:extLst>
              <a:ext uri="{FF2B5EF4-FFF2-40B4-BE49-F238E27FC236}">
                <a16:creationId xmlns:a16="http://schemas.microsoft.com/office/drawing/2014/main" id="{2BFAB769-0302-A0F4-0B4E-E933B063A704}"/>
              </a:ext>
              <a:ext uri="{C183D7F6-B498-43B3-948B-1728B52AA6E4}">
                <adec:decorative xmlns:adec="http://schemas.microsoft.com/office/drawing/2017/decorative" val="1"/>
              </a:ext>
            </a:extLst>
          </p:cNvPr>
          <p:cNvSpPr/>
          <p:nvPr userDrawn="1"/>
        </p:nvSpPr>
        <p:spPr bwMode="gray">
          <a:xfrm>
            <a:off x="4382271" y="1644648"/>
            <a:ext cx="3428347" cy="4391757"/>
          </a:xfrm>
          <a:prstGeom prst="roundRect">
            <a:avLst>
              <a:gd name="adj" fmla="val 5109"/>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48" name="Subhead 2">
            <a:extLst>
              <a:ext uri="{FF2B5EF4-FFF2-40B4-BE49-F238E27FC236}">
                <a16:creationId xmlns:a16="http://schemas.microsoft.com/office/drawing/2014/main" id="{EBB6A4C3-F20C-97B6-A6E2-7FE2F60C625B}"/>
              </a:ext>
              <a:ext uri="{C183D7F6-B498-43B3-948B-1728B52AA6E4}">
                <adec:decorative xmlns:adec="http://schemas.microsoft.com/office/drawing/2017/decorative" val="0"/>
              </a:ext>
            </a:extLst>
          </p:cNvPr>
          <p:cNvSpPr>
            <a:spLocks noGrp="1"/>
          </p:cNvSpPr>
          <p:nvPr>
            <p:ph type="body" sz="quarter" idx="19" hasCustomPrompt="1"/>
          </p:nvPr>
        </p:nvSpPr>
        <p:spPr bwMode="gray">
          <a:xfrm>
            <a:off x="4655426" y="1917698"/>
            <a:ext cx="2881147" cy="295688"/>
          </a:xfrm>
        </p:spPr>
        <p:txBody>
          <a:bodyPr/>
          <a:lstStyle>
            <a:lvl1pPr marL="0" indent="0">
              <a:buNone/>
              <a:defRPr sz="1200" b="0" cap="all" baseline="0">
                <a:solidFill>
                  <a:srgbClr val="0D004D"/>
                </a:solidFill>
                <a:latin typeface="+mj-lt"/>
                <a:cs typeface="Segoe UI" panose="020B0502040204020203" pitchFamily="34"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SUBHEAD</a:t>
            </a:r>
          </a:p>
        </p:txBody>
      </p:sp>
      <p:sp>
        <p:nvSpPr>
          <p:cNvPr id="46" name="Description 2">
            <a:extLst>
              <a:ext uri="{FF2B5EF4-FFF2-40B4-BE49-F238E27FC236}">
                <a16:creationId xmlns:a16="http://schemas.microsoft.com/office/drawing/2014/main" id="{F47F8685-5701-1F62-373B-06DF4BA775FC}"/>
              </a:ext>
            </a:extLst>
          </p:cNvPr>
          <p:cNvSpPr>
            <a:spLocks noGrp="1"/>
          </p:cNvSpPr>
          <p:nvPr>
            <p:ph type="body" idx="17" hasCustomPrompt="1"/>
          </p:nvPr>
        </p:nvSpPr>
        <p:spPr bwMode="gray">
          <a:xfrm>
            <a:off x="4656282" y="2213386"/>
            <a:ext cx="2879434" cy="1286599"/>
          </a:xfrm>
        </p:spPr>
        <p:txBody>
          <a:bodyPr anchor="t" anchorCtr="0"/>
          <a:lstStyle>
            <a:lvl1pPr marL="0" indent="0">
              <a:spcAft>
                <a:spcPts val="0"/>
              </a:spcAft>
              <a:buNone/>
              <a:defRPr sz="1600" b="1" i="0">
                <a:solidFill>
                  <a:srgbClr val="0D004D"/>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Place long subhead here</a:t>
            </a:r>
          </a:p>
        </p:txBody>
      </p:sp>
      <p:sp>
        <p:nvSpPr>
          <p:cNvPr id="47" name="Text 3">
            <a:extLst>
              <a:ext uri="{FF2B5EF4-FFF2-40B4-BE49-F238E27FC236}">
                <a16:creationId xmlns:a16="http://schemas.microsoft.com/office/drawing/2014/main" id="{BE7C743A-BCC0-336E-7A19-A4EE4A53B95F}"/>
              </a:ext>
            </a:extLst>
          </p:cNvPr>
          <p:cNvSpPr>
            <a:spLocks noGrp="1"/>
          </p:cNvSpPr>
          <p:nvPr>
            <p:ph type="body" sz="quarter" idx="18"/>
          </p:nvPr>
        </p:nvSpPr>
        <p:spPr bwMode="gray">
          <a:xfrm>
            <a:off x="4655426" y="3499986"/>
            <a:ext cx="2881147" cy="2262640"/>
          </a:xfrm>
        </p:spPr>
        <p:txBody>
          <a:bodyPr/>
          <a:lstStyle>
            <a:lvl1pPr marL="0" indent="0">
              <a:buNone/>
              <a:defRPr sz="1200">
                <a:solidFill>
                  <a:srgbClr val="0D004D"/>
                </a:solidFill>
                <a:latin typeface="+mj-lt"/>
                <a:cs typeface="Segoe UI" panose="020B0502040204020203" pitchFamily="34" charset="0"/>
              </a:defRPr>
            </a:lvl1pPr>
            <a:lvl2pPr>
              <a:defRPr sz="1200">
                <a:solidFill>
                  <a:srgbClr val="0D004D"/>
                </a:solidFill>
                <a:latin typeface="+mj-lt"/>
                <a:cs typeface="Segoe UI" panose="020B0502040204020203" pitchFamily="34" charset="0"/>
              </a:defRPr>
            </a:lvl2pPr>
            <a:lvl3pPr>
              <a:defRPr sz="1200">
                <a:solidFill>
                  <a:srgbClr val="0D004D"/>
                </a:solidFill>
                <a:latin typeface="+mj-lt"/>
                <a:cs typeface="Segoe UI" panose="020B0502040204020203" pitchFamily="34" charset="0"/>
              </a:defRPr>
            </a:lvl3pPr>
            <a:lvl4pPr>
              <a:defRPr sz="1200">
                <a:solidFill>
                  <a:srgbClr val="0D004D"/>
                </a:solidFill>
                <a:latin typeface="+mj-lt"/>
                <a:cs typeface="Segoe UI" panose="020B0502040204020203" pitchFamily="34" charset="0"/>
              </a:defRPr>
            </a:lvl4pPr>
            <a:lvl5pPr>
              <a:defRPr sz="1200">
                <a:solidFill>
                  <a:srgbClr val="0D004D"/>
                </a:solidFill>
                <a:latin typeface="+mj-lt"/>
                <a:cs typeface="Segoe UI" panose="020B0502040204020203"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ounded Rectangle 3">
            <a:extLst>
              <a:ext uri="{FF2B5EF4-FFF2-40B4-BE49-F238E27FC236}">
                <a16:creationId xmlns:a16="http://schemas.microsoft.com/office/drawing/2014/main" id="{21B29E7D-1997-B853-9D90-E1307B9773AB}"/>
              </a:ext>
              <a:ext uri="{C183D7F6-B498-43B3-948B-1728B52AA6E4}">
                <adec:decorative xmlns:adec="http://schemas.microsoft.com/office/drawing/2017/decorative" val="1"/>
              </a:ext>
            </a:extLst>
          </p:cNvPr>
          <p:cNvSpPr/>
          <p:nvPr userDrawn="1"/>
        </p:nvSpPr>
        <p:spPr bwMode="gray">
          <a:xfrm>
            <a:off x="8214378" y="1644648"/>
            <a:ext cx="3428347" cy="4391757"/>
          </a:xfrm>
          <a:prstGeom prst="roundRect">
            <a:avLst>
              <a:gd name="adj" fmla="val 5109"/>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51" name="Subhead 3">
            <a:extLst>
              <a:ext uri="{FF2B5EF4-FFF2-40B4-BE49-F238E27FC236}">
                <a16:creationId xmlns:a16="http://schemas.microsoft.com/office/drawing/2014/main" id="{5A1FB4BC-6AF4-B4B9-1A86-51C3E2DA5795}"/>
              </a:ext>
            </a:extLst>
          </p:cNvPr>
          <p:cNvSpPr>
            <a:spLocks noGrp="1"/>
          </p:cNvSpPr>
          <p:nvPr>
            <p:ph type="body" sz="quarter" idx="22" hasCustomPrompt="1"/>
          </p:nvPr>
        </p:nvSpPr>
        <p:spPr bwMode="gray">
          <a:xfrm>
            <a:off x="8487089" y="1917698"/>
            <a:ext cx="2881147" cy="295688"/>
          </a:xfrm>
        </p:spPr>
        <p:txBody>
          <a:bodyPr/>
          <a:lstStyle>
            <a:lvl1pPr marL="0" indent="0">
              <a:buNone/>
              <a:defRPr sz="1200" b="0" cap="all" baseline="0">
                <a:solidFill>
                  <a:srgbClr val="0D004D"/>
                </a:solidFill>
                <a:latin typeface="+mj-lt"/>
                <a:cs typeface="Segoe UI" panose="020B0502040204020203" pitchFamily="34"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dirty="0"/>
              <a:t>SUBHEAD</a:t>
            </a:r>
          </a:p>
        </p:txBody>
      </p:sp>
      <p:sp>
        <p:nvSpPr>
          <p:cNvPr id="49" name="Description 3">
            <a:extLst>
              <a:ext uri="{FF2B5EF4-FFF2-40B4-BE49-F238E27FC236}">
                <a16:creationId xmlns:a16="http://schemas.microsoft.com/office/drawing/2014/main" id="{4DC1BED2-6693-F56C-FF2D-6E6FC1A4CE61}"/>
              </a:ext>
            </a:extLst>
          </p:cNvPr>
          <p:cNvSpPr>
            <a:spLocks noGrp="1"/>
          </p:cNvSpPr>
          <p:nvPr>
            <p:ph type="body" idx="20" hasCustomPrompt="1"/>
          </p:nvPr>
        </p:nvSpPr>
        <p:spPr bwMode="gray">
          <a:xfrm>
            <a:off x="8487945" y="2213386"/>
            <a:ext cx="2879434" cy="1286599"/>
          </a:xfrm>
        </p:spPr>
        <p:txBody>
          <a:bodyPr anchor="t" anchorCtr="0"/>
          <a:lstStyle>
            <a:lvl1pPr marL="0" indent="0">
              <a:spcAft>
                <a:spcPts val="0"/>
              </a:spcAft>
              <a:buNone/>
              <a:defRPr sz="1600" b="1" i="0">
                <a:solidFill>
                  <a:srgbClr val="0D004D"/>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long subhead here</a:t>
            </a:r>
          </a:p>
        </p:txBody>
      </p:sp>
      <p:sp>
        <p:nvSpPr>
          <p:cNvPr id="50" name="Text 3">
            <a:extLst>
              <a:ext uri="{FF2B5EF4-FFF2-40B4-BE49-F238E27FC236}">
                <a16:creationId xmlns:a16="http://schemas.microsoft.com/office/drawing/2014/main" id="{09237A8C-DCDD-DC0E-AA67-A5786935C66E}"/>
              </a:ext>
            </a:extLst>
          </p:cNvPr>
          <p:cNvSpPr>
            <a:spLocks noGrp="1"/>
          </p:cNvSpPr>
          <p:nvPr>
            <p:ph type="body" sz="quarter" idx="21"/>
          </p:nvPr>
        </p:nvSpPr>
        <p:spPr bwMode="gray">
          <a:xfrm>
            <a:off x="8487089" y="3499986"/>
            <a:ext cx="2881147" cy="2262640"/>
          </a:xfrm>
        </p:spPr>
        <p:txBody>
          <a:bodyPr/>
          <a:lstStyle>
            <a:lvl1pPr marL="0" indent="0">
              <a:buNone/>
              <a:defRPr sz="1200">
                <a:solidFill>
                  <a:srgbClr val="0D004D"/>
                </a:solidFill>
                <a:latin typeface="+mj-lt"/>
                <a:cs typeface="Segoe UI" panose="020B0502040204020203" pitchFamily="34" charset="0"/>
              </a:defRPr>
            </a:lvl1pPr>
            <a:lvl2pPr>
              <a:defRPr sz="1200">
                <a:solidFill>
                  <a:srgbClr val="0D004D"/>
                </a:solidFill>
                <a:latin typeface="+mj-lt"/>
                <a:cs typeface="Segoe UI" panose="020B0502040204020203" pitchFamily="34" charset="0"/>
              </a:defRPr>
            </a:lvl2pPr>
            <a:lvl3pPr>
              <a:defRPr sz="1200">
                <a:solidFill>
                  <a:srgbClr val="0D004D"/>
                </a:solidFill>
                <a:latin typeface="+mj-lt"/>
                <a:cs typeface="Segoe UI" panose="020B0502040204020203" pitchFamily="34" charset="0"/>
              </a:defRPr>
            </a:lvl3pPr>
            <a:lvl4pPr>
              <a:defRPr sz="1200">
                <a:solidFill>
                  <a:srgbClr val="0D004D"/>
                </a:solidFill>
                <a:latin typeface="+mj-lt"/>
                <a:cs typeface="Segoe UI" panose="020B0502040204020203" pitchFamily="34" charset="0"/>
              </a:defRPr>
            </a:lvl4pPr>
            <a:lvl5pPr>
              <a:defRPr sz="1200">
                <a:solidFill>
                  <a:srgbClr val="0D004D"/>
                </a:solidFill>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pic>
        <p:nvPicPr>
          <p:cNvPr id="6" name="Pearson Logo" descr="Pearson Logo">
            <a:extLst>
              <a:ext uri="{FF2B5EF4-FFF2-40B4-BE49-F238E27FC236}">
                <a16:creationId xmlns:a16="http://schemas.microsoft.com/office/drawing/2014/main" id="{64CDC671-0CF0-895C-0B8D-DB186C26B09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94225948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A">
    <p:bg bwMode="gray">
      <p:bgPr>
        <a:solidFill>
          <a:srgbClr val="EDECF6"/>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6E64CD-6DE6-4D96-7625-AA99DA689BA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white">
          <a:xfrm flipH="1">
            <a:off x="0" y="-806"/>
            <a:ext cx="4294188" cy="685880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3" name="Section">
            <a:extLst>
              <a:ext uri="{FF2B5EF4-FFF2-40B4-BE49-F238E27FC236}">
                <a16:creationId xmlns:a16="http://schemas.microsoft.com/office/drawing/2014/main" id="{2B8FF2E3-6DDB-FDAC-7C65-54DDB199611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8" name="Title">
            <a:extLst>
              <a:ext uri="{FF2B5EF4-FFF2-40B4-BE49-F238E27FC236}">
                <a16:creationId xmlns:a16="http://schemas.microsoft.com/office/drawing/2014/main" id="{3C56CD4F-3DA7-5552-4C4E-F47949F9E491}"/>
              </a:ext>
            </a:extLst>
          </p:cNvPr>
          <p:cNvSpPr>
            <a:spLocks noGrp="1"/>
          </p:cNvSpPr>
          <p:nvPr>
            <p:ph type="title" hasCustomPrompt="1"/>
          </p:nvPr>
        </p:nvSpPr>
        <p:spPr>
          <a:xfrm>
            <a:off x="550164" y="1050244"/>
            <a:ext cx="3605276" cy="1807256"/>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4" name="Text">
            <a:extLst>
              <a:ext uri="{FF2B5EF4-FFF2-40B4-BE49-F238E27FC236}">
                <a16:creationId xmlns:a16="http://schemas.microsoft.com/office/drawing/2014/main" id="{760F39E3-45AC-1A04-8912-893DAC0E3C63}"/>
              </a:ext>
            </a:extLst>
          </p:cNvPr>
          <p:cNvSpPr>
            <a:spLocks noGrp="1"/>
          </p:cNvSpPr>
          <p:nvPr>
            <p:ph type="body" sz="half" idx="2" hasCustomPrompt="1"/>
          </p:nvPr>
        </p:nvSpPr>
        <p:spPr>
          <a:xfrm>
            <a:off x="550164" y="3213100"/>
            <a:ext cx="3336036" cy="2549525"/>
          </a:xfrm>
        </p:spPr>
        <p:txBody>
          <a:bodyPr/>
          <a:lstStyle>
            <a:lvl1pPr marL="0" indent="0">
              <a:buNone/>
              <a:defRPr sz="16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dirty="0"/>
              <a:t>Place text here </a:t>
            </a:r>
          </a:p>
        </p:txBody>
      </p:sp>
      <p:sp>
        <p:nvSpPr>
          <p:cNvPr id="9" name="Content">
            <a:extLst>
              <a:ext uri="{FF2B5EF4-FFF2-40B4-BE49-F238E27FC236}">
                <a16:creationId xmlns:a16="http://schemas.microsoft.com/office/drawing/2014/main" id="{D1303120-1537-F993-4316-074426C88077}"/>
              </a:ext>
            </a:extLst>
          </p:cNvPr>
          <p:cNvSpPr>
            <a:spLocks noGrp="1"/>
          </p:cNvSpPr>
          <p:nvPr>
            <p:ph sz="quarter" idx="13"/>
          </p:nvPr>
        </p:nvSpPr>
        <p:spPr>
          <a:xfrm>
            <a:off x="5092700" y="546100"/>
            <a:ext cx="6551613" cy="5215254"/>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cxnSp>
        <p:nvCxnSpPr>
          <p:cNvPr id="44" name="Straight Connector 43">
            <a:extLst>
              <a:ext uri="{FF2B5EF4-FFF2-40B4-BE49-F238E27FC236}">
                <a16:creationId xmlns:a16="http://schemas.microsoft.com/office/drawing/2014/main" id="{C970609C-4F75-F5B5-D900-D7F2DCE40F47}"/>
              </a:ext>
              <a:ext uri="{C183D7F6-B498-43B3-948B-1728B52AA6E4}">
                <adec:decorative xmlns:adec="http://schemas.microsoft.com/office/drawing/2017/decorative" val="1"/>
              </a:ext>
            </a:extLst>
          </p:cNvPr>
          <p:cNvCxnSpPr>
            <a:cxnSpLocks/>
          </p:cNvCxnSpPr>
          <p:nvPr userDrawn="1"/>
        </p:nvCxnSpPr>
        <p:spPr bwMode="black">
          <a:xfrm>
            <a:off x="550091" y="5762625"/>
            <a:ext cx="11094222" cy="0"/>
          </a:xfrm>
          <a:prstGeom prst="line">
            <a:avLst/>
          </a:prstGeom>
          <a:ln w="9525">
            <a:solidFill>
              <a:srgbClr val="C1BFFF"/>
            </a:solidFill>
          </a:ln>
        </p:spPr>
        <p:style>
          <a:lnRef idx="2">
            <a:schemeClr val="accent1"/>
          </a:lnRef>
          <a:fillRef idx="0">
            <a:schemeClr val="accent1"/>
          </a:fillRef>
          <a:effectRef idx="1">
            <a:schemeClr val="accent1"/>
          </a:effectRef>
          <a:fontRef idx="minor">
            <a:schemeClr val="tx1"/>
          </a:fontRef>
        </p:style>
      </p:cxnSp>
      <p:sp>
        <p:nvSpPr>
          <p:cNvPr id="2" name="Source">
            <a:extLst>
              <a:ext uri="{FF2B5EF4-FFF2-40B4-BE49-F238E27FC236}">
                <a16:creationId xmlns:a16="http://schemas.microsoft.com/office/drawing/2014/main" id="{315BF4B9-1318-5EEB-220A-29BD725A1B6B}"/>
              </a:ext>
            </a:extLst>
          </p:cNvPr>
          <p:cNvSpPr>
            <a:spLocks noGrp="1"/>
          </p:cNvSpPr>
          <p:nvPr>
            <p:ph type="body" sz="quarter" idx="14" hasCustomPrompt="1"/>
          </p:nvPr>
        </p:nvSpPr>
        <p:spPr>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5" name="Pearson Logo" descr="Pearson Logo">
            <a:extLst>
              <a:ext uri="{FF2B5EF4-FFF2-40B4-BE49-F238E27FC236}">
                <a16:creationId xmlns:a16="http://schemas.microsoft.com/office/drawing/2014/main" id="{3E987B33-7436-2787-573E-F803E6DF8A8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382929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B">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9" name="Title">
            <a:extLst>
              <a:ext uri="{FF2B5EF4-FFF2-40B4-BE49-F238E27FC236}">
                <a16:creationId xmlns:a16="http://schemas.microsoft.com/office/drawing/2014/main" id="{0BAA8580-747A-61E4-43BE-A79D36CBD6DE}"/>
              </a:ext>
            </a:extLst>
          </p:cNvPr>
          <p:cNvSpPr>
            <a:spLocks noGrp="1"/>
          </p:cNvSpPr>
          <p:nvPr>
            <p:ph type="title" hasCustomPrompt="1"/>
          </p:nvPr>
        </p:nvSpPr>
        <p:spPr>
          <a:xfrm>
            <a:off x="550164" y="1372552"/>
            <a:ext cx="3607499" cy="1866900"/>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14" name="Text">
            <a:extLst>
              <a:ext uri="{FF2B5EF4-FFF2-40B4-BE49-F238E27FC236}">
                <a16:creationId xmlns:a16="http://schemas.microsoft.com/office/drawing/2014/main" id="{87635D7D-69A6-0770-E49C-F406ED8B6F91}"/>
              </a:ext>
            </a:extLst>
          </p:cNvPr>
          <p:cNvSpPr>
            <a:spLocks noGrp="1"/>
          </p:cNvSpPr>
          <p:nvPr>
            <p:ph type="body" sz="quarter" idx="28"/>
          </p:nvPr>
        </p:nvSpPr>
        <p:spPr>
          <a:xfrm>
            <a:off x="542926" y="3439478"/>
            <a:ext cx="3605276" cy="2323147"/>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ounded Rectangle 5">
            <a:extLst>
              <a:ext uri="{FF2B5EF4-FFF2-40B4-BE49-F238E27FC236}">
                <a16:creationId xmlns:a16="http://schemas.microsoft.com/office/drawing/2014/main" id="{60C38BEE-570B-9B3A-5F52-DA6234A53C6B}"/>
              </a:ext>
              <a:ext uri="{C183D7F6-B498-43B3-948B-1728B52AA6E4}">
                <adec:decorative xmlns:adec="http://schemas.microsoft.com/office/drawing/2017/decorative" val="1"/>
              </a:ext>
            </a:extLst>
          </p:cNvPr>
          <p:cNvSpPr/>
          <p:nvPr userDrawn="1"/>
        </p:nvSpPr>
        <p:spPr bwMode="white">
          <a:xfrm>
            <a:off x="5110417" y="546100"/>
            <a:ext cx="6552090" cy="5763259"/>
          </a:xfrm>
          <a:prstGeom prst="roundRect">
            <a:avLst>
              <a:gd name="adj" fmla="val 309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3" name="Content">
            <a:extLst>
              <a:ext uri="{FF2B5EF4-FFF2-40B4-BE49-F238E27FC236}">
                <a16:creationId xmlns:a16="http://schemas.microsoft.com/office/drawing/2014/main" id="{5B96EC47-92C1-48BA-1316-1AD5578E7A93}"/>
              </a:ext>
            </a:extLst>
          </p:cNvPr>
          <p:cNvSpPr>
            <a:spLocks noGrp="1"/>
          </p:cNvSpPr>
          <p:nvPr>
            <p:ph sz="quarter" idx="31"/>
          </p:nvPr>
        </p:nvSpPr>
        <p:spPr>
          <a:xfrm>
            <a:off x="5952245" y="1372552"/>
            <a:ext cx="4868434" cy="4110358"/>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earson Logo" descr="Pearson Logo">
            <a:extLst>
              <a:ext uri="{FF2B5EF4-FFF2-40B4-BE49-F238E27FC236}">
                <a16:creationId xmlns:a16="http://schemas.microsoft.com/office/drawing/2014/main" id="{2E62D343-B0DB-E5BA-FE1B-2E24C027239C}"/>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025027988"/>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 with Caption">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9" name="Title">
            <a:extLst>
              <a:ext uri="{FF2B5EF4-FFF2-40B4-BE49-F238E27FC236}">
                <a16:creationId xmlns:a16="http://schemas.microsoft.com/office/drawing/2014/main" id="{0BAA8580-747A-61E4-43BE-A79D36CBD6DE}"/>
              </a:ext>
            </a:extLst>
          </p:cNvPr>
          <p:cNvSpPr>
            <a:spLocks noGrp="1"/>
          </p:cNvSpPr>
          <p:nvPr>
            <p:ph type="title" hasCustomPrompt="1"/>
          </p:nvPr>
        </p:nvSpPr>
        <p:spPr>
          <a:xfrm>
            <a:off x="550164" y="552450"/>
            <a:ext cx="3607499" cy="1866900"/>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14" name="Text">
            <a:extLst>
              <a:ext uri="{FF2B5EF4-FFF2-40B4-BE49-F238E27FC236}">
                <a16:creationId xmlns:a16="http://schemas.microsoft.com/office/drawing/2014/main" id="{87635D7D-69A6-0770-E49C-F406ED8B6F91}"/>
              </a:ext>
            </a:extLst>
          </p:cNvPr>
          <p:cNvSpPr>
            <a:spLocks noGrp="1"/>
          </p:cNvSpPr>
          <p:nvPr>
            <p:ph type="body" sz="quarter" idx="28"/>
          </p:nvPr>
        </p:nvSpPr>
        <p:spPr>
          <a:xfrm>
            <a:off x="542926" y="2743201"/>
            <a:ext cx="3605276" cy="3019424"/>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able">
            <a:extLst>
              <a:ext uri="{FF2B5EF4-FFF2-40B4-BE49-F238E27FC236}">
                <a16:creationId xmlns:a16="http://schemas.microsoft.com/office/drawing/2014/main" id="{F31A03D0-7A75-EBC2-6CA6-C4D42A02448F}"/>
              </a:ext>
              <a:ext uri="{C183D7F6-B498-43B3-948B-1728B52AA6E4}">
                <adec:decorative xmlns:adec="http://schemas.microsoft.com/office/drawing/2017/decorative" val="0"/>
              </a:ext>
            </a:extLst>
          </p:cNvPr>
          <p:cNvSpPr>
            <a:spLocks noGrp="1"/>
          </p:cNvSpPr>
          <p:nvPr>
            <p:ph type="tbl" sz="quarter" idx="29"/>
          </p:nvPr>
        </p:nvSpPr>
        <p:spPr bwMode="gray">
          <a:xfrm>
            <a:off x="5092699" y="547688"/>
            <a:ext cx="6556375" cy="5761672"/>
          </a:xfrm>
          <a:solidFill>
            <a:schemeClr val="bg1"/>
          </a:solidFill>
        </p:spPr>
        <p:txBody>
          <a:bodyPr tIns="91440" anchor="t" anchorCtr="0"/>
          <a:lstStyle>
            <a:lvl1pPr marL="0" indent="0" algn="ctr">
              <a:buNone/>
              <a:defRPr sz="1400">
                <a:latin typeface="+mj-lt"/>
              </a:defRPr>
            </a:lvl1pPr>
          </a:lstStyle>
          <a:p>
            <a:r>
              <a:rPr lang="en-US" noProof="0" dirty="0"/>
              <a:t>Click icon to add table</a:t>
            </a:r>
          </a:p>
        </p:txBody>
      </p:sp>
      <p:pic>
        <p:nvPicPr>
          <p:cNvPr id="2" name="Pearson Logo" descr="Pearson Logo">
            <a:extLst>
              <a:ext uri="{FF2B5EF4-FFF2-40B4-BE49-F238E27FC236}">
                <a16:creationId xmlns:a16="http://schemas.microsoft.com/office/drawing/2014/main" id="{3346E468-830C-9072-492D-23DF8829BB6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865813234"/>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hart and Image">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
            <a:extLst>
              <a:ext uri="{FF2B5EF4-FFF2-40B4-BE49-F238E27FC236}">
                <a16:creationId xmlns:a16="http://schemas.microsoft.com/office/drawing/2014/main" id="{76778EDA-841E-AD19-1FC9-84797F981CD0}"/>
              </a:ext>
            </a:extLst>
          </p:cNvPr>
          <p:cNvSpPr>
            <a:spLocks noGrp="1"/>
          </p:cNvSpPr>
          <p:nvPr>
            <p:ph type="title" hasCustomPrompt="1"/>
          </p:nvPr>
        </p:nvSpPr>
        <p:spPr>
          <a:xfrm>
            <a:off x="550165" y="1366837"/>
            <a:ext cx="5473922" cy="1957413"/>
          </a:xfrm>
        </p:spPr>
        <p:txBody>
          <a:bodyPr anchor="t"/>
          <a:lstStyle>
            <a:lvl1pPr>
              <a:defRPr sz="4000">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4" name="Text">
            <a:extLst>
              <a:ext uri="{FF2B5EF4-FFF2-40B4-BE49-F238E27FC236}">
                <a16:creationId xmlns:a16="http://schemas.microsoft.com/office/drawing/2014/main" id="{3D94B6B5-22C6-70C3-3140-BD544CC8AFF7}"/>
              </a:ext>
            </a:extLst>
          </p:cNvPr>
          <p:cNvSpPr>
            <a:spLocks noGrp="1"/>
          </p:cNvSpPr>
          <p:nvPr>
            <p:ph type="body" sz="quarter" idx="30"/>
          </p:nvPr>
        </p:nvSpPr>
        <p:spPr>
          <a:xfrm>
            <a:off x="542925" y="3532162"/>
            <a:ext cx="4686300" cy="2230462"/>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Rounded Rectangle">
            <a:extLst>
              <a:ext uri="{FF2B5EF4-FFF2-40B4-BE49-F238E27FC236}">
                <a16:creationId xmlns:a16="http://schemas.microsoft.com/office/drawing/2014/main" id="{05C4B2AB-F57A-888C-0AB4-4FCC77B42AF5}"/>
              </a:ext>
              <a:ext uri="{C183D7F6-B498-43B3-948B-1728B52AA6E4}">
                <adec:decorative xmlns:adec="http://schemas.microsoft.com/office/drawing/2017/decorative" val="1"/>
              </a:ext>
            </a:extLst>
          </p:cNvPr>
          <p:cNvSpPr>
            <a:spLocks/>
          </p:cNvSpPr>
          <p:nvPr userDrawn="1"/>
        </p:nvSpPr>
        <p:spPr bwMode="white">
          <a:xfrm>
            <a:off x="6167915" y="546100"/>
            <a:ext cx="5476875" cy="2778151"/>
          </a:xfrm>
          <a:prstGeom prst="roundRect">
            <a:avLst>
              <a:gd name="adj" fmla="val 5488"/>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5" name="Chart">
            <a:extLst>
              <a:ext uri="{FF2B5EF4-FFF2-40B4-BE49-F238E27FC236}">
                <a16:creationId xmlns:a16="http://schemas.microsoft.com/office/drawing/2014/main" id="{E684B968-A145-049C-DF67-C92D5DC7CE72}"/>
              </a:ext>
            </a:extLst>
          </p:cNvPr>
          <p:cNvSpPr>
            <a:spLocks noGrp="1"/>
          </p:cNvSpPr>
          <p:nvPr>
            <p:ph type="chart" sz="quarter" idx="29"/>
          </p:nvPr>
        </p:nvSpPr>
        <p:spPr>
          <a:xfrm>
            <a:off x="6488113" y="723119"/>
            <a:ext cx="4919662" cy="2424113"/>
          </a:xfrm>
        </p:spPr>
        <p:txBody>
          <a:bodyPr tIns="91440" anchor="t" anchorCtr="0"/>
          <a:lstStyle>
            <a:lvl1pPr marL="0" indent="0" algn="ctr">
              <a:buNone/>
              <a:defRPr sz="1400">
                <a:latin typeface="+mj-lt"/>
              </a:defRPr>
            </a:lvl1pPr>
          </a:lstStyle>
          <a:p>
            <a:r>
              <a:rPr lang="en-US" noProof="0" dirty="0"/>
              <a:t>Click icon to add chart</a:t>
            </a:r>
          </a:p>
        </p:txBody>
      </p:sp>
      <p:sp>
        <p:nvSpPr>
          <p:cNvPr id="13" name="Picture">
            <a:extLst>
              <a:ext uri="{FF2B5EF4-FFF2-40B4-BE49-F238E27FC236}">
                <a16:creationId xmlns:a16="http://schemas.microsoft.com/office/drawing/2014/main" id="{185406D2-B00C-585A-A8BF-759DA5B98176}"/>
              </a:ext>
              <a:ext uri="{C183D7F6-B498-43B3-948B-1728B52AA6E4}">
                <adec:decorative xmlns:adec="http://schemas.microsoft.com/office/drawing/2017/decorative" val="1"/>
              </a:ext>
            </a:extLst>
          </p:cNvPr>
          <p:cNvSpPr>
            <a:spLocks noGrp="1"/>
          </p:cNvSpPr>
          <p:nvPr>
            <p:ph type="pic" sz="quarter" idx="28" hasCustomPrompt="1"/>
          </p:nvPr>
        </p:nvSpPr>
        <p:spPr bwMode="gray">
          <a:xfrm>
            <a:off x="6165849" y="3532162"/>
            <a:ext cx="5478463" cy="2778151"/>
          </a:xfrm>
          <a:prstGeom prst="roundRect">
            <a:avLst>
              <a:gd name="adj" fmla="val 5810"/>
            </a:avLst>
          </a:prstGeom>
          <a:solidFill>
            <a:srgbClr val="C1BFFF"/>
          </a:solidFill>
        </p:spPr>
        <p:txBody>
          <a:bodyPr tIns="91440" anchor="t" anchorCtr="0"/>
          <a:lstStyle>
            <a:lvl1pPr marL="0" indent="0" algn="ctr">
              <a:buNone/>
              <a:defRPr sz="1400">
                <a:latin typeface="+mj-lt"/>
              </a:defRPr>
            </a:lvl1pPr>
          </a:lstStyle>
          <a:p>
            <a:r>
              <a:rPr lang="en-US" noProof="0" dirty="0"/>
              <a:t>Add picture here</a:t>
            </a:r>
          </a:p>
        </p:txBody>
      </p:sp>
      <p:pic>
        <p:nvPicPr>
          <p:cNvPr id="5" name="Pearson Logo" descr="Pearson Logo">
            <a:extLst>
              <a:ext uri="{FF2B5EF4-FFF2-40B4-BE49-F238E27FC236}">
                <a16:creationId xmlns:a16="http://schemas.microsoft.com/office/drawing/2014/main" id="{A821EDCD-8B63-2581-4357-D29129267763}"/>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40812571"/>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rt with Caption x3">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
            <a:extLst>
              <a:ext uri="{FF2B5EF4-FFF2-40B4-BE49-F238E27FC236}">
                <a16:creationId xmlns:a16="http://schemas.microsoft.com/office/drawing/2014/main" id="{76778EDA-841E-AD19-1FC9-84797F981CD0}"/>
              </a:ext>
            </a:extLst>
          </p:cNvPr>
          <p:cNvSpPr>
            <a:spLocks noGrp="1"/>
          </p:cNvSpPr>
          <p:nvPr>
            <p:ph type="title" hasCustomPrompt="1"/>
          </p:nvPr>
        </p:nvSpPr>
        <p:spPr>
          <a:xfrm>
            <a:off x="550164" y="552450"/>
            <a:ext cx="11067619" cy="819150"/>
          </a:xfrm>
        </p:spPr>
        <p:txBody>
          <a:bodyPr/>
          <a:lstStyle>
            <a:lvl1pPr>
              <a:defRPr>
                <a:latin typeface="+mj-lt"/>
              </a:defRPr>
            </a:lvl1pPr>
          </a:lstStyle>
          <a:p>
            <a:r>
              <a:rPr lang="en-US" noProof="0" dirty="0"/>
              <a:t>Place headline here</a:t>
            </a:r>
          </a:p>
        </p:txBody>
      </p:sp>
      <p:sp>
        <p:nvSpPr>
          <p:cNvPr id="5" name="Rounded Rectangle">
            <a:extLst>
              <a:ext uri="{FF2B5EF4-FFF2-40B4-BE49-F238E27FC236}">
                <a16:creationId xmlns:a16="http://schemas.microsoft.com/office/drawing/2014/main" id="{43BC7A31-D3E2-BEAB-2872-E025B38159FF}"/>
              </a:ext>
              <a:ext uri="{C183D7F6-B498-43B3-948B-1728B52AA6E4}">
                <adec:decorative xmlns:adec="http://schemas.microsoft.com/office/drawing/2017/decorative" val="1"/>
              </a:ext>
            </a:extLst>
          </p:cNvPr>
          <p:cNvSpPr/>
          <p:nvPr userDrawn="1"/>
        </p:nvSpPr>
        <p:spPr bwMode="white">
          <a:xfrm>
            <a:off x="550164" y="1644648"/>
            <a:ext cx="3428347" cy="4391757"/>
          </a:xfrm>
          <a:prstGeom prst="roundRect">
            <a:avLst>
              <a:gd name="adj" fmla="val 51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1" name="Chart 1">
            <a:extLst>
              <a:ext uri="{FF2B5EF4-FFF2-40B4-BE49-F238E27FC236}">
                <a16:creationId xmlns:a16="http://schemas.microsoft.com/office/drawing/2014/main" id="{FADACD2F-CC8C-1642-5883-95CACF779B0E}"/>
              </a:ext>
            </a:extLst>
          </p:cNvPr>
          <p:cNvSpPr>
            <a:spLocks noGrp="1"/>
          </p:cNvSpPr>
          <p:nvPr>
            <p:ph type="chart" sz="quarter" idx="13"/>
          </p:nvPr>
        </p:nvSpPr>
        <p:spPr>
          <a:xfrm>
            <a:off x="834666" y="1957388"/>
            <a:ext cx="2859342" cy="2063069"/>
          </a:xfrm>
        </p:spPr>
        <p:txBody>
          <a:bodyPr tIns="91440" anchor="t" anchorCtr="0">
            <a:noAutofit/>
          </a:bodyPr>
          <a:lstStyle>
            <a:lvl1pPr marL="0" indent="0" algn="ctr">
              <a:spcAft>
                <a:spcPts val="0"/>
              </a:spcAft>
              <a:buNone/>
              <a:defRPr sz="1400">
                <a:latin typeface="+mj-lt"/>
              </a:defRPr>
            </a:lvl1pPr>
          </a:lstStyle>
          <a:p>
            <a:r>
              <a:rPr lang="en-US" noProof="0" dirty="0"/>
              <a:t>Click icon to add chart</a:t>
            </a:r>
          </a:p>
        </p:txBody>
      </p:sp>
      <p:sp>
        <p:nvSpPr>
          <p:cNvPr id="25" name="Chart 1 Title">
            <a:extLst>
              <a:ext uri="{FF2B5EF4-FFF2-40B4-BE49-F238E27FC236}">
                <a16:creationId xmlns:a16="http://schemas.microsoft.com/office/drawing/2014/main" id="{D10DAACE-F057-7580-94DA-7C4C5BD03A2F}"/>
              </a:ext>
            </a:extLst>
          </p:cNvPr>
          <p:cNvSpPr>
            <a:spLocks noGrp="1"/>
          </p:cNvSpPr>
          <p:nvPr>
            <p:ph type="body" sz="quarter" idx="19" hasCustomPrompt="1"/>
          </p:nvPr>
        </p:nvSpPr>
        <p:spPr>
          <a:xfrm>
            <a:off x="834666" y="4202162"/>
            <a:ext cx="2859342"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Chart title</a:t>
            </a:r>
          </a:p>
        </p:txBody>
      </p:sp>
      <p:sp>
        <p:nvSpPr>
          <p:cNvPr id="20" name="Chart 1 Description">
            <a:extLst>
              <a:ext uri="{FF2B5EF4-FFF2-40B4-BE49-F238E27FC236}">
                <a16:creationId xmlns:a16="http://schemas.microsoft.com/office/drawing/2014/main" id="{8B5D6A24-C8A4-EEEC-21B8-92B7A2D661AD}"/>
              </a:ext>
            </a:extLst>
          </p:cNvPr>
          <p:cNvSpPr>
            <a:spLocks noGrp="1"/>
          </p:cNvSpPr>
          <p:nvPr>
            <p:ph type="body" sz="quarter" idx="14" hasCustomPrompt="1"/>
          </p:nvPr>
        </p:nvSpPr>
        <p:spPr>
          <a:xfrm>
            <a:off x="834666" y="4586336"/>
            <a:ext cx="2859342" cy="819150"/>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description here.</a:t>
            </a:r>
          </a:p>
        </p:txBody>
      </p:sp>
      <p:sp>
        <p:nvSpPr>
          <p:cNvPr id="28" name="Chart 1 Source">
            <a:extLst>
              <a:ext uri="{FF2B5EF4-FFF2-40B4-BE49-F238E27FC236}">
                <a16:creationId xmlns:a16="http://schemas.microsoft.com/office/drawing/2014/main" id="{9006CAB2-B82A-4B76-8956-5F828DD81CA4}"/>
              </a:ext>
            </a:extLst>
          </p:cNvPr>
          <p:cNvSpPr>
            <a:spLocks noGrp="1"/>
          </p:cNvSpPr>
          <p:nvPr>
            <p:ph type="body" sz="quarter" idx="22" hasCustomPrompt="1"/>
          </p:nvPr>
        </p:nvSpPr>
        <p:spPr>
          <a:xfrm>
            <a:off x="834666" y="5486400"/>
            <a:ext cx="2859342" cy="274637"/>
          </a:xfrm>
        </p:spPr>
        <p:txBody>
          <a:bodyPr anchor="b">
            <a:noAutofit/>
          </a:bodyPr>
          <a:lstStyle>
            <a:lvl1pPr marL="0" indent="0">
              <a:spcBef>
                <a:spcPts val="0"/>
              </a:spcBef>
              <a:buNone/>
              <a:defRPr sz="10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Source</a:t>
            </a:r>
          </a:p>
        </p:txBody>
      </p:sp>
      <p:sp>
        <p:nvSpPr>
          <p:cNvPr id="8" name="Rounded Rectangle">
            <a:extLst>
              <a:ext uri="{FF2B5EF4-FFF2-40B4-BE49-F238E27FC236}">
                <a16:creationId xmlns:a16="http://schemas.microsoft.com/office/drawing/2014/main" id="{8193921E-0D84-88DE-7A4E-009AE0D37A78}"/>
              </a:ext>
              <a:ext uri="{C183D7F6-B498-43B3-948B-1728B52AA6E4}">
                <adec:decorative xmlns:adec="http://schemas.microsoft.com/office/drawing/2017/decorative" val="1"/>
              </a:ext>
            </a:extLst>
          </p:cNvPr>
          <p:cNvSpPr/>
          <p:nvPr userDrawn="1"/>
        </p:nvSpPr>
        <p:spPr bwMode="white">
          <a:xfrm>
            <a:off x="4382271" y="1644648"/>
            <a:ext cx="3428347" cy="4391757"/>
          </a:xfrm>
          <a:prstGeom prst="roundRect">
            <a:avLst>
              <a:gd name="adj" fmla="val 51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1" name="Chart 2">
            <a:extLst>
              <a:ext uri="{FF2B5EF4-FFF2-40B4-BE49-F238E27FC236}">
                <a16:creationId xmlns:a16="http://schemas.microsoft.com/office/drawing/2014/main" id="{B0604150-ED55-35CD-261F-4BB39A9F570D}"/>
              </a:ext>
            </a:extLst>
          </p:cNvPr>
          <p:cNvSpPr>
            <a:spLocks noGrp="1"/>
          </p:cNvSpPr>
          <p:nvPr>
            <p:ph type="chart" sz="quarter" idx="15"/>
          </p:nvPr>
        </p:nvSpPr>
        <p:spPr>
          <a:xfrm>
            <a:off x="4666773" y="1957388"/>
            <a:ext cx="2859342" cy="2063069"/>
          </a:xfrm>
        </p:spPr>
        <p:txBody>
          <a:bodyPr tIns="91440" anchor="t" anchorCtr="0">
            <a:noAutofit/>
          </a:bodyPr>
          <a:lstStyle>
            <a:lvl1pPr marL="0" indent="0" algn="ctr">
              <a:spcAft>
                <a:spcPts val="0"/>
              </a:spcAft>
              <a:buNone/>
              <a:defRPr sz="1400">
                <a:latin typeface="+mj-lt"/>
              </a:defRPr>
            </a:lvl1pPr>
          </a:lstStyle>
          <a:p>
            <a:r>
              <a:rPr lang="en-US" noProof="0" dirty="0"/>
              <a:t>Click icon to add chart</a:t>
            </a:r>
          </a:p>
        </p:txBody>
      </p:sp>
      <p:sp>
        <p:nvSpPr>
          <p:cNvPr id="26" name="Chart 2 Title">
            <a:extLst>
              <a:ext uri="{FF2B5EF4-FFF2-40B4-BE49-F238E27FC236}">
                <a16:creationId xmlns:a16="http://schemas.microsoft.com/office/drawing/2014/main" id="{3FF04CB3-5B97-8317-D802-A30F4877C880}"/>
              </a:ext>
            </a:extLst>
          </p:cNvPr>
          <p:cNvSpPr>
            <a:spLocks noGrp="1"/>
          </p:cNvSpPr>
          <p:nvPr>
            <p:ph type="body" sz="quarter" idx="20" hasCustomPrompt="1"/>
          </p:nvPr>
        </p:nvSpPr>
        <p:spPr>
          <a:xfrm>
            <a:off x="4666773" y="4202162"/>
            <a:ext cx="2859342"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Chart title</a:t>
            </a:r>
          </a:p>
        </p:txBody>
      </p:sp>
      <p:sp>
        <p:nvSpPr>
          <p:cNvPr id="22" name="Chart 2 Description">
            <a:extLst>
              <a:ext uri="{FF2B5EF4-FFF2-40B4-BE49-F238E27FC236}">
                <a16:creationId xmlns:a16="http://schemas.microsoft.com/office/drawing/2014/main" id="{688EC536-8D7E-823B-C4BE-8C7FA4F186EF}"/>
              </a:ext>
            </a:extLst>
          </p:cNvPr>
          <p:cNvSpPr>
            <a:spLocks noGrp="1"/>
          </p:cNvSpPr>
          <p:nvPr>
            <p:ph type="body" sz="quarter" idx="16" hasCustomPrompt="1"/>
          </p:nvPr>
        </p:nvSpPr>
        <p:spPr>
          <a:xfrm>
            <a:off x="4666773" y="4586336"/>
            <a:ext cx="2859342" cy="819150"/>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description here.</a:t>
            </a:r>
          </a:p>
        </p:txBody>
      </p:sp>
      <p:sp>
        <p:nvSpPr>
          <p:cNvPr id="29" name="Chart 2 Source">
            <a:extLst>
              <a:ext uri="{FF2B5EF4-FFF2-40B4-BE49-F238E27FC236}">
                <a16:creationId xmlns:a16="http://schemas.microsoft.com/office/drawing/2014/main" id="{A7EA509B-1B67-F29B-AE51-C1E954CB2CC6}"/>
              </a:ext>
            </a:extLst>
          </p:cNvPr>
          <p:cNvSpPr>
            <a:spLocks noGrp="1"/>
          </p:cNvSpPr>
          <p:nvPr>
            <p:ph type="body" sz="quarter" idx="23" hasCustomPrompt="1"/>
          </p:nvPr>
        </p:nvSpPr>
        <p:spPr>
          <a:xfrm>
            <a:off x="4666773" y="5486400"/>
            <a:ext cx="2859342" cy="274637"/>
          </a:xfrm>
        </p:spPr>
        <p:txBody>
          <a:bodyPr anchor="b">
            <a:noAutofit/>
          </a:bodyPr>
          <a:lstStyle>
            <a:lvl1pPr marL="0" indent="0">
              <a:spcBef>
                <a:spcPts val="0"/>
              </a:spcBef>
              <a:buNone/>
              <a:defRPr sz="10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Source</a:t>
            </a:r>
          </a:p>
        </p:txBody>
      </p:sp>
      <p:sp>
        <p:nvSpPr>
          <p:cNvPr id="4" name="Rounded Rectangle">
            <a:extLst>
              <a:ext uri="{FF2B5EF4-FFF2-40B4-BE49-F238E27FC236}">
                <a16:creationId xmlns:a16="http://schemas.microsoft.com/office/drawing/2014/main" id="{3976CF29-3293-1E05-16DE-2D5A9285B7DB}"/>
              </a:ext>
              <a:ext uri="{C183D7F6-B498-43B3-948B-1728B52AA6E4}">
                <adec:decorative xmlns:adec="http://schemas.microsoft.com/office/drawing/2017/decorative" val="1"/>
              </a:ext>
            </a:extLst>
          </p:cNvPr>
          <p:cNvSpPr/>
          <p:nvPr userDrawn="1"/>
        </p:nvSpPr>
        <p:spPr bwMode="white">
          <a:xfrm>
            <a:off x="8214378" y="1644648"/>
            <a:ext cx="3428347" cy="4391757"/>
          </a:xfrm>
          <a:prstGeom prst="roundRect">
            <a:avLst>
              <a:gd name="adj" fmla="val 51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3" name="Chart 3">
            <a:extLst>
              <a:ext uri="{FF2B5EF4-FFF2-40B4-BE49-F238E27FC236}">
                <a16:creationId xmlns:a16="http://schemas.microsoft.com/office/drawing/2014/main" id="{67BE780A-D617-860B-C3FF-BAE8BDF5CD92}"/>
              </a:ext>
            </a:extLst>
          </p:cNvPr>
          <p:cNvSpPr>
            <a:spLocks noGrp="1"/>
          </p:cNvSpPr>
          <p:nvPr>
            <p:ph type="chart" sz="quarter" idx="17"/>
          </p:nvPr>
        </p:nvSpPr>
        <p:spPr>
          <a:xfrm>
            <a:off x="8498880" y="1957388"/>
            <a:ext cx="2859342" cy="2063069"/>
          </a:xfrm>
        </p:spPr>
        <p:txBody>
          <a:bodyPr tIns="91440" anchor="t" anchorCtr="0">
            <a:noAutofit/>
          </a:bodyPr>
          <a:lstStyle>
            <a:lvl1pPr marL="0" indent="0" algn="ctr">
              <a:spcAft>
                <a:spcPts val="0"/>
              </a:spcAft>
              <a:buNone/>
              <a:defRPr sz="1400">
                <a:latin typeface="+mj-lt"/>
              </a:defRPr>
            </a:lvl1pPr>
          </a:lstStyle>
          <a:p>
            <a:r>
              <a:rPr lang="en-US" noProof="0" dirty="0"/>
              <a:t>Click icon to add chart</a:t>
            </a:r>
          </a:p>
        </p:txBody>
      </p:sp>
      <p:sp>
        <p:nvSpPr>
          <p:cNvPr id="27" name="Chart 3 Title">
            <a:extLst>
              <a:ext uri="{FF2B5EF4-FFF2-40B4-BE49-F238E27FC236}">
                <a16:creationId xmlns:a16="http://schemas.microsoft.com/office/drawing/2014/main" id="{A6ED8CBD-52F7-3815-E0DF-14C42CDA0C5E}"/>
              </a:ext>
            </a:extLst>
          </p:cNvPr>
          <p:cNvSpPr>
            <a:spLocks noGrp="1"/>
          </p:cNvSpPr>
          <p:nvPr>
            <p:ph type="body" sz="quarter" idx="21" hasCustomPrompt="1"/>
          </p:nvPr>
        </p:nvSpPr>
        <p:spPr>
          <a:xfrm>
            <a:off x="8498880" y="4202162"/>
            <a:ext cx="2859342"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Chart title</a:t>
            </a:r>
          </a:p>
        </p:txBody>
      </p:sp>
      <p:sp>
        <p:nvSpPr>
          <p:cNvPr id="24" name="Chart 3 Description">
            <a:extLst>
              <a:ext uri="{FF2B5EF4-FFF2-40B4-BE49-F238E27FC236}">
                <a16:creationId xmlns:a16="http://schemas.microsoft.com/office/drawing/2014/main" id="{48F9AF94-8334-09BC-B59E-E89B77FE6D0B}"/>
              </a:ext>
            </a:extLst>
          </p:cNvPr>
          <p:cNvSpPr>
            <a:spLocks noGrp="1"/>
          </p:cNvSpPr>
          <p:nvPr>
            <p:ph type="body" sz="quarter" idx="18" hasCustomPrompt="1"/>
          </p:nvPr>
        </p:nvSpPr>
        <p:spPr>
          <a:xfrm>
            <a:off x="8498880" y="4586336"/>
            <a:ext cx="2859342" cy="819150"/>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description here.</a:t>
            </a:r>
          </a:p>
        </p:txBody>
      </p:sp>
      <p:sp>
        <p:nvSpPr>
          <p:cNvPr id="30" name="Chart 3 Source">
            <a:extLst>
              <a:ext uri="{FF2B5EF4-FFF2-40B4-BE49-F238E27FC236}">
                <a16:creationId xmlns:a16="http://schemas.microsoft.com/office/drawing/2014/main" id="{B2165778-FD41-8551-83BE-66F1D6D1F7EE}"/>
              </a:ext>
            </a:extLst>
          </p:cNvPr>
          <p:cNvSpPr>
            <a:spLocks noGrp="1"/>
          </p:cNvSpPr>
          <p:nvPr>
            <p:ph type="body" sz="quarter" idx="24" hasCustomPrompt="1"/>
          </p:nvPr>
        </p:nvSpPr>
        <p:spPr>
          <a:xfrm>
            <a:off x="8498880" y="5486400"/>
            <a:ext cx="2859342" cy="274637"/>
          </a:xfrm>
        </p:spPr>
        <p:txBody>
          <a:bodyPr anchor="b">
            <a:noAutofit/>
          </a:bodyPr>
          <a:lstStyle>
            <a:lvl1pPr marL="0" indent="0">
              <a:spcBef>
                <a:spcPts val="0"/>
              </a:spcBef>
              <a:buNone/>
              <a:defRPr sz="10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Source</a:t>
            </a:r>
          </a:p>
        </p:txBody>
      </p:sp>
      <p:pic>
        <p:nvPicPr>
          <p:cNvPr id="9" name="Pearson Logo" descr="Pearson Logo">
            <a:extLst>
              <a:ext uri="{FF2B5EF4-FFF2-40B4-BE49-F238E27FC236}">
                <a16:creationId xmlns:a16="http://schemas.microsoft.com/office/drawing/2014/main" id="{34EABF74-3DE5-260D-E872-5B7B3EEE90A4}"/>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007632720"/>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g Headline with Image and Text x2">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9" name="Title">
            <a:extLst>
              <a:ext uri="{FF2B5EF4-FFF2-40B4-BE49-F238E27FC236}">
                <a16:creationId xmlns:a16="http://schemas.microsoft.com/office/drawing/2014/main" id="{0BAA8580-747A-61E4-43BE-A79D36CBD6DE}"/>
              </a:ext>
            </a:extLst>
          </p:cNvPr>
          <p:cNvSpPr>
            <a:spLocks noGrp="1"/>
          </p:cNvSpPr>
          <p:nvPr>
            <p:ph type="title" hasCustomPrompt="1"/>
          </p:nvPr>
        </p:nvSpPr>
        <p:spPr>
          <a:xfrm>
            <a:off x="550164" y="1372551"/>
            <a:ext cx="4679061" cy="2517277"/>
          </a:xfrm>
        </p:spPr>
        <p:txBody>
          <a:bodyPr/>
          <a:lstStyle>
            <a:lvl1pPr>
              <a:defRPr sz="4400">
                <a:latin typeface="+mj-lt"/>
              </a:defRPr>
            </a:lvl1pPr>
          </a:lstStyle>
          <a:p>
            <a:r>
              <a:rPr lang="en-US" noProof="0" dirty="0"/>
              <a:t>Place headline here, lorem ipsum dolor sit </a:t>
            </a:r>
            <a:r>
              <a:rPr lang="en-US" noProof="0" dirty="0" err="1"/>
              <a:t>amet</a:t>
            </a:r>
            <a:r>
              <a:rPr lang="en-US" noProof="0" dirty="0"/>
              <a:t> diam </a:t>
            </a:r>
            <a:r>
              <a:rPr lang="en-US" noProof="0" dirty="0" err="1"/>
              <a:t>elit</a:t>
            </a:r>
            <a:r>
              <a:rPr lang="en-US" noProof="0" dirty="0"/>
              <a:t> </a:t>
            </a:r>
          </a:p>
        </p:txBody>
      </p:sp>
      <p:sp>
        <p:nvSpPr>
          <p:cNvPr id="2" name="Rounded Rectangle 1">
            <a:extLst>
              <a:ext uri="{FF2B5EF4-FFF2-40B4-BE49-F238E27FC236}">
                <a16:creationId xmlns:a16="http://schemas.microsoft.com/office/drawing/2014/main" id="{60C38BEE-570B-9B3A-5F52-DA6234A53C6B}"/>
              </a:ext>
              <a:ext uri="{C183D7F6-B498-43B3-948B-1728B52AA6E4}">
                <adec:decorative xmlns:adec="http://schemas.microsoft.com/office/drawing/2017/decorative" val="1"/>
              </a:ext>
            </a:extLst>
          </p:cNvPr>
          <p:cNvSpPr/>
          <p:nvPr userDrawn="1"/>
        </p:nvSpPr>
        <p:spPr bwMode="white">
          <a:xfrm>
            <a:off x="6165850" y="1372552"/>
            <a:ext cx="2670176" cy="4390073"/>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0" name="Picture 1">
            <a:extLst>
              <a:ext uri="{FF2B5EF4-FFF2-40B4-BE49-F238E27FC236}">
                <a16:creationId xmlns:a16="http://schemas.microsoft.com/office/drawing/2014/main" id="{5CE683B9-5ED7-85F9-3A8C-ABA72F9D3440}"/>
              </a:ext>
              <a:ext uri="{C183D7F6-B498-43B3-948B-1728B52AA6E4}">
                <adec:decorative xmlns:adec="http://schemas.microsoft.com/office/drawing/2017/decorative" val="0"/>
              </a:ext>
            </a:extLst>
          </p:cNvPr>
          <p:cNvSpPr>
            <a:spLocks noGrp="1"/>
          </p:cNvSpPr>
          <p:nvPr>
            <p:ph type="pic" sz="quarter" idx="32" hasCustomPrompt="1"/>
          </p:nvPr>
        </p:nvSpPr>
        <p:spPr>
          <a:xfrm>
            <a:off x="6796089" y="2343150"/>
            <a:ext cx="1409698" cy="1485900"/>
          </a:xfrm>
        </p:spPr>
        <p:txBody>
          <a:bodyPr tIns="91440" anchor="t" anchorCtr="0"/>
          <a:lstStyle>
            <a:lvl1pPr marL="0" indent="0" algn="ctr">
              <a:buNone/>
              <a:defRPr sz="1400">
                <a:latin typeface="+mj-lt"/>
              </a:defRPr>
            </a:lvl1pPr>
          </a:lstStyle>
          <a:p>
            <a:r>
              <a:rPr lang="en-US" noProof="0" dirty="0"/>
              <a:t>Icon</a:t>
            </a:r>
          </a:p>
        </p:txBody>
      </p:sp>
      <p:sp>
        <p:nvSpPr>
          <p:cNvPr id="12" name="Subhead 1">
            <a:extLst>
              <a:ext uri="{FF2B5EF4-FFF2-40B4-BE49-F238E27FC236}">
                <a16:creationId xmlns:a16="http://schemas.microsoft.com/office/drawing/2014/main" id="{53598A90-7BE2-0D82-0FCF-005EE8458977}"/>
              </a:ext>
            </a:extLst>
          </p:cNvPr>
          <p:cNvSpPr>
            <a:spLocks noGrp="1"/>
          </p:cNvSpPr>
          <p:nvPr>
            <p:ph type="body" sz="quarter" idx="20" hasCustomPrompt="1"/>
          </p:nvPr>
        </p:nvSpPr>
        <p:spPr>
          <a:xfrm>
            <a:off x="6419373" y="4592687"/>
            <a:ext cx="2210277"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subhead here</a:t>
            </a:r>
          </a:p>
        </p:txBody>
      </p:sp>
      <p:sp>
        <p:nvSpPr>
          <p:cNvPr id="13" name="Text 1">
            <a:extLst>
              <a:ext uri="{FF2B5EF4-FFF2-40B4-BE49-F238E27FC236}">
                <a16:creationId xmlns:a16="http://schemas.microsoft.com/office/drawing/2014/main" id="{E8F4AB40-5736-AD5A-95C8-7BCC8DCBDAB9}"/>
              </a:ext>
            </a:extLst>
          </p:cNvPr>
          <p:cNvSpPr>
            <a:spLocks noGrp="1"/>
          </p:cNvSpPr>
          <p:nvPr>
            <p:ph type="body" sz="quarter" idx="16" hasCustomPrompt="1"/>
          </p:nvPr>
        </p:nvSpPr>
        <p:spPr>
          <a:xfrm>
            <a:off x="6419373" y="4976861"/>
            <a:ext cx="2210277" cy="604789"/>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5" name="Rounded Rectangle 2">
            <a:extLst>
              <a:ext uri="{FF2B5EF4-FFF2-40B4-BE49-F238E27FC236}">
                <a16:creationId xmlns:a16="http://schemas.microsoft.com/office/drawing/2014/main" id="{E8F054FF-1896-AC30-4C9B-C4C71E606C18}"/>
              </a:ext>
              <a:ext uri="{C183D7F6-B498-43B3-948B-1728B52AA6E4}">
                <adec:decorative xmlns:adec="http://schemas.microsoft.com/office/drawing/2017/decorative" val="1"/>
              </a:ext>
            </a:extLst>
          </p:cNvPr>
          <p:cNvSpPr/>
          <p:nvPr userDrawn="1"/>
        </p:nvSpPr>
        <p:spPr bwMode="white">
          <a:xfrm>
            <a:off x="8988425" y="1372552"/>
            <a:ext cx="2670176" cy="4390073"/>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9" name="Picture 2">
            <a:extLst>
              <a:ext uri="{FF2B5EF4-FFF2-40B4-BE49-F238E27FC236}">
                <a16:creationId xmlns:a16="http://schemas.microsoft.com/office/drawing/2014/main" id="{CBE910CE-B243-EFCA-083F-739AB0E2FD54}"/>
              </a:ext>
              <a:ext uri="{C183D7F6-B498-43B3-948B-1728B52AA6E4}">
                <adec:decorative xmlns:adec="http://schemas.microsoft.com/office/drawing/2017/decorative" val="0"/>
              </a:ext>
            </a:extLst>
          </p:cNvPr>
          <p:cNvSpPr>
            <a:spLocks noGrp="1"/>
          </p:cNvSpPr>
          <p:nvPr>
            <p:ph type="pic" sz="quarter" idx="31" hasCustomPrompt="1"/>
          </p:nvPr>
        </p:nvSpPr>
        <p:spPr>
          <a:xfrm>
            <a:off x="9618664" y="2343150"/>
            <a:ext cx="1409698" cy="1485900"/>
          </a:xfrm>
        </p:spPr>
        <p:txBody>
          <a:bodyPr tIns="91440" anchor="t" anchorCtr="0"/>
          <a:lstStyle>
            <a:lvl1pPr marL="0" indent="0" algn="ctr">
              <a:buNone/>
              <a:defRPr sz="1400">
                <a:latin typeface="+mj-lt"/>
              </a:defRPr>
            </a:lvl1pPr>
          </a:lstStyle>
          <a:p>
            <a:r>
              <a:rPr lang="en-US" noProof="0" dirty="0"/>
              <a:t>Icon</a:t>
            </a:r>
          </a:p>
        </p:txBody>
      </p:sp>
      <p:sp>
        <p:nvSpPr>
          <p:cNvPr id="15" name="Subhead 2">
            <a:extLst>
              <a:ext uri="{FF2B5EF4-FFF2-40B4-BE49-F238E27FC236}">
                <a16:creationId xmlns:a16="http://schemas.microsoft.com/office/drawing/2014/main" id="{143EAC0C-2663-3AAD-34E5-1033DD8E1B0A}"/>
              </a:ext>
            </a:extLst>
          </p:cNvPr>
          <p:cNvSpPr>
            <a:spLocks noGrp="1"/>
          </p:cNvSpPr>
          <p:nvPr>
            <p:ph type="body" sz="quarter" idx="28" hasCustomPrompt="1"/>
          </p:nvPr>
        </p:nvSpPr>
        <p:spPr>
          <a:xfrm>
            <a:off x="9238773" y="4592687"/>
            <a:ext cx="2210277"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subhead here</a:t>
            </a:r>
          </a:p>
        </p:txBody>
      </p:sp>
      <p:sp>
        <p:nvSpPr>
          <p:cNvPr id="16" name="Text 2">
            <a:extLst>
              <a:ext uri="{FF2B5EF4-FFF2-40B4-BE49-F238E27FC236}">
                <a16:creationId xmlns:a16="http://schemas.microsoft.com/office/drawing/2014/main" id="{95CB6802-304B-6C86-41E0-77EF0EA330A2}"/>
              </a:ext>
            </a:extLst>
          </p:cNvPr>
          <p:cNvSpPr>
            <a:spLocks noGrp="1"/>
          </p:cNvSpPr>
          <p:nvPr>
            <p:ph type="body" sz="quarter" idx="29" hasCustomPrompt="1"/>
          </p:nvPr>
        </p:nvSpPr>
        <p:spPr>
          <a:xfrm>
            <a:off x="9238773" y="4976861"/>
            <a:ext cx="2210277" cy="604789"/>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cxnSp>
        <p:nvCxnSpPr>
          <p:cNvPr id="21" name="Straight Connector">
            <a:extLst>
              <a:ext uri="{FF2B5EF4-FFF2-40B4-BE49-F238E27FC236}">
                <a16:creationId xmlns:a16="http://schemas.microsoft.com/office/drawing/2014/main" id="{81E8F35B-BE43-51AF-93FB-43D77D24016D}"/>
              </a:ext>
              <a:ext uri="{C183D7F6-B498-43B3-948B-1728B52AA6E4}">
                <adec:decorative xmlns:adec="http://schemas.microsoft.com/office/drawing/2017/decorative" val="1"/>
              </a:ext>
            </a:extLst>
          </p:cNvPr>
          <p:cNvCxnSpPr>
            <a:cxnSpLocks/>
          </p:cNvCxnSpPr>
          <p:nvPr userDrawn="1"/>
        </p:nvCxnSpPr>
        <p:spPr bwMode="black">
          <a:xfrm flipH="1">
            <a:off x="542925" y="5762625"/>
            <a:ext cx="5087312"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pic>
        <p:nvPicPr>
          <p:cNvPr id="4" name="Pearson Logo" descr="Pearson Logo">
            <a:extLst>
              <a:ext uri="{FF2B5EF4-FFF2-40B4-BE49-F238E27FC236}">
                <a16:creationId xmlns:a16="http://schemas.microsoft.com/office/drawing/2014/main" id="{97CB2F8D-A344-42F2-84CB-97822980D5DE}"/>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58329380"/>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x3">
    <p:bg bwMode="ltGray">
      <p:bgPr>
        <a:solidFill>
          <a:srgbClr val="EDECF6"/>
        </a:solidFill>
        <a:effectLst/>
      </p:bgPr>
    </p:bg>
    <p:spTree>
      <p:nvGrpSpPr>
        <p:cNvPr id="1" name=""/>
        <p:cNvGrpSpPr/>
        <p:nvPr/>
      </p:nvGrpSpPr>
      <p:grpSpPr>
        <a:xfrm>
          <a:off x="0" y="0"/>
          <a:ext cx="0" cy="0"/>
          <a:chOff x="0" y="0"/>
          <a:chExt cx="0" cy="0"/>
        </a:xfrm>
      </p:grpSpPr>
      <p:sp>
        <p:nvSpPr>
          <p:cNvPr id="12" name="Section">
            <a:extLst>
              <a:ext uri="{FF2B5EF4-FFF2-40B4-BE49-F238E27FC236}">
                <a16:creationId xmlns:a16="http://schemas.microsoft.com/office/drawing/2014/main" id="{6D8160D0-6A66-0EA9-5753-2EC4FF928625}"/>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76778EDA-841E-AD19-1FC9-84797F981CD0}"/>
              </a:ext>
            </a:extLst>
          </p:cNvPr>
          <p:cNvSpPr>
            <a:spLocks noGrp="1"/>
          </p:cNvSpPr>
          <p:nvPr>
            <p:ph type="title" hasCustomPrompt="1"/>
          </p:nvPr>
        </p:nvSpPr>
        <p:spPr>
          <a:xfrm>
            <a:off x="550164" y="1370208"/>
            <a:ext cx="2802636" cy="2058791"/>
          </a:xfrm>
        </p:spPr>
        <p:txBody>
          <a:bodyPr/>
          <a:lstStyle>
            <a:lvl1pPr>
              <a:defRPr>
                <a:latin typeface="+mj-lt"/>
              </a:defRPr>
            </a:lvl1pPr>
          </a:lstStyle>
          <a:p>
            <a:r>
              <a:rPr lang="en-US" noProof="0" dirty="0"/>
              <a:t>Place headline here, lorem ipsum dolor sit </a:t>
            </a:r>
            <a:r>
              <a:rPr lang="en-US" noProof="0" dirty="0" err="1"/>
              <a:t>amet</a:t>
            </a:r>
            <a:endParaRPr lang="en-US" noProof="0" dirty="0"/>
          </a:p>
        </p:txBody>
      </p:sp>
      <p:sp>
        <p:nvSpPr>
          <p:cNvPr id="16" name="Heading 1">
            <a:extLst>
              <a:ext uri="{FF2B5EF4-FFF2-40B4-BE49-F238E27FC236}">
                <a16:creationId xmlns:a16="http://schemas.microsoft.com/office/drawing/2014/main" id="{FCC9DF55-A4B0-0465-BFCC-37DECDE5A17D}"/>
              </a:ext>
            </a:extLst>
          </p:cNvPr>
          <p:cNvSpPr>
            <a:spLocks noGrp="1"/>
          </p:cNvSpPr>
          <p:nvPr>
            <p:ph type="body" idx="32" hasCustomPrompt="1"/>
          </p:nvPr>
        </p:nvSpPr>
        <p:spPr>
          <a:xfrm>
            <a:off x="4292600" y="1372089"/>
            <a:ext cx="2350800" cy="304311"/>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a:t>
            </a:r>
          </a:p>
        </p:txBody>
      </p:sp>
      <p:sp>
        <p:nvSpPr>
          <p:cNvPr id="13" name="Subhead 1">
            <a:extLst>
              <a:ext uri="{FF2B5EF4-FFF2-40B4-BE49-F238E27FC236}">
                <a16:creationId xmlns:a16="http://schemas.microsoft.com/office/drawing/2014/main" id="{C24E80FF-3C71-1311-11AF-54A5FE1BEA79}"/>
              </a:ext>
            </a:extLst>
          </p:cNvPr>
          <p:cNvSpPr>
            <a:spLocks noGrp="1"/>
          </p:cNvSpPr>
          <p:nvPr>
            <p:ph type="body" idx="1" hasCustomPrompt="1"/>
          </p:nvPr>
        </p:nvSpPr>
        <p:spPr>
          <a:xfrm>
            <a:off x="4292600" y="1757850"/>
            <a:ext cx="2350800" cy="548285"/>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4" name="Text 1">
            <a:extLst>
              <a:ext uri="{FF2B5EF4-FFF2-40B4-BE49-F238E27FC236}">
                <a16:creationId xmlns:a16="http://schemas.microsoft.com/office/drawing/2014/main" id="{211301DE-57D3-01C0-ED02-28220C1A8546}"/>
              </a:ext>
            </a:extLst>
          </p:cNvPr>
          <p:cNvSpPr>
            <a:spLocks noGrp="1"/>
          </p:cNvSpPr>
          <p:nvPr>
            <p:ph type="body" sz="quarter" idx="38"/>
          </p:nvPr>
        </p:nvSpPr>
        <p:spPr>
          <a:xfrm>
            <a:off x="4292600" y="2438400"/>
            <a:ext cx="2350008" cy="987552"/>
          </a:xfrm>
        </p:spPr>
        <p:txBody>
          <a:bodyPr/>
          <a:lstStyle>
            <a:lvl1pPr marL="0" inden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0" name="Picture 1">
            <a:extLst>
              <a:ext uri="{FF2B5EF4-FFF2-40B4-BE49-F238E27FC236}">
                <a16:creationId xmlns:a16="http://schemas.microsoft.com/office/drawing/2014/main" id="{CD5E3A7C-88DE-1CA0-135D-D4963A01BC87}"/>
              </a:ext>
              <a:ext uri="{C183D7F6-B498-43B3-948B-1728B52AA6E4}">
                <adec:decorative xmlns:adec="http://schemas.microsoft.com/office/drawing/2017/decorative" val="1"/>
              </a:ext>
            </a:extLst>
          </p:cNvPr>
          <p:cNvSpPr>
            <a:spLocks noGrp="1"/>
          </p:cNvSpPr>
          <p:nvPr>
            <p:ph type="pic" sz="quarter" idx="35" hasCustomPrompt="1"/>
          </p:nvPr>
        </p:nvSpPr>
        <p:spPr bwMode="gray">
          <a:xfrm>
            <a:off x="4292600" y="3690938"/>
            <a:ext cx="2371437" cy="2070416"/>
          </a:xfrm>
          <a:prstGeom prst="roundRect">
            <a:avLst>
              <a:gd name="adj" fmla="val 7083"/>
            </a:avLst>
          </a:prstGeom>
          <a:solidFill>
            <a:srgbClr val="C1BFFF"/>
          </a:solidFill>
        </p:spPr>
        <p:txBody>
          <a:bodyPr tIns="91440" anchor="t" anchorCtr="0"/>
          <a:lstStyle>
            <a:lvl1pPr marL="0" indent="0" algn="ctr">
              <a:buNone/>
              <a:defRPr sz="1400">
                <a:latin typeface="+mj-lt"/>
              </a:defRPr>
            </a:lvl1pPr>
          </a:lstStyle>
          <a:p>
            <a:r>
              <a:rPr lang="en-US" noProof="0" dirty="0"/>
              <a:t>Add picture here</a:t>
            </a:r>
          </a:p>
        </p:txBody>
      </p:sp>
      <p:sp>
        <p:nvSpPr>
          <p:cNvPr id="17" name="Heading 2">
            <a:extLst>
              <a:ext uri="{FF2B5EF4-FFF2-40B4-BE49-F238E27FC236}">
                <a16:creationId xmlns:a16="http://schemas.microsoft.com/office/drawing/2014/main" id="{D6CB4244-AA07-9C62-4C0C-58EF345C3E90}"/>
              </a:ext>
            </a:extLst>
          </p:cNvPr>
          <p:cNvSpPr>
            <a:spLocks noGrp="1"/>
          </p:cNvSpPr>
          <p:nvPr>
            <p:ph type="body" idx="33" hasCustomPrompt="1"/>
          </p:nvPr>
        </p:nvSpPr>
        <p:spPr>
          <a:xfrm>
            <a:off x="6781800" y="1372089"/>
            <a:ext cx="2350800" cy="304311"/>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a:t>
            </a:r>
          </a:p>
        </p:txBody>
      </p:sp>
      <p:sp>
        <p:nvSpPr>
          <p:cNvPr id="14" name="Text Placeholder 2">
            <a:extLst>
              <a:ext uri="{FF2B5EF4-FFF2-40B4-BE49-F238E27FC236}">
                <a16:creationId xmlns:a16="http://schemas.microsoft.com/office/drawing/2014/main" id="{E7969028-00D9-D8CE-1448-621DC2F4C603}"/>
              </a:ext>
            </a:extLst>
          </p:cNvPr>
          <p:cNvSpPr>
            <a:spLocks noGrp="1"/>
          </p:cNvSpPr>
          <p:nvPr>
            <p:ph type="body" idx="30" hasCustomPrompt="1"/>
          </p:nvPr>
        </p:nvSpPr>
        <p:spPr>
          <a:xfrm>
            <a:off x="6781800" y="1757850"/>
            <a:ext cx="2350800" cy="548285"/>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5" name="Text 2">
            <a:extLst>
              <a:ext uri="{FF2B5EF4-FFF2-40B4-BE49-F238E27FC236}">
                <a16:creationId xmlns:a16="http://schemas.microsoft.com/office/drawing/2014/main" id="{29DCDE7E-D2D6-4539-E4D3-FF0231419362}"/>
              </a:ext>
            </a:extLst>
          </p:cNvPr>
          <p:cNvSpPr>
            <a:spLocks noGrp="1"/>
          </p:cNvSpPr>
          <p:nvPr>
            <p:ph type="body" sz="quarter" idx="39"/>
          </p:nvPr>
        </p:nvSpPr>
        <p:spPr>
          <a:xfrm>
            <a:off x="6782592" y="2438400"/>
            <a:ext cx="2350008" cy="987552"/>
          </a:xfrm>
        </p:spPr>
        <p:txBody>
          <a:bodyPr/>
          <a:lstStyle>
            <a:lvl1pPr marL="0" inden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Picture 2">
            <a:extLst>
              <a:ext uri="{FF2B5EF4-FFF2-40B4-BE49-F238E27FC236}">
                <a16:creationId xmlns:a16="http://schemas.microsoft.com/office/drawing/2014/main" id="{F830C16D-9055-1B3D-17DC-7E244CE846FD}"/>
              </a:ext>
              <a:ext uri="{C183D7F6-B498-43B3-948B-1728B52AA6E4}">
                <adec:decorative xmlns:adec="http://schemas.microsoft.com/office/drawing/2017/decorative" val="1"/>
              </a:ext>
            </a:extLst>
          </p:cNvPr>
          <p:cNvSpPr>
            <a:spLocks noGrp="1"/>
          </p:cNvSpPr>
          <p:nvPr>
            <p:ph type="pic" sz="quarter" idx="36" hasCustomPrompt="1"/>
          </p:nvPr>
        </p:nvSpPr>
        <p:spPr bwMode="gray">
          <a:xfrm>
            <a:off x="6781800" y="3690938"/>
            <a:ext cx="2371437" cy="2070416"/>
          </a:xfrm>
          <a:prstGeom prst="roundRect">
            <a:avLst>
              <a:gd name="adj" fmla="val 7083"/>
            </a:avLst>
          </a:prstGeom>
          <a:solidFill>
            <a:srgbClr val="C1BFFF"/>
          </a:solidFill>
        </p:spPr>
        <p:txBody>
          <a:bodyPr tIns="91440" anchor="t" anchorCtr="0"/>
          <a:lstStyle>
            <a:lvl1pPr marL="0" indent="0" algn="ctr">
              <a:buNone/>
              <a:defRPr sz="14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Add picture here</a:t>
            </a:r>
          </a:p>
        </p:txBody>
      </p:sp>
      <p:sp>
        <p:nvSpPr>
          <p:cNvPr id="18" name="Heading 3">
            <a:extLst>
              <a:ext uri="{FF2B5EF4-FFF2-40B4-BE49-F238E27FC236}">
                <a16:creationId xmlns:a16="http://schemas.microsoft.com/office/drawing/2014/main" id="{18D540FB-5E67-8E16-72C5-A0AE2377C3FF}"/>
              </a:ext>
            </a:extLst>
          </p:cNvPr>
          <p:cNvSpPr>
            <a:spLocks noGrp="1"/>
          </p:cNvSpPr>
          <p:nvPr>
            <p:ph type="body" idx="34" hasCustomPrompt="1"/>
          </p:nvPr>
        </p:nvSpPr>
        <p:spPr>
          <a:xfrm>
            <a:off x="9271000" y="1372089"/>
            <a:ext cx="2350800" cy="304311"/>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a:t>
            </a:r>
          </a:p>
        </p:txBody>
      </p:sp>
      <p:sp>
        <p:nvSpPr>
          <p:cNvPr id="15" name="Subhead 3">
            <a:extLst>
              <a:ext uri="{FF2B5EF4-FFF2-40B4-BE49-F238E27FC236}">
                <a16:creationId xmlns:a16="http://schemas.microsoft.com/office/drawing/2014/main" id="{99FBCCAE-BA0C-C9DC-855E-80DA005BC5DC}"/>
              </a:ext>
            </a:extLst>
          </p:cNvPr>
          <p:cNvSpPr>
            <a:spLocks noGrp="1"/>
          </p:cNvSpPr>
          <p:nvPr>
            <p:ph type="body" idx="31" hasCustomPrompt="1"/>
          </p:nvPr>
        </p:nvSpPr>
        <p:spPr>
          <a:xfrm>
            <a:off x="9271000" y="1757850"/>
            <a:ext cx="2350800" cy="548285"/>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19" name="Text 3">
            <a:extLst>
              <a:ext uri="{FF2B5EF4-FFF2-40B4-BE49-F238E27FC236}">
                <a16:creationId xmlns:a16="http://schemas.microsoft.com/office/drawing/2014/main" id="{35230D2C-AC6C-06A7-67BA-0F25A9FF4BFE}"/>
              </a:ext>
              <a:ext uri="{C183D7F6-B498-43B3-948B-1728B52AA6E4}">
                <adec:decorative xmlns:adec="http://schemas.microsoft.com/office/drawing/2017/decorative" val="0"/>
              </a:ext>
            </a:extLst>
          </p:cNvPr>
          <p:cNvSpPr>
            <a:spLocks noGrp="1"/>
          </p:cNvSpPr>
          <p:nvPr>
            <p:ph type="body" sz="quarter" idx="40"/>
          </p:nvPr>
        </p:nvSpPr>
        <p:spPr>
          <a:xfrm>
            <a:off x="9271792" y="2438400"/>
            <a:ext cx="2350008" cy="987552"/>
          </a:xfrm>
        </p:spPr>
        <p:txBody>
          <a:bodyPr/>
          <a:lstStyle>
            <a:lvl1pPr marL="0" inden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2" name="Picture 3">
            <a:extLst>
              <a:ext uri="{FF2B5EF4-FFF2-40B4-BE49-F238E27FC236}">
                <a16:creationId xmlns:a16="http://schemas.microsoft.com/office/drawing/2014/main" id="{101B21BA-09BF-23F7-1691-45384A3FECBA}"/>
              </a:ext>
              <a:ext uri="{C183D7F6-B498-43B3-948B-1728B52AA6E4}">
                <adec:decorative xmlns:adec="http://schemas.microsoft.com/office/drawing/2017/decorative" val="1"/>
              </a:ext>
            </a:extLst>
          </p:cNvPr>
          <p:cNvSpPr>
            <a:spLocks noGrp="1"/>
          </p:cNvSpPr>
          <p:nvPr>
            <p:ph type="pic" sz="quarter" idx="37" hasCustomPrompt="1"/>
          </p:nvPr>
        </p:nvSpPr>
        <p:spPr bwMode="gray">
          <a:xfrm>
            <a:off x="9272876" y="3690938"/>
            <a:ext cx="2371437" cy="2070416"/>
          </a:xfrm>
          <a:prstGeom prst="roundRect">
            <a:avLst>
              <a:gd name="adj" fmla="val 7083"/>
            </a:avLst>
          </a:prstGeom>
          <a:solidFill>
            <a:srgbClr val="C1BFFF"/>
          </a:solidFill>
        </p:spPr>
        <p:txBody>
          <a:bodyPr tIns="91440" anchor="t" anchorCtr="0"/>
          <a:lstStyle>
            <a:lvl1pPr marL="0" indent="0" algn="ctr">
              <a:buNone/>
              <a:defRPr sz="14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Add picture here</a:t>
            </a:r>
          </a:p>
        </p:txBody>
      </p:sp>
      <p:sp>
        <p:nvSpPr>
          <p:cNvPr id="10" name="Source">
            <a:extLst>
              <a:ext uri="{FF2B5EF4-FFF2-40B4-BE49-F238E27FC236}">
                <a16:creationId xmlns:a16="http://schemas.microsoft.com/office/drawing/2014/main" id="{49C18AD8-1E9E-29C7-276C-ED2D7C8F701E}"/>
              </a:ext>
            </a:extLst>
          </p:cNvPr>
          <p:cNvSpPr>
            <a:spLocks noGrp="1"/>
          </p:cNvSpPr>
          <p:nvPr>
            <p:ph type="body" sz="quarter" idx="14" hasCustomPrompt="1"/>
          </p:nvPr>
        </p:nvSpPr>
        <p:spPr>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3" name="Pearson Logo" descr="Pearson Logo">
            <a:extLst>
              <a:ext uri="{FF2B5EF4-FFF2-40B4-BE49-F238E27FC236}">
                <a16:creationId xmlns:a16="http://schemas.microsoft.com/office/drawing/2014/main" id="{C0276F1A-FEFC-7586-BAF3-0C057E531430}"/>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8167885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 with Text x4">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8" name="Title">
            <a:extLst>
              <a:ext uri="{FF2B5EF4-FFF2-40B4-BE49-F238E27FC236}">
                <a16:creationId xmlns:a16="http://schemas.microsoft.com/office/drawing/2014/main" id="{CCC3B175-A6C1-A9B9-49AF-8B01B8AACF92}"/>
              </a:ext>
            </a:extLst>
          </p:cNvPr>
          <p:cNvSpPr>
            <a:spLocks noGrp="1"/>
          </p:cNvSpPr>
          <p:nvPr>
            <p:ph type="title" hasCustomPrompt="1"/>
          </p:nvPr>
        </p:nvSpPr>
        <p:spPr>
          <a:xfrm>
            <a:off x="550164" y="552449"/>
            <a:ext cx="4542536" cy="976311"/>
          </a:xfrm>
        </p:spPr>
        <p:txBody>
          <a:bodyPr/>
          <a:lstStyle>
            <a:lvl1pPr>
              <a:defRPr>
                <a:latin typeface="+mj-lt"/>
              </a:defRPr>
            </a:lvl1pPr>
          </a:lstStyle>
          <a:p>
            <a:r>
              <a:rPr lang="en-US" noProof="0" dirty="0"/>
              <a:t>Place headline here</a:t>
            </a:r>
          </a:p>
        </p:txBody>
      </p:sp>
      <p:sp>
        <p:nvSpPr>
          <p:cNvPr id="26" name="Text">
            <a:extLst>
              <a:ext uri="{FF2B5EF4-FFF2-40B4-BE49-F238E27FC236}">
                <a16:creationId xmlns:a16="http://schemas.microsoft.com/office/drawing/2014/main" id="{AE8F69D7-C01C-2736-60D1-59C628C1DC6F}"/>
              </a:ext>
            </a:extLst>
          </p:cNvPr>
          <p:cNvSpPr>
            <a:spLocks noGrp="1"/>
          </p:cNvSpPr>
          <p:nvPr>
            <p:ph type="body" sz="quarter" idx="39" hasCustomPrompt="1"/>
          </p:nvPr>
        </p:nvSpPr>
        <p:spPr>
          <a:xfrm>
            <a:off x="6175375" y="555308"/>
            <a:ext cx="5465763" cy="976312"/>
          </a:xfrm>
        </p:spPr>
        <p:txBody>
          <a:bodyPr/>
          <a:lstStyle>
            <a:lvl1pPr marL="0" indent="0">
              <a:spcAft>
                <a:spcPts val="600"/>
              </a:spcAft>
              <a:buNone/>
              <a:defRPr sz="1400">
                <a:latin typeface="+mj-lt"/>
              </a:defRPr>
            </a:lvl1pPr>
            <a:lvl2pPr>
              <a:defRPr sz="1400"/>
            </a:lvl2pPr>
            <a:lvl3pPr>
              <a:defRPr sz="1400"/>
            </a:lvl3pPr>
          </a:lstStyle>
          <a:p>
            <a:pPr lvl="0"/>
            <a:r>
              <a:rPr lang="en-US" noProof="0" dirty="0"/>
              <a:t>Optional text here</a:t>
            </a:r>
          </a:p>
        </p:txBody>
      </p:sp>
      <p:sp>
        <p:nvSpPr>
          <p:cNvPr id="10" name="Rounded Rectangle 1">
            <a:extLst>
              <a:ext uri="{FF2B5EF4-FFF2-40B4-BE49-F238E27FC236}">
                <a16:creationId xmlns:a16="http://schemas.microsoft.com/office/drawing/2014/main" id="{2EFEAFF7-1BCF-6F35-8A3A-612509CA852A}"/>
              </a:ext>
              <a:ext uri="{C183D7F6-B498-43B3-948B-1728B52AA6E4}">
                <adec:decorative xmlns:adec="http://schemas.microsoft.com/office/drawing/2017/decorative" val="1"/>
              </a:ext>
            </a:extLst>
          </p:cNvPr>
          <p:cNvSpPr/>
          <p:nvPr userDrawn="1"/>
        </p:nvSpPr>
        <p:spPr bwMode="white">
          <a:xfrm>
            <a:off x="550164"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7" name="Icon 1">
            <a:extLst>
              <a:ext uri="{FF2B5EF4-FFF2-40B4-BE49-F238E27FC236}">
                <a16:creationId xmlns:a16="http://schemas.microsoft.com/office/drawing/2014/main" id="{B6B292F9-D8AD-EF72-DDBF-4496080E9D4F}"/>
              </a:ext>
              <a:ext uri="{C183D7F6-B498-43B3-948B-1728B52AA6E4}">
                <adec:decorative xmlns:adec="http://schemas.microsoft.com/office/drawing/2017/decorative" val="0"/>
              </a:ext>
            </a:extLst>
          </p:cNvPr>
          <p:cNvSpPr>
            <a:spLocks noGrp="1"/>
          </p:cNvSpPr>
          <p:nvPr>
            <p:ph type="pic" sz="quarter" idx="34" hasCustomPrompt="1"/>
          </p:nvPr>
        </p:nvSpPr>
        <p:spPr>
          <a:xfrm>
            <a:off x="1356912" y="2343150"/>
            <a:ext cx="1056680" cy="1085850"/>
          </a:xfrm>
        </p:spPr>
        <p:txBody>
          <a:bodyPr tIns="91440" anchor="t" anchorCtr="0"/>
          <a:lstStyle>
            <a:lvl1pPr marL="0" indent="0" algn="ctr">
              <a:buNone/>
              <a:defRPr sz="1400">
                <a:latin typeface="+mj-lt"/>
              </a:defRPr>
            </a:lvl1pPr>
          </a:lstStyle>
          <a:p>
            <a:r>
              <a:rPr lang="en-US" noProof="0" dirty="0"/>
              <a:t>Icon</a:t>
            </a:r>
          </a:p>
        </p:txBody>
      </p:sp>
      <p:sp>
        <p:nvSpPr>
          <p:cNvPr id="18" name="Subhead 1">
            <a:extLst>
              <a:ext uri="{FF2B5EF4-FFF2-40B4-BE49-F238E27FC236}">
                <a16:creationId xmlns:a16="http://schemas.microsoft.com/office/drawing/2014/main" id="{55B83152-ADD7-0AED-3C4F-A4DF6116F8AC}"/>
              </a:ext>
            </a:extLst>
          </p:cNvPr>
          <p:cNvSpPr>
            <a:spLocks noGrp="1"/>
          </p:cNvSpPr>
          <p:nvPr>
            <p:ph type="body" sz="quarter" idx="35" hasCustomPrompt="1"/>
          </p:nvPr>
        </p:nvSpPr>
        <p:spPr>
          <a:xfrm>
            <a:off x="780114"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subhead here</a:t>
            </a:r>
          </a:p>
        </p:txBody>
      </p:sp>
      <p:sp>
        <p:nvSpPr>
          <p:cNvPr id="21" name="Text 1">
            <a:extLst>
              <a:ext uri="{FF2B5EF4-FFF2-40B4-BE49-F238E27FC236}">
                <a16:creationId xmlns:a16="http://schemas.microsoft.com/office/drawing/2014/main" id="{067F0016-B52D-5B0A-DD08-D8FFF0B73706}"/>
              </a:ext>
            </a:extLst>
          </p:cNvPr>
          <p:cNvSpPr>
            <a:spLocks noGrp="1"/>
          </p:cNvSpPr>
          <p:nvPr>
            <p:ph type="body" sz="quarter" idx="36" hasCustomPrompt="1"/>
          </p:nvPr>
        </p:nvSpPr>
        <p:spPr>
          <a:xfrm>
            <a:off x="780114"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11" name="Rounded Rectangle 2">
            <a:extLst>
              <a:ext uri="{FF2B5EF4-FFF2-40B4-BE49-F238E27FC236}">
                <a16:creationId xmlns:a16="http://schemas.microsoft.com/office/drawing/2014/main" id="{495E6F94-51D0-D538-C0B1-65664DCD34EB}"/>
              </a:ext>
              <a:ext uri="{C183D7F6-B498-43B3-948B-1728B52AA6E4}">
                <adec:decorative xmlns:adec="http://schemas.microsoft.com/office/drawing/2017/decorative" val="1"/>
              </a:ext>
            </a:extLst>
          </p:cNvPr>
          <p:cNvSpPr/>
          <p:nvPr userDrawn="1"/>
        </p:nvSpPr>
        <p:spPr bwMode="white">
          <a:xfrm>
            <a:off x="3362918"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4" name="Icon 2">
            <a:extLst>
              <a:ext uri="{FF2B5EF4-FFF2-40B4-BE49-F238E27FC236}">
                <a16:creationId xmlns:a16="http://schemas.microsoft.com/office/drawing/2014/main" id="{2A6FE9EC-DA49-BB4D-8AEF-C6555B1C060D}"/>
              </a:ext>
              <a:ext uri="{C183D7F6-B498-43B3-948B-1728B52AA6E4}">
                <adec:decorative xmlns:adec="http://schemas.microsoft.com/office/drawing/2017/decorative" val="0"/>
              </a:ext>
            </a:extLst>
          </p:cNvPr>
          <p:cNvSpPr>
            <a:spLocks noGrp="1"/>
          </p:cNvSpPr>
          <p:nvPr>
            <p:ph type="pic" sz="quarter" idx="33" hasCustomPrompt="1"/>
          </p:nvPr>
        </p:nvSpPr>
        <p:spPr>
          <a:xfrm>
            <a:off x="4169666" y="2343150"/>
            <a:ext cx="1056680" cy="1085850"/>
          </a:xfrm>
        </p:spPr>
        <p:txBody>
          <a:bodyPr tIns="91440" anchor="t" anchorCtr="0"/>
          <a:lstStyle>
            <a:lvl1pPr marL="0" indent="0" algn="ctr">
              <a:buNone/>
              <a:defRPr sz="1400">
                <a:latin typeface="+mj-lt"/>
              </a:defRPr>
            </a:lvl1pPr>
          </a:lstStyle>
          <a:p>
            <a:r>
              <a:rPr lang="en-US" noProof="0" dirty="0"/>
              <a:t>Icon</a:t>
            </a:r>
          </a:p>
        </p:txBody>
      </p:sp>
      <p:sp>
        <p:nvSpPr>
          <p:cNvPr id="22" name="Subhead 2">
            <a:extLst>
              <a:ext uri="{FF2B5EF4-FFF2-40B4-BE49-F238E27FC236}">
                <a16:creationId xmlns:a16="http://schemas.microsoft.com/office/drawing/2014/main" id="{91837B59-DCFA-3E4B-7125-CD39136FFE4E}"/>
              </a:ext>
            </a:extLst>
          </p:cNvPr>
          <p:cNvSpPr>
            <a:spLocks noGrp="1"/>
          </p:cNvSpPr>
          <p:nvPr>
            <p:ph type="body" sz="quarter" idx="37" hasCustomPrompt="1"/>
          </p:nvPr>
        </p:nvSpPr>
        <p:spPr>
          <a:xfrm>
            <a:off x="3592868"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subhead here</a:t>
            </a:r>
          </a:p>
        </p:txBody>
      </p:sp>
      <p:sp>
        <p:nvSpPr>
          <p:cNvPr id="23" name="Text 2">
            <a:extLst>
              <a:ext uri="{FF2B5EF4-FFF2-40B4-BE49-F238E27FC236}">
                <a16:creationId xmlns:a16="http://schemas.microsoft.com/office/drawing/2014/main" id="{520718D3-0668-0658-D8CF-02B240D60C0C}"/>
              </a:ext>
            </a:extLst>
          </p:cNvPr>
          <p:cNvSpPr>
            <a:spLocks noGrp="1"/>
          </p:cNvSpPr>
          <p:nvPr>
            <p:ph type="body" sz="quarter" idx="38" hasCustomPrompt="1"/>
          </p:nvPr>
        </p:nvSpPr>
        <p:spPr>
          <a:xfrm>
            <a:off x="3592868"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2" name="Rounded Rectangle 3">
            <a:extLst>
              <a:ext uri="{FF2B5EF4-FFF2-40B4-BE49-F238E27FC236}">
                <a16:creationId xmlns:a16="http://schemas.microsoft.com/office/drawing/2014/main" id="{60C38BEE-570B-9B3A-5F52-DA6234A53C6B}"/>
              </a:ext>
              <a:ext uri="{C183D7F6-B498-43B3-948B-1728B52AA6E4}">
                <adec:decorative xmlns:adec="http://schemas.microsoft.com/office/drawing/2017/decorative" val="1"/>
              </a:ext>
            </a:extLst>
          </p:cNvPr>
          <p:cNvSpPr/>
          <p:nvPr userDrawn="1"/>
        </p:nvSpPr>
        <p:spPr bwMode="white">
          <a:xfrm>
            <a:off x="6175672"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0" name="Icon 3">
            <a:extLst>
              <a:ext uri="{FF2B5EF4-FFF2-40B4-BE49-F238E27FC236}">
                <a16:creationId xmlns:a16="http://schemas.microsoft.com/office/drawing/2014/main" id="{5CE683B9-5ED7-85F9-3A8C-ABA72F9D3440}"/>
              </a:ext>
              <a:ext uri="{C183D7F6-B498-43B3-948B-1728B52AA6E4}">
                <adec:decorative xmlns:adec="http://schemas.microsoft.com/office/drawing/2017/decorative" val="0"/>
              </a:ext>
            </a:extLst>
          </p:cNvPr>
          <p:cNvSpPr>
            <a:spLocks noGrp="1"/>
          </p:cNvSpPr>
          <p:nvPr>
            <p:ph type="pic" sz="quarter" idx="32" hasCustomPrompt="1"/>
          </p:nvPr>
        </p:nvSpPr>
        <p:spPr>
          <a:xfrm>
            <a:off x="6982420" y="2343150"/>
            <a:ext cx="1056680" cy="1085850"/>
          </a:xfrm>
        </p:spPr>
        <p:txBody>
          <a:bodyPr tIns="91440" anchor="t" anchorCtr="0"/>
          <a:lstStyle>
            <a:lvl1pPr marL="0" indent="0" algn="ctr">
              <a:buNone/>
              <a:defRPr sz="1400">
                <a:latin typeface="+mj-lt"/>
              </a:defRPr>
            </a:lvl1pPr>
          </a:lstStyle>
          <a:p>
            <a:r>
              <a:rPr lang="en-US" noProof="0"/>
              <a:t>Icon</a:t>
            </a:r>
          </a:p>
        </p:txBody>
      </p:sp>
      <p:sp>
        <p:nvSpPr>
          <p:cNvPr id="12" name="Subhead 3">
            <a:extLst>
              <a:ext uri="{FF2B5EF4-FFF2-40B4-BE49-F238E27FC236}">
                <a16:creationId xmlns:a16="http://schemas.microsoft.com/office/drawing/2014/main" id="{53598A90-7BE2-0D82-0FCF-005EE8458977}"/>
              </a:ext>
            </a:extLst>
          </p:cNvPr>
          <p:cNvSpPr>
            <a:spLocks noGrp="1"/>
          </p:cNvSpPr>
          <p:nvPr>
            <p:ph type="body" sz="quarter" idx="20" hasCustomPrompt="1"/>
          </p:nvPr>
        </p:nvSpPr>
        <p:spPr>
          <a:xfrm>
            <a:off x="6405622"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subhead here</a:t>
            </a:r>
          </a:p>
        </p:txBody>
      </p:sp>
      <p:sp>
        <p:nvSpPr>
          <p:cNvPr id="13" name="Text 3">
            <a:extLst>
              <a:ext uri="{FF2B5EF4-FFF2-40B4-BE49-F238E27FC236}">
                <a16:creationId xmlns:a16="http://schemas.microsoft.com/office/drawing/2014/main" id="{E8F4AB40-5736-AD5A-95C8-7BCC8DCBDAB9}"/>
              </a:ext>
            </a:extLst>
          </p:cNvPr>
          <p:cNvSpPr>
            <a:spLocks noGrp="1"/>
          </p:cNvSpPr>
          <p:nvPr>
            <p:ph type="body" sz="quarter" idx="16" hasCustomPrompt="1"/>
          </p:nvPr>
        </p:nvSpPr>
        <p:spPr>
          <a:xfrm>
            <a:off x="6405622"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5" name="Rounded Rectangle 4">
            <a:extLst>
              <a:ext uri="{FF2B5EF4-FFF2-40B4-BE49-F238E27FC236}">
                <a16:creationId xmlns:a16="http://schemas.microsoft.com/office/drawing/2014/main" id="{E8F054FF-1896-AC30-4C9B-C4C71E606C18}"/>
              </a:ext>
              <a:ext uri="{C183D7F6-B498-43B3-948B-1728B52AA6E4}">
                <adec:decorative xmlns:adec="http://schemas.microsoft.com/office/drawing/2017/decorative" val="1"/>
              </a:ext>
            </a:extLst>
          </p:cNvPr>
          <p:cNvSpPr/>
          <p:nvPr userDrawn="1"/>
        </p:nvSpPr>
        <p:spPr bwMode="white">
          <a:xfrm>
            <a:off x="8988425"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9" name="Icon 4">
            <a:extLst>
              <a:ext uri="{FF2B5EF4-FFF2-40B4-BE49-F238E27FC236}">
                <a16:creationId xmlns:a16="http://schemas.microsoft.com/office/drawing/2014/main" id="{CBE910CE-B243-EFCA-083F-739AB0E2FD54}"/>
              </a:ext>
              <a:ext uri="{C183D7F6-B498-43B3-948B-1728B52AA6E4}">
                <adec:decorative xmlns:adec="http://schemas.microsoft.com/office/drawing/2017/decorative" val="0"/>
              </a:ext>
            </a:extLst>
          </p:cNvPr>
          <p:cNvSpPr>
            <a:spLocks noGrp="1"/>
          </p:cNvSpPr>
          <p:nvPr>
            <p:ph type="pic" sz="quarter" idx="31" hasCustomPrompt="1"/>
          </p:nvPr>
        </p:nvSpPr>
        <p:spPr>
          <a:xfrm>
            <a:off x="9795173" y="2343150"/>
            <a:ext cx="1056680" cy="1085850"/>
          </a:xfrm>
        </p:spPr>
        <p:txBody>
          <a:bodyPr tIns="91440" anchor="t" anchorCtr="0"/>
          <a:lstStyle>
            <a:lvl1pPr marL="0" indent="0" algn="ctr">
              <a:buNone/>
              <a:defRPr sz="1400">
                <a:latin typeface="+mj-lt"/>
              </a:defRPr>
            </a:lvl1pPr>
          </a:lstStyle>
          <a:p>
            <a:r>
              <a:rPr lang="en-US" noProof="0"/>
              <a:t>Icon</a:t>
            </a:r>
          </a:p>
        </p:txBody>
      </p:sp>
      <p:sp>
        <p:nvSpPr>
          <p:cNvPr id="15" name="Subhead 4">
            <a:extLst>
              <a:ext uri="{FF2B5EF4-FFF2-40B4-BE49-F238E27FC236}">
                <a16:creationId xmlns:a16="http://schemas.microsoft.com/office/drawing/2014/main" id="{143EAC0C-2663-3AAD-34E5-1033DD8E1B0A}"/>
              </a:ext>
            </a:extLst>
          </p:cNvPr>
          <p:cNvSpPr>
            <a:spLocks noGrp="1"/>
          </p:cNvSpPr>
          <p:nvPr>
            <p:ph type="body" sz="quarter" idx="28" hasCustomPrompt="1"/>
          </p:nvPr>
        </p:nvSpPr>
        <p:spPr>
          <a:xfrm>
            <a:off x="9218375"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subhead here</a:t>
            </a:r>
          </a:p>
        </p:txBody>
      </p:sp>
      <p:sp>
        <p:nvSpPr>
          <p:cNvPr id="16" name="Text 4">
            <a:extLst>
              <a:ext uri="{FF2B5EF4-FFF2-40B4-BE49-F238E27FC236}">
                <a16:creationId xmlns:a16="http://schemas.microsoft.com/office/drawing/2014/main" id="{95CB6802-304B-6C86-41E0-77EF0EA330A2}"/>
              </a:ext>
            </a:extLst>
          </p:cNvPr>
          <p:cNvSpPr>
            <a:spLocks noGrp="1"/>
          </p:cNvSpPr>
          <p:nvPr>
            <p:ph type="body" sz="quarter" idx="29" hasCustomPrompt="1"/>
          </p:nvPr>
        </p:nvSpPr>
        <p:spPr>
          <a:xfrm>
            <a:off x="9218375"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pic>
        <p:nvPicPr>
          <p:cNvPr id="4" name="Pearson Logo" descr="Pearson Logo">
            <a:extLst>
              <a:ext uri="{FF2B5EF4-FFF2-40B4-BE49-F238E27FC236}">
                <a16:creationId xmlns:a16="http://schemas.microsoft.com/office/drawing/2014/main" id="{62386E20-993B-2288-2756-EFFC18C75275}"/>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99012737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 with Data and Text x6">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8" name="Title">
            <a:extLst>
              <a:ext uri="{FF2B5EF4-FFF2-40B4-BE49-F238E27FC236}">
                <a16:creationId xmlns:a16="http://schemas.microsoft.com/office/drawing/2014/main" id="{CCC3B175-A6C1-A9B9-49AF-8B01B8AACF92}"/>
              </a:ext>
            </a:extLst>
          </p:cNvPr>
          <p:cNvSpPr>
            <a:spLocks noGrp="1"/>
          </p:cNvSpPr>
          <p:nvPr>
            <p:ph type="title" hasCustomPrompt="1"/>
          </p:nvPr>
        </p:nvSpPr>
        <p:spPr>
          <a:xfrm>
            <a:off x="550164" y="1099649"/>
            <a:ext cx="3744024" cy="2020922"/>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9" name="Text">
            <a:extLst>
              <a:ext uri="{FF2B5EF4-FFF2-40B4-BE49-F238E27FC236}">
                <a16:creationId xmlns:a16="http://schemas.microsoft.com/office/drawing/2014/main" id="{52EB67A3-1158-7468-9546-6C1E7A02846B}"/>
              </a:ext>
            </a:extLst>
          </p:cNvPr>
          <p:cNvSpPr>
            <a:spLocks noGrp="1"/>
          </p:cNvSpPr>
          <p:nvPr>
            <p:ph type="body" sz="quarter" idx="28"/>
          </p:nvPr>
        </p:nvSpPr>
        <p:spPr>
          <a:xfrm>
            <a:off x="550164" y="3439478"/>
            <a:ext cx="3605276" cy="2323147"/>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1" name="Icon 1">
            <a:extLst>
              <a:ext uri="{FF2B5EF4-FFF2-40B4-BE49-F238E27FC236}">
                <a16:creationId xmlns:a16="http://schemas.microsoft.com/office/drawing/2014/main" id="{F2A5A3F4-4808-397D-48E8-CF20D2EFF222}"/>
              </a:ext>
              <a:ext uri="{C183D7F6-B498-43B3-948B-1728B52AA6E4}">
                <adec:decorative xmlns:adec="http://schemas.microsoft.com/office/drawing/2017/decorative" val="1"/>
              </a:ext>
            </a:extLst>
          </p:cNvPr>
          <p:cNvSpPr>
            <a:spLocks noGrp="1"/>
          </p:cNvSpPr>
          <p:nvPr>
            <p:ph type="pic" sz="quarter" idx="38" hasCustomPrompt="1"/>
          </p:nvPr>
        </p:nvSpPr>
        <p:spPr>
          <a:xfrm>
            <a:off x="5229225" y="975361"/>
            <a:ext cx="530352" cy="527684"/>
          </a:xfrm>
        </p:spPr>
        <p:txBody>
          <a:bodyPr anchor="ctr"/>
          <a:lstStyle>
            <a:lvl1pPr marL="0" indent="0" algn="ctr">
              <a:buNone/>
              <a:defRPr sz="1000">
                <a:latin typeface="+mj-lt"/>
              </a:defRPr>
            </a:lvl1pPr>
          </a:lstStyle>
          <a:p>
            <a:r>
              <a:rPr lang="en-US" noProof="0"/>
              <a:t>Icon</a:t>
            </a:r>
          </a:p>
        </p:txBody>
      </p:sp>
      <p:sp>
        <p:nvSpPr>
          <p:cNvPr id="27" name="Emphasis 1">
            <a:extLst>
              <a:ext uri="{FF2B5EF4-FFF2-40B4-BE49-F238E27FC236}">
                <a16:creationId xmlns:a16="http://schemas.microsoft.com/office/drawing/2014/main" id="{C8752E3E-0299-C78C-05F6-C9B2DC605D6D}"/>
              </a:ext>
            </a:extLst>
          </p:cNvPr>
          <p:cNvSpPr>
            <a:spLocks noGrp="1"/>
          </p:cNvSpPr>
          <p:nvPr>
            <p:ph type="body" sz="quarter" idx="37" hasCustomPrompt="1"/>
          </p:nvPr>
        </p:nvSpPr>
        <p:spPr>
          <a:xfrm>
            <a:off x="5229226" y="1739172"/>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25" name="Text 1">
            <a:extLst>
              <a:ext uri="{FF2B5EF4-FFF2-40B4-BE49-F238E27FC236}">
                <a16:creationId xmlns:a16="http://schemas.microsoft.com/office/drawing/2014/main" id="{F29B448F-A00D-AC03-E3EC-F9C365BCF133}"/>
              </a:ext>
            </a:extLst>
          </p:cNvPr>
          <p:cNvSpPr>
            <a:spLocks noGrp="1"/>
          </p:cNvSpPr>
          <p:nvPr>
            <p:ph type="body" sz="quarter" idx="36" hasCustomPrompt="1"/>
          </p:nvPr>
        </p:nvSpPr>
        <p:spPr>
          <a:xfrm>
            <a:off x="5229226" y="2272301"/>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cxnSp>
        <p:nvCxnSpPr>
          <p:cNvPr id="32" name="Straight Connector 1">
            <a:extLst>
              <a:ext uri="{FF2B5EF4-FFF2-40B4-BE49-F238E27FC236}">
                <a16:creationId xmlns:a16="http://schemas.microsoft.com/office/drawing/2014/main" id="{F61870AD-064A-A25B-3654-367A2F00A5D6}"/>
              </a:ext>
              <a:ext uri="{C183D7F6-B498-43B3-948B-1728B52AA6E4}">
                <adec:decorative xmlns:adec="http://schemas.microsoft.com/office/drawing/2017/decorative" val="1"/>
              </a:ext>
            </a:extLst>
          </p:cNvPr>
          <p:cNvCxnSpPr>
            <a:cxnSpLocks/>
          </p:cNvCxnSpPr>
          <p:nvPr userDrawn="1"/>
        </p:nvCxnSpPr>
        <p:spPr bwMode="black">
          <a:xfrm>
            <a:off x="5231606" y="2866553"/>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43" name="Icon 2">
            <a:extLst>
              <a:ext uri="{FF2B5EF4-FFF2-40B4-BE49-F238E27FC236}">
                <a16:creationId xmlns:a16="http://schemas.microsoft.com/office/drawing/2014/main" id="{12D1BF41-778F-E1B9-CC2E-54294AF8BA5A}"/>
              </a:ext>
              <a:ext uri="{C183D7F6-B498-43B3-948B-1728B52AA6E4}">
                <adec:decorative xmlns:adec="http://schemas.microsoft.com/office/drawing/2017/decorative" val="1"/>
              </a:ext>
            </a:extLst>
          </p:cNvPr>
          <p:cNvSpPr>
            <a:spLocks noGrp="1"/>
          </p:cNvSpPr>
          <p:nvPr>
            <p:ph type="pic" sz="quarter" idx="41" hasCustomPrompt="1"/>
          </p:nvPr>
        </p:nvSpPr>
        <p:spPr>
          <a:xfrm>
            <a:off x="7103711" y="975361"/>
            <a:ext cx="530352" cy="527684"/>
          </a:xfrm>
        </p:spPr>
        <p:txBody>
          <a:bodyPr anchor="ctr"/>
          <a:lstStyle>
            <a:lvl1pPr marL="0" indent="0" algn="ctr">
              <a:buNone/>
              <a:defRPr sz="1000">
                <a:latin typeface="+mj-lt"/>
              </a:defRPr>
            </a:lvl1pPr>
          </a:lstStyle>
          <a:p>
            <a:r>
              <a:rPr lang="en-US" noProof="0"/>
              <a:t>Icon</a:t>
            </a:r>
          </a:p>
        </p:txBody>
      </p:sp>
      <p:sp>
        <p:nvSpPr>
          <p:cNvPr id="42" name="Emphasis 2">
            <a:extLst>
              <a:ext uri="{FF2B5EF4-FFF2-40B4-BE49-F238E27FC236}">
                <a16:creationId xmlns:a16="http://schemas.microsoft.com/office/drawing/2014/main" id="{A1E9CC9D-5303-786B-46EF-FFA257750B54}"/>
              </a:ext>
            </a:extLst>
          </p:cNvPr>
          <p:cNvSpPr>
            <a:spLocks noGrp="1"/>
          </p:cNvSpPr>
          <p:nvPr>
            <p:ph type="body" sz="quarter" idx="40" hasCustomPrompt="1"/>
          </p:nvPr>
        </p:nvSpPr>
        <p:spPr>
          <a:xfrm>
            <a:off x="7103711" y="1739172"/>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41" name="Text 2">
            <a:extLst>
              <a:ext uri="{FF2B5EF4-FFF2-40B4-BE49-F238E27FC236}">
                <a16:creationId xmlns:a16="http://schemas.microsoft.com/office/drawing/2014/main" id="{7BEB8C32-2907-6D69-ACAF-6D5F4D6F7A74}"/>
              </a:ext>
            </a:extLst>
          </p:cNvPr>
          <p:cNvSpPr>
            <a:spLocks noGrp="1"/>
          </p:cNvSpPr>
          <p:nvPr>
            <p:ph type="body" sz="quarter" idx="39" hasCustomPrompt="1"/>
          </p:nvPr>
        </p:nvSpPr>
        <p:spPr>
          <a:xfrm>
            <a:off x="7103711" y="2272301"/>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3" name="Straight Connector 2">
            <a:extLst>
              <a:ext uri="{FF2B5EF4-FFF2-40B4-BE49-F238E27FC236}">
                <a16:creationId xmlns:a16="http://schemas.microsoft.com/office/drawing/2014/main" id="{94D8E5DA-D242-ADAF-6029-ADE75DF48D5D}"/>
              </a:ext>
              <a:ext uri="{C183D7F6-B498-43B3-948B-1728B52AA6E4}">
                <adec:decorative xmlns:adec="http://schemas.microsoft.com/office/drawing/2017/decorative" val="1"/>
              </a:ext>
            </a:extLst>
          </p:cNvPr>
          <p:cNvCxnSpPr>
            <a:cxnSpLocks/>
          </p:cNvCxnSpPr>
          <p:nvPr userDrawn="1"/>
        </p:nvCxnSpPr>
        <p:spPr bwMode="black">
          <a:xfrm>
            <a:off x="7103711" y="2866553"/>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46" name="Icon 3">
            <a:extLst>
              <a:ext uri="{FF2B5EF4-FFF2-40B4-BE49-F238E27FC236}">
                <a16:creationId xmlns:a16="http://schemas.microsoft.com/office/drawing/2014/main" id="{81904089-0739-0A03-DF84-48C909EF5D3B}"/>
              </a:ext>
              <a:ext uri="{C183D7F6-B498-43B3-948B-1728B52AA6E4}">
                <adec:decorative xmlns:adec="http://schemas.microsoft.com/office/drawing/2017/decorative" val="1"/>
              </a:ext>
            </a:extLst>
          </p:cNvPr>
          <p:cNvSpPr>
            <a:spLocks noGrp="1"/>
          </p:cNvSpPr>
          <p:nvPr>
            <p:ph type="pic" sz="quarter" idx="44" hasCustomPrompt="1"/>
          </p:nvPr>
        </p:nvSpPr>
        <p:spPr>
          <a:xfrm>
            <a:off x="8975816" y="975361"/>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45" name="Emphasis 3">
            <a:extLst>
              <a:ext uri="{FF2B5EF4-FFF2-40B4-BE49-F238E27FC236}">
                <a16:creationId xmlns:a16="http://schemas.microsoft.com/office/drawing/2014/main" id="{B75A9078-8279-936C-B296-F05A043E5DB6}"/>
              </a:ext>
            </a:extLst>
          </p:cNvPr>
          <p:cNvSpPr>
            <a:spLocks noGrp="1"/>
          </p:cNvSpPr>
          <p:nvPr>
            <p:ph type="body" sz="quarter" idx="43" hasCustomPrompt="1"/>
          </p:nvPr>
        </p:nvSpPr>
        <p:spPr>
          <a:xfrm>
            <a:off x="8975816" y="1739172"/>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44" name="Text 3">
            <a:extLst>
              <a:ext uri="{FF2B5EF4-FFF2-40B4-BE49-F238E27FC236}">
                <a16:creationId xmlns:a16="http://schemas.microsoft.com/office/drawing/2014/main" id="{00E73B8E-C27D-73B5-3ABC-BE1B1FBBB721}"/>
              </a:ext>
              <a:ext uri="{C183D7F6-B498-43B3-948B-1728B52AA6E4}">
                <adec:decorative xmlns:adec="http://schemas.microsoft.com/office/drawing/2017/decorative" val="0"/>
              </a:ext>
            </a:extLst>
          </p:cNvPr>
          <p:cNvSpPr>
            <a:spLocks noGrp="1"/>
          </p:cNvSpPr>
          <p:nvPr>
            <p:ph type="body" sz="quarter" idx="42" hasCustomPrompt="1"/>
          </p:nvPr>
        </p:nvSpPr>
        <p:spPr>
          <a:xfrm>
            <a:off x="8975816" y="2272301"/>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4" name="Straight Connector 3">
            <a:extLst>
              <a:ext uri="{FF2B5EF4-FFF2-40B4-BE49-F238E27FC236}">
                <a16:creationId xmlns:a16="http://schemas.microsoft.com/office/drawing/2014/main" id="{88A8605F-3F3C-E241-3664-B760AB81E62D}"/>
              </a:ext>
              <a:ext uri="{C183D7F6-B498-43B3-948B-1728B52AA6E4}">
                <adec:decorative xmlns:adec="http://schemas.microsoft.com/office/drawing/2017/decorative" val="1"/>
              </a:ext>
            </a:extLst>
          </p:cNvPr>
          <p:cNvCxnSpPr>
            <a:cxnSpLocks/>
          </p:cNvCxnSpPr>
          <p:nvPr userDrawn="1"/>
        </p:nvCxnSpPr>
        <p:spPr bwMode="black">
          <a:xfrm>
            <a:off x="8975816" y="2866553"/>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49" name="Icon 4">
            <a:extLst>
              <a:ext uri="{FF2B5EF4-FFF2-40B4-BE49-F238E27FC236}">
                <a16:creationId xmlns:a16="http://schemas.microsoft.com/office/drawing/2014/main" id="{26F6DB26-A075-066B-C486-A5B255B334AE}"/>
              </a:ext>
              <a:ext uri="{C183D7F6-B498-43B3-948B-1728B52AA6E4}">
                <adec:decorative xmlns:adec="http://schemas.microsoft.com/office/drawing/2017/decorative" val="1"/>
              </a:ext>
            </a:extLst>
          </p:cNvPr>
          <p:cNvSpPr>
            <a:spLocks noGrp="1"/>
          </p:cNvSpPr>
          <p:nvPr>
            <p:ph type="pic" sz="quarter" idx="47" hasCustomPrompt="1"/>
          </p:nvPr>
        </p:nvSpPr>
        <p:spPr>
          <a:xfrm>
            <a:off x="5229225" y="3353519"/>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48" name="Emphasis 4">
            <a:extLst>
              <a:ext uri="{FF2B5EF4-FFF2-40B4-BE49-F238E27FC236}">
                <a16:creationId xmlns:a16="http://schemas.microsoft.com/office/drawing/2014/main" id="{1FC0AE06-8B43-5385-6786-1D563B46BD12}"/>
              </a:ext>
            </a:extLst>
          </p:cNvPr>
          <p:cNvSpPr>
            <a:spLocks noGrp="1"/>
          </p:cNvSpPr>
          <p:nvPr>
            <p:ph type="body" sz="quarter" idx="46" hasCustomPrompt="1"/>
          </p:nvPr>
        </p:nvSpPr>
        <p:spPr>
          <a:xfrm>
            <a:off x="5229226" y="4117330"/>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47" name="Text 4">
            <a:extLst>
              <a:ext uri="{FF2B5EF4-FFF2-40B4-BE49-F238E27FC236}">
                <a16:creationId xmlns:a16="http://schemas.microsoft.com/office/drawing/2014/main" id="{703EC134-0C49-F364-72F7-D2408D0AC284}"/>
              </a:ext>
            </a:extLst>
          </p:cNvPr>
          <p:cNvSpPr>
            <a:spLocks noGrp="1"/>
          </p:cNvSpPr>
          <p:nvPr>
            <p:ph type="body" sz="quarter" idx="45" hasCustomPrompt="1"/>
          </p:nvPr>
        </p:nvSpPr>
        <p:spPr>
          <a:xfrm>
            <a:off x="5229226" y="4650459"/>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cxnSp>
        <p:nvCxnSpPr>
          <p:cNvPr id="35" name="Straight Connector 4">
            <a:extLst>
              <a:ext uri="{FF2B5EF4-FFF2-40B4-BE49-F238E27FC236}">
                <a16:creationId xmlns:a16="http://schemas.microsoft.com/office/drawing/2014/main" id="{210264A1-615A-29CC-D948-F8DEBFC05CA5}"/>
              </a:ext>
              <a:ext uri="{C183D7F6-B498-43B3-948B-1728B52AA6E4}">
                <adec:decorative xmlns:adec="http://schemas.microsoft.com/office/drawing/2017/decorative" val="1"/>
              </a:ext>
            </a:extLst>
          </p:cNvPr>
          <p:cNvCxnSpPr>
            <a:cxnSpLocks/>
          </p:cNvCxnSpPr>
          <p:nvPr userDrawn="1"/>
        </p:nvCxnSpPr>
        <p:spPr bwMode="black">
          <a:xfrm>
            <a:off x="5231606" y="5247251"/>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52" name="Icon 5">
            <a:extLst>
              <a:ext uri="{FF2B5EF4-FFF2-40B4-BE49-F238E27FC236}">
                <a16:creationId xmlns:a16="http://schemas.microsoft.com/office/drawing/2014/main" id="{694A26DE-086F-9D9C-27D7-99AE7BDB0741}"/>
              </a:ext>
              <a:ext uri="{C183D7F6-B498-43B3-948B-1728B52AA6E4}">
                <adec:decorative xmlns:adec="http://schemas.microsoft.com/office/drawing/2017/decorative" val="1"/>
              </a:ext>
            </a:extLst>
          </p:cNvPr>
          <p:cNvSpPr>
            <a:spLocks noGrp="1"/>
          </p:cNvSpPr>
          <p:nvPr>
            <p:ph type="pic" sz="quarter" idx="50" hasCustomPrompt="1"/>
          </p:nvPr>
        </p:nvSpPr>
        <p:spPr>
          <a:xfrm>
            <a:off x="7103711" y="3353519"/>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51" name="Emphasis 5">
            <a:extLst>
              <a:ext uri="{FF2B5EF4-FFF2-40B4-BE49-F238E27FC236}">
                <a16:creationId xmlns:a16="http://schemas.microsoft.com/office/drawing/2014/main" id="{5C39FF14-2E38-C281-AC86-9368329C2E50}"/>
              </a:ext>
            </a:extLst>
          </p:cNvPr>
          <p:cNvSpPr>
            <a:spLocks noGrp="1"/>
          </p:cNvSpPr>
          <p:nvPr>
            <p:ph type="body" sz="quarter" idx="49" hasCustomPrompt="1"/>
          </p:nvPr>
        </p:nvSpPr>
        <p:spPr>
          <a:xfrm>
            <a:off x="7103711" y="4117330"/>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50" name="Text 5">
            <a:extLst>
              <a:ext uri="{FF2B5EF4-FFF2-40B4-BE49-F238E27FC236}">
                <a16:creationId xmlns:a16="http://schemas.microsoft.com/office/drawing/2014/main" id="{FC087391-942C-7529-7ABA-063D0700422D}"/>
              </a:ext>
            </a:extLst>
          </p:cNvPr>
          <p:cNvSpPr>
            <a:spLocks noGrp="1"/>
          </p:cNvSpPr>
          <p:nvPr>
            <p:ph type="body" sz="quarter" idx="48" hasCustomPrompt="1"/>
          </p:nvPr>
        </p:nvSpPr>
        <p:spPr>
          <a:xfrm>
            <a:off x="7103711" y="4650459"/>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6" name="Straight Connector 5">
            <a:extLst>
              <a:ext uri="{FF2B5EF4-FFF2-40B4-BE49-F238E27FC236}">
                <a16:creationId xmlns:a16="http://schemas.microsoft.com/office/drawing/2014/main" id="{01C3E6D1-3C65-9394-0414-0535446DFDF5}"/>
              </a:ext>
              <a:ext uri="{C183D7F6-B498-43B3-948B-1728B52AA6E4}">
                <adec:decorative xmlns:adec="http://schemas.microsoft.com/office/drawing/2017/decorative" val="1"/>
              </a:ext>
            </a:extLst>
          </p:cNvPr>
          <p:cNvCxnSpPr>
            <a:cxnSpLocks/>
          </p:cNvCxnSpPr>
          <p:nvPr userDrawn="1"/>
        </p:nvCxnSpPr>
        <p:spPr bwMode="black">
          <a:xfrm>
            <a:off x="7103711" y="5247251"/>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55" name="Icon 6">
            <a:extLst>
              <a:ext uri="{FF2B5EF4-FFF2-40B4-BE49-F238E27FC236}">
                <a16:creationId xmlns:a16="http://schemas.microsoft.com/office/drawing/2014/main" id="{A7764E14-C03F-B4A7-1D6C-242910DC8237}"/>
              </a:ext>
              <a:ext uri="{C183D7F6-B498-43B3-948B-1728B52AA6E4}">
                <adec:decorative xmlns:adec="http://schemas.microsoft.com/office/drawing/2017/decorative" val="1"/>
              </a:ext>
            </a:extLst>
          </p:cNvPr>
          <p:cNvSpPr>
            <a:spLocks noGrp="1"/>
          </p:cNvSpPr>
          <p:nvPr>
            <p:ph type="pic" sz="quarter" idx="53" hasCustomPrompt="1"/>
          </p:nvPr>
        </p:nvSpPr>
        <p:spPr>
          <a:xfrm>
            <a:off x="8975816" y="3353519"/>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54" name="Emphasis 6">
            <a:extLst>
              <a:ext uri="{FF2B5EF4-FFF2-40B4-BE49-F238E27FC236}">
                <a16:creationId xmlns:a16="http://schemas.microsoft.com/office/drawing/2014/main" id="{0C989462-830D-F148-6B6C-3050BF8EF118}"/>
              </a:ext>
            </a:extLst>
          </p:cNvPr>
          <p:cNvSpPr>
            <a:spLocks noGrp="1"/>
          </p:cNvSpPr>
          <p:nvPr>
            <p:ph type="body" sz="quarter" idx="52" hasCustomPrompt="1"/>
          </p:nvPr>
        </p:nvSpPr>
        <p:spPr>
          <a:xfrm>
            <a:off x="8975816" y="4117330"/>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53" name="Text 6">
            <a:extLst>
              <a:ext uri="{FF2B5EF4-FFF2-40B4-BE49-F238E27FC236}">
                <a16:creationId xmlns:a16="http://schemas.microsoft.com/office/drawing/2014/main" id="{4C8D8C4E-B897-B0A7-2DC4-F6176D023FF8}"/>
              </a:ext>
            </a:extLst>
          </p:cNvPr>
          <p:cNvSpPr>
            <a:spLocks noGrp="1"/>
          </p:cNvSpPr>
          <p:nvPr>
            <p:ph type="body" sz="quarter" idx="51" hasCustomPrompt="1"/>
          </p:nvPr>
        </p:nvSpPr>
        <p:spPr>
          <a:xfrm>
            <a:off x="8975816" y="4650459"/>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7" name="Straight Connector 6">
            <a:extLst>
              <a:ext uri="{FF2B5EF4-FFF2-40B4-BE49-F238E27FC236}">
                <a16:creationId xmlns:a16="http://schemas.microsoft.com/office/drawing/2014/main" id="{ECB65B03-D67A-A78F-C88C-356238F19AF4}"/>
              </a:ext>
              <a:ext uri="{C183D7F6-B498-43B3-948B-1728B52AA6E4}">
                <adec:decorative xmlns:adec="http://schemas.microsoft.com/office/drawing/2017/decorative" val="1"/>
              </a:ext>
            </a:extLst>
          </p:cNvPr>
          <p:cNvCxnSpPr>
            <a:cxnSpLocks/>
          </p:cNvCxnSpPr>
          <p:nvPr userDrawn="1"/>
        </p:nvCxnSpPr>
        <p:spPr bwMode="black">
          <a:xfrm>
            <a:off x="8975816" y="5247251"/>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pic>
        <p:nvPicPr>
          <p:cNvPr id="2" name="Pearson Logo" descr="Pearson Logo">
            <a:extLst>
              <a:ext uri="{FF2B5EF4-FFF2-40B4-BE49-F238E27FC236}">
                <a16:creationId xmlns:a16="http://schemas.microsoft.com/office/drawing/2014/main" id="{0534E6A8-2823-DF2C-3944-AEB1772E3721}"/>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861492330"/>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x3 with Picture and Data">
    <p:bg bwMode="ltGray">
      <p:bgPr>
        <a:solidFill>
          <a:srgbClr val="EDECF6"/>
        </a:solidFill>
        <a:effectLst/>
      </p:bgPr>
    </p:bg>
    <p:spTree>
      <p:nvGrpSpPr>
        <p:cNvPr id="1" name=""/>
        <p:cNvGrpSpPr/>
        <p:nvPr/>
      </p:nvGrpSpPr>
      <p:grpSpPr>
        <a:xfrm>
          <a:off x="0" y="0"/>
          <a:ext cx="0" cy="0"/>
          <a:chOff x="0" y="0"/>
          <a:chExt cx="0" cy="0"/>
        </a:xfrm>
      </p:grpSpPr>
      <p:sp>
        <p:nvSpPr>
          <p:cNvPr id="11" name="Section">
            <a:extLst>
              <a:ext uri="{FF2B5EF4-FFF2-40B4-BE49-F238E27FC236}">
                <a16:creationId xmlns:a16="http://schemas.microsoft.com/office/drawing/2014/main" id="{A1F3A24C-7CE6-DD7B-6FF6-73F034030F95}"/>
              </a:ext>
            </a:extLst>
          </p:cNvPr>
          <p:cNvSpPr>
            <a:spLocks noGrp="1"/>
          </p:cNvSpPr>
          <p:nvPr>
            <p:ph type="body" sz="quarter" idx="36"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10" name="Title">
            <a:extLst>
              <a:ext uri="{FF2B5EF4-FFF2-40B4-BE49-F238E27FC236}">
                <a16:creationId xmlns:a16="http://schemas.microsoft.com/office/drawing/2014/main" id="{6D097E3A-836D-C88E-C5FF-DA199AB3273F}"/>
              </a:ext>
            </a:extLst>
          </p:cNvPr>
          <p:cNvSpPr>
            <a:spLocks noGrp="1"/>
          </p:cNvSpPr>
          <p:nvPr>
            <p:ph type="title" hasCustomPrompt="1"/>
          </p:nvPr>
        </p:nvSpPr>
        <p:spPr>
          <a:xfrm>
            <a:off x="550164" y="1060604"/>
            <a:ext cx="5474399" cy="1668081"/>
          </a:xfrm>
        </p:spPr>
        <p:txBody>
          <a:bodyPr/>
          <a:lstStyle>
            <a:lvl1pPr>
              <a:defRPr sz="4000" b="1" i="0">
                <a:latin typeface="+mj-lt"/>
                <a:cs typeface="Segoe UI Semibold" panose="020B0502040204020203" pitchFamily="34" charset="0"/>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35" name="Picture">
            <a:extLst>
              <a:ext uri="{FF2B5EF4-FFF2-40B4-BE49-F238E27FC236}">
                <a16:creationId xmlns:a16="http://schemas.microsoft.com/office/drawing/2014/main" id="{3E6A3F5D-CC16-99E2-6B7D-5A57E702C26C}"/>
              </a:ext>
              <a:ext uri="{C183D7F6-B498-43B3-948B-1728B52AA6E4}">
                <adec:decorative xmlns:adec="http://schemas.microsoft.com/office/drawing/2017/decorative" val="1"/>
              </a:ext>
            </a:extLst>
          </p:cNvPr>
          <p:cNvSpPr>
            <a:spLocks noGrp="1"/>
          </p:cNvSpPr>
          <p:nvPr>
            <p:ph type="pic" sz="quarter" idx="43" hasCustomPrompt="1"/>
          </p:nvPr>
        </p:nvSpPr>
        <p:spPr bwMode="gray">
          <a:xfrm>
            <a:off x="6962775" y="0"/>
            <a:ext cx="5229225" cy="3429000"/>
          </a:xfrm>
          <a:solidFill>
            <a:srgbClr val="C1BFFF"/>
          </a:solidFill>
        </p:spPr>
        <p:txBody>
          <a:bodyPr tIns="91440" anchor="t" anchorCtr="0"/>
          <a:lstStyle>
            <a:lvl1pPr marL="0" indent="0" algn="ctr">
              <a:buNone/>
              <a:defRPr sz="1400">
                <a:latin typeface="+mj-lt"/>
              </a:defRPr>
            </a:lvl1pPr>
          </a:lstStyle>
          <a:p>
            <a:r>
              <a:rPr lang="en-US" noProof="0" dirty="0"/>
              <a:t>Add picture here</a:t>
            </a:r>
          </a:p>
        </p:txBody>
      </p:sp>
      <p:cxnSp>
        <p:nvCxnSpPr>
          <p:cNvPr id="26" name="Straight Connector 1">
            <a:extLst>
              <a:ext uri="{FF2B5EF4-FFF2-40B4-BE49-F238E27FC236}">
                <a16:creationId xmlns:a16="http://schemas.microsoft.com/office/drawing/2014/main" id="{79146A9A-6E0B-B4BE-AE0F-C6650998BE32}"/>
              </a:ext>
              <a:ext uri="{C183D7F6-B498-43B3-948B-1728B52AA6E4}">
                <adec:decorative xmlns:adec="http://schemas.microsoft.com/office/drawing/2017/decorative" val="1"/>
              </a:ext>
            </a:extLst>
          </p:cNvPr>
          <p:cNvCxnSpPr>
            <a:cxnSpLocks/>
          </p:cNvCxnSpPr>
          <p:nvPr userDrawn="1"/>
        </p:nvCxnSpPr>
        <p:spPr bwMode="black">
          <a:xfrm>
            <a:off x="550164" y="3436285"/>
            <a:ext cx="5475600" cy="0"/>
          </a:xfrm>
          <a:prstGeom prst="line">
            <a:avLst/>
          </a:prstGeom>
          <a:ln w="12700">
            <a:solidFill>
              <a:srgbClr val="C1BFFF"/>
            </a:solidFill>
          </a:ln>
        </p:spPr>
        <p:style>
          <a:lnRef idx="2">
            <a:schemeClr val="accent1"/>
          </a:lnRef>
          <a:fillRef idx="0">
            <a:schemeClr val="accent1"/>
          </a:fillRef>
          <a:effectRef idx="1">
            <a:schemeClr val="accent1"/>
          </a:effectRef>
          <a:fontRef idx="minor">
            <a:schemeClr val="tx1"/>
          </a:fontRef>
        </p:style>
      </p:cxnSp>
      <p:sp>
        <p:nvSpPr>
          <p:cNvPr id="3" name="Subhead 1">
            <a:extLst>
              <a:ext uri="{FF2B5EF4-FFF2-40B4-BE49-F238E27FC236}">
                <a16:creationId xmlns:a16="http://schemas.microsoft.com/office/drawing/2014/main" id="{1D8D160B-6BB7-235F-B8C9-392F2A862DC3}"/>
              </a:ext>
            </a:extLst>
          </p:cNvPr>
          <p:cNvSpPr>
            <a:spLocks noGrp="1"/>
          </p:cNvSpPr>
          <p:nvPr>
            <p:ph type="body" idx="1" hasCustomPrompt="1"/>
          </p:nvPr>
        </p:nvSpPr>
        <p:spPr>
          <a:xfrm>
            <a:off x="550159" y="3528223"/>
            <a:ext cx="1735841" cy="594000"/>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Subhead</a:t>
            </a:r>
          </a:p>
        </p:txBody>
      </p:sp>
      <p:sp>
        <p:nvSpPr>
          <p:cNvPr id="13" name="Text 1">
            <a:extLst>
              <a:ext uri="{FF2B5EF4-FFF2-40B4-BE49-F238E27FC236}">
                <a16:creationId xmlns:a16="http://schemas.microsoft.com/office/drawing/2014/main" id="{DC257629-1D3C-76AF-80D7-B0D5FA453164}"/>
              </a:ext>
            </a:extLst>
          </p:cNvPr>
          <p:cNvSpPr>
            <a:spLocks noGrp="1"/>
          </p:cNvSpPr>
          <p:nvPr>
            <p:ph type="body" sz="quarter" idx="15" hasCustomPrompt="1"/>
          </p:nvPr>
        </p:nvSpPr>
        <p:spPr>
          <a:xfrm>
            <a:off x="2416175" y="3529232"/>
            <a:ext cx="3608388"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dirty="0"/>
              <a:t>Place text here</a:t>
            </a:r>
          </a:p>
        </p:txBody>
      </p:sp>
      <p:cxnSp>
        <p:nvCxnSpPr>
          <p:cNvPr id="27" name="Straight Connector 2">
            <a:extLst>
              <a:ext uri="{FF2B5EF4-FFF2-40B4-BE49-F238E27FC236}">
                <a16:creationId xmlns:a16="http://schemas.microsoft.com/office/drawing/2014/main" id="{9090A835-7444-B302-D51F-C112538AB2FF}"/>
              </a:ext>
              <a:ext uri="{C183D7F6-B498-43B3-948B-1728B52AA6E4}">
                <adec:decorative xmlns:adec="http://schemas.microsoft.com/office/drawing/2017/decorative" val="1"/>
              </a:ext>
            </a:extLst>
          </p:cNvPr>
          <p:cNvCxnSpPr>
            <a:cxnSpLocks/>
          </p:cNvCxnSpPr>
          <p:nvPr userDrawn="1"/>
        </p:nvCxnSpPr>
        <p:spPr bwMode="black">
          <a:xfrm>
            <a:off x="550164" y="4214160"/>
            <a:ext cx="5475600" cy="0"/>
          </a:xfrm>
          <a:prstGeom prst="line">
            <a:avLst/>
          </a:prstGeom>
          <a:ln w="12700">
            <a:solidFill>
              <a:srgbClr val="C1BFFF"/>
            </a:solidFill>
          </a:ln>
        </p:spPr>
        <p:style>
          <a:lnRef idx="2">
            <a:schemeClr val="accent1"/>
          </a:lnRef>
          <a:fillRef idx="0">
            <a:schemeClr val="accent1"/>
          </a:fillRef>
          <a:effectRef idx="1">
            <a:schemeClr val="accent1"/>
          </a:effectRef>
          <a:fontRef idx="minor">
            <a:schemeClr val="tx1"/>
          </a:fontRef>
        </p:style>
      </p:cxnSp>
      <p:sp>
        <p:nvSpPr>
          <p:cNvPr id="12" name="Subhead 2">
            <a:extLst>
              <a:ext uri="{FF2B5EF4-FFF2-40B4-BE49-F238E27FC236}">
                <a16:creationId xmlns:a16="http://schemas.microsoft.com/office/drawing/2014/main" id="{8D4ED7C8-E467-7117-068C-889EB04CBCEF}"/>
              </a:ext>
            </a:extLst>
          </p:cNvPr>
          <p:cNvSpPr>
            <a:spLocks noGrp="1"/>
          </p:cNvSpPr>
          <p:nvPr>
            <p:ph type="body" idx="37" hasCustomPrompt="1"/>
          </p:nvPr>
        </p:nvSpPr>
        <p:spPr>
          <a:xfrm>
            <a:off x="550159" y="4306098"/>
            <a:ext cx="1735841" cy="594000"/>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Subhead</a:t>
            </a:r>
          </a:p>
        </p:txBody>
      </p:sp>
      <p:sp>
        <p:nvSpPr>
          <p:cNvPr id="15" name="Text 2">
            <a:extLst>
              <a:ext uri="{FF2B5EF4-FFF2-40B4-BE49-F238E27FC236}">
                <a16:creationId xmlns:a16="http://schemas.microsoft.com/office/drawing/2014/main" id="{A1207A32-3F17-9D52-24F2-4886EB37B029}"/>
              </a:ext>
            </a:extLst>
          </p:cNvPr>
          <p:cNvSpPr>
            <a:spLocks noGrp="1"/>
          </p:cNvSpPr>
          <p:nvPr>
            <p:ph type="body" sz="quarter" idx="38" hasCustomPrompt="1"/>
          </p:nvPr>
        </p:nvSpPr>
        <p:spPr>
          <a:xfrm>
            <a:off x="2416175" y="4307107"/>
            <a:ext cx="3608388"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a:t>Place text here</a:t>
            </a:r>
          </a:p>
        </p:txBody>
      </p:sp>
      <p:cxnSp>
        <p:nvCxnSpPr>
          <p:cNvPr id="28" name="Straight Connector 3">
            <a:extLst>
              <a:ext uri="{FF2B5EF4-FFF2-40B4-BE49-F238E27FC236}">
                <a16:creationId xmlns:a16="http://schemas.microsoft.com/office/drawing/2014/main" id="{A36E3F61-4CCF-B0DB-B067-0C1FAB8D62CD}"/>
              </a:ext>
              <a:ext uri="{C183D7F6-B498-43B3-948B-1728B52AA6E4}">
                <adec:decorative xmlns:adec="http://schemas.microsoft.com/office/drawing/2017/decorative" val="1"/>
              </a:ext>
            </a:extLst>
          </p:cNvPr>
          <p:cNvCxnSpPr>
            <a:cxnSpLocks/>
          </p:cNvCxnSpPr>
          <p:nvPr userDrawn="1"/>
        </p:nvCxnSpPr>
        <p:spPr bwMode="black">
          <a:xfrm>
            <a:off x="550164" y="4992035"/>
            <a:ext cx="5475600" cy="0"/>
          </a:xfrm>
          <a:prstGeom prst="line">
            <a:avLst/>
          </a:prstGeom>
          <a:ln w="12700">
            <a:solidFill>
              <a:srgbClr val="C1BFFF"/>
            </a:solidFill>
          </a:ln>
        </p:spPr>
        <p:style>
          <a:lnRef idx="2">
            <a:schemeClr val="accent1"/>
          </a:lnRef>
          <a:fillRef idx="0">
            <a:schemeClr val="accent1"/>
          </a:fillRef>
          <a:effectRef idx="1">
            <a:schemeClr val="accent1"/>
          </a:effectRef>
          <a:fontRef idx="minor">
            <a:schemeClr val="tx1"/>
          </a:fontRef>
        </p:style>
      </p:cxnSp>
      <p:sp>
        <p:nvSpPr>
          <p:cNvPr id="24" name="Subhead 3">
            <a:extLst>
              <a:ext uri="{FF2B5EF4-FFF2-40B4-BE49-F238E27FC236}">
                <a16:creationId xmlns:a16="http://schemas.microsoft.com/office/drawing/2014/main" id="{737C5878-BE9F-CEE3-FB51-F9FD99DC45B3}"/>
              </a:ext>
            </a:extLst>
          </p:cNvPr>
          <p:cNvSpPr>
            <a:spLocks noGrp="1"/>
          </p:cNvSpPr>
          <p:nvPr>
            <p:ph type="body" idx="39" hasCustomPrompt="1"/>
          </p:nvPr>
        </p:nvSpPr>
        <p:spPr>
          <a:xfrm>
            <a:off x="550159" y="5083972"/>
            <a:ext cx="1735841" cy="594000"/>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Subhead</a:t>
            </a:r>
          </a:p>
        </p:txBody>
      </p:sp>
      <p:sp>
        <p:nvSpPr>
          <p:cNvPr id="25" name="Text 3">
            <a:extLst>
              <a:ext uri="{FF2B5EF4-FFF2-40B4-BE49-F238E27FC236}">
                <a16:creationId xmlns:a16="http://schemas.microsoft.com/office/drawing/2014/main" id="{AE84FDF6-F80B-FD5A-9708-F6BB7449A213}"/>
              </a:ext>
            </a:extLst>
          </p:cNvPr>
          <p:cNvSpPr>
            <a:spLocks noGrp="1"/>
          </p:cNvSpPr>
          <p:nvPr>
            <p:ph type="body" sz="quarter" idx="40" hasCustomPrompt="1"/>
          </p:nvPr>
        </p:nvSpPr>
        <p:spPr>
          <a:xfrm>
            <a:off x="2416175" y="5084981"/>
            <a:ext cx="3608388"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a:t>Place text here</a:t>
            </a:r>
          </a:p>
        </p:txBody>
      </p:sp>
      <p:cxnSp>
        <p:nvCxnSpPr>
          <p:cNvPr id="29" name="Straight Connector 4">
            <a:extLst>
              <a:ext uri="{FF2B5EF4-FFF2-40B4-BE49-F238E27FC236}">
                <a16:creationId xmlns:a16="http://schemas.microsoft.com/office/drawing/2014/main" id="{0682DB81-A2E3-4ED8-0DF3-6D53FE8E9B83}"/>
              </a:ext>
              <a:ext uri="{C183D7F6-B498-43B3-948B-1728B52AA6E4}">
                <adec:decorative xmlns:adec="http://schemas.microsoft.com/office/drawing/2017/decorative" val="1"/>
              </a:ext>
            </a:extLst>
          </p:cNvPr>
          <p:cNvCxnSpPr>
            <a:cxnSpLocks/>
          </p:cNvCxnSpPr>
          <p:nvPr userDrawn="1"/>
        </p:nvCxnSpPr>
        <p:spPr bwMode="black">
          <a:xfrm>
            <a:off x="550164" y="5769910"/>
            <a:ext cx="5475600" cy="0"/>
          </a:xfrm>
          <a:prstGeom prst="line">
            <a:avLst/>
          </a:prstGeom>
          <a:ln w="12700">
            <a:solidFill>
              <a:srgbClr val="512EAB"/>
            </a:solidFill>
          </a:ln>
        </p:spPr>
        <p:style>
          <a:lnRef idx="2">
            <a:schemeClr val="accent1"/>
          </a:lnRef>
          <a:fillRef idx="0">
            <a:schemeClr val="accent1"/>
          </a:fillRef>
          <a:effectRef idx="1">
            <a:schemeClr val="accent1"/>
          </a:effectRef>
          <a:fontRef idx="minor">
            <a:schemeClr val="tx1"/>
          </a:fontRef>
        </p:style>
      </p:cxnSp>
      <p:sp>
        <p:nvSpPr>
          <p:cNvPr id="2" name="Icon 4">
            <a:extLst>
              <a:ext uri="{FF2B5EF4-FFF2-40B4-BE49-F238E27FC236}">
                <a16:creationId xmlns:a16="http://schemas.microsoft.com/office/drawing/2014/main" id="{B97D3715-8F9D-44AF-B9CE-86F8BAF81433}"/>
              </a:ext>
              <a:ext uri="{C183D7F6-B498-43B3-948B-1728B52AA6E4}">
                <adec:decorative xmlns:adec="http://schemas.microsoft.com/office/drawing/2017/decorative" val="1"/>
              </a:ext>
            </a:extLst>
          </p:cNvPr>
          <p:cNvSpPr>
            <a:spLocks noGrp="1"/>
          </p:cNvSpPr>
          <p:nvPr>
            <p:ph type="pic" sz="quarter" idx="46" hasCustomPrompt="1"/>
          </p:nvPr>
        </p:nvSpPr>
        <p:spPr>
          <a:xfrm>
            <a:off x="6962775" y="3857372"/>
            <a:ext cx="530352" cy="527684"/>
          </a:xfrm>
        </p:spPr>
        <p:txBody>
          <a:bodyPr anchor="ctr"/>
          <a:lstStyle>
            <a:lvl1pPr marL="0" indent="0" algn="ctr">
              <a:buNone/>
              <a:defRPr sz="1000">
                <a:latin typeface="+mj-lt"/>
              </a:defRPr>
            </a:lvl1pPr>
          </a:lstStyle>
          <a:p>
            <a:r>
              <a:rPr lang="en-US" noProof="0"/>
              <a:t>Icon</a:t>
            </a:r>
          </a:p>
        </p:txBody>
      </p:sp>
      <p:sp>
        <p:nvSpPr>
          <p:cNvPr id="36" name="Emphasis 4">
            <a:extLst>
              <a:ext uri="{FF2B5EF4-FFF2-40B4-BE49-F238E27FC236}">
                <a16:creationId xmlns:a16="http://schemas.microsoft.com/office/drawing/2014/main" id="{31BEC663-72C3-3B11-A096-3CE35F5980AF}"/>
              </a:ext>
              <a:ext uri="{C183D7F6-B498-43B3-948B-1728B52AA6E4}">
                <adec:decorative xmlns:adec="http://schemas.microsoft.com/office/drawing/2017/decorative" val="0"/>
              </a:ext>
            </a:extLst>
          </p:cNvPr>
          <p:cNvSpPr>
            <a:spLocks noGrp="1"/>
          </p:cNvSpPr>
          <p:nvPr>
            <p:ph type="body" sz="quarter" idx="44" hasCustomPrompt="1"/>
          </p:nvPr>
        </p:nvSpPr>
        <p:spPr>
          <a:xfrm>
            <a:off x="6962775" y="4554357"/>
            <a:ext cx="1873250" cy="484368"/>
          </a:xfrm>
        </p:spPr>
        <p:txBody>
          <a:bodyPr/>
          <a:lstStyle>
            <a:lvl1pPr marL="0" indent="0">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a:t>
            </a:r>
          </a:p>
        </p:txBody>
      </p:sp>
      <p:sp>
        <p:nvSpPr>
          <p:cNvPr id="31" name="Text 4">
            <a:extLst>
              <a:ext uri="{FF2B5EF4-FFF2-40B4-BE49-F238E27FC236}">
                <a16:creationId xmlns:a16="http://schemas.microsoft.com/office/drawing/2014/main" id="{A8D4E847-9962-3BD1-C334-535F049BACD8}"/>
              </a:ext>
            </a:extLst>
          </p:cNvPr>
          <p:cNvSpPr>
            <a:spLocks noGrp="1"/>
          </p:cNvSpPr>
          <p:nvPr>
            <p:ph type="body" sz="quarter" idx="41" hasCustomPrompt="1"/>
          </p:nvPr>
        </p:nvSpPr>
        <p:spPr>
          <a:xfrm>
            <a:off x="6962775" y="5105140"/>
            <a:ext cx="1873250"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dirty="0"/>
              <a:t>Place text here</a:t>
            </a:r>
          </a:p>
        </p:txBody>
      </p:sp>
      <p:sp>
        <p:nvSpPr>
          <p:cNvPr id="4" name="Icon 5">
            <a:extLst>
              <a:ext uri="{FF2B5EF4-FFF2-40B4-BE49-F238E27FC236}">
                <a16:creationId xmlns:a16="http://schemas.microsoft.com/office/drawing/2014/main" id="{320520FF-96DA-71B5-7849-A32DCE1E494F}"/>
              </a:ext>
              <a:ext uri="{C183D7F6-B498-43B3-948B-1728B52AA6E4}">
                <adec:decorative xmlns:adec="http://schemas.microsoft.com/office/drawing/2017/decorative" val="1"/>
              </a:ext>
            </a:extLst>
          </p:cNvPr>
          <p:cNvSpPr>
            <a:spLocks noGrp="1"/>
          </p:cNvSpPr>
          <p:nvPr>
            <p:ph type="pic" sz="quarter" idx="47" hasCustomPrompt="1"/>
          </p:nvPr>
        </p:nvSpPr>
        <p:spPr>
          <a:xfrm>
            <a:off x="9642475" y="3857372"/>
            <a:ext cx="530352" cy="527684"/>
          </a:xfrm>
        </p:spPr>
        <p:txBody>
          <a:bodyPr anchor="ctr"/>
          <a:lstStyle>
            <a:lvl1pPr marL="0" indent="0" algn="ctr">
              <a:buNone/>
              <a:defRPr sz="1000">
                <a:latin typeface="+mj-lt"/>
              </a:defRPr>
            </a:lvl1pPr>
          </a:lstStyle>
          <a:p>
            <a:r>
              <a:rPr lang="en-US" noProof="0"/>
              <a:t>Icon</a:t>
            </a:r>
          </a:p>
        </p:txBody>
      </p:sp>
      <p:sp>
        <p:nvSpPr>
          <p:cNvPr id="37" name="Emphasis 5">
            <a:extLst>
              <a:ext uri="{FF2B5EF4-FFF2-40B4-BE49-F238E27FC236}">
                <a16:creationId xmlns:a16="http://schemas.microsoft.com/office/drawing/2014/main" id="{97648B0D-0495-B474-7EB4-22C29D3D3E4B}"/>
              </a:ext>
            </a:extLst>
          </p:cNvPr>
          <p:cNvSpPr>
            <a:spLocks noGrp="1"/>
          </p:cNvSpPr>
          <p:nvPr>
            <p:ph type="body" sz="quarter" idx="45" hasCustomPrompt="1"/>
          </p:nvPr>
        </p:nvSpPr>
        <p:spPr>
          <a:xfrm>
            <a:off x="9642475" y="4554357"/>
            <a:ext cx="1873250" cy="484368"/>
          </a:xfrm>
        </p:spPr>
        <p:txBody>
          <a:bodyPr/>
          <a:lstStyle>
            <a:lvl1pPr marL="0" indent="0">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a:t>
            </a:r>
          </a:p>
        </p:txBody>
      </p:sp>
      <p:sp>
        <p:nvSpPr>
          <p:cNvPr id="33" name="Text 5">
            <a:extLst>
              <a:ext uri="{FF2B5EF4-FFF2-40B4-BE49-F238E27FC236}">
                <a16:creationId xmlns:a16="http://schemas.microsoft.com/office/drawing/2014/main" id="{4DCBB2BA-37A8-BC99-9A2E-C5E7894E66C2}"/>
              </a:ext>
            </a:extLst>
          </p:cNvPr>
          <p:cNvSpPr>
            <a:spLocks noGrp="1"/>
          </p:cNvSpPr>
          <p:nvPr>
            <p:ph type="body" sz="quarter" idx="42" hasCustomPrompt="1"/>
          </p:nvPr>
        </p:nvSpPr>
        <p:spPr>
          <a:xfrm>
            <a:off x="9642475" y="5105140"/>
            <a:ext cx="1873250"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dirty="0"/>
              <a:t>Place text here</a:t>
            </a:r>
          </a:p>
        </p:txBody>
      </p:sp>
      <p:cxnSp>
        <p:nvCxnSpPr>
          <p:cNvPr id="30" name="Straight Connector 5">
            <a:extLst>
              <a:ext uri="{FF2B5EF4-FFF2-40B4-BE49-F238E27FC236}">
                <a16:creationId xmlns:a16="http://schemas.microsoft.com/office/drawing/2014/main" id="{C7412105-D75B-B782-8EBD-AD715987514A}"/>
              </a:ext>
              <a:ext uri="{C183D7F6-B498-43B3-948B-1728B52AA6E4}">
                <adec:decorative xmlns:adec="http://schemas.microsoft.com/office/drawing/2017/decorative" val="1"/>
              </a:ext>
            </a:extLst>
          </p:cNvPr>
          <p:cNvCxnSpPr>
            <a:cxnSpLocks/>
          </p:cNvCxnSpPr>
          <p:nvPr userDrawn="1"/>
        </p:nvCxnSpPr>
        <p:spPr bwMode="black">
          <a:xfrm>
            <a:off x="6962775" y="5769910"/>
            <a:ext cx="4679061" cy="0"/>
          </a:xfrm>
          <a:prstGeom prst="line">
            <a:avLst/>
          </a:prstGeom>
          <a:ln w="12700">
            <a:solidFill>
              <a:srgbClr val="512EAB"/>
            </a:solidFill>
          </a:ln>
        </p:spPr>
        <p:style>
          <a:lnRef idx="2">
            <a:schemeClr val="accent1"/>
          </a:lnRef>
          <a:fillRef idx="0">
            <a:schemeClr val="accent1"/>
          </a:fillRef>
          <a:effectRef idx="1">
            <a:schemeClr val="accent1"/>
          </a:effectRef>
          <a:fontRef idx="minor">
            <a:schemeClr val="tx1"/>
          </a:fontRef>
        </p:style>
      </p:cxnSp>
      <p:pic>
        <p:nvPicPr>
          <p:cNvPr id="5" name="Pearson Logo" descr="Pearson Logo">
            <a:extLst>
              <a:ext uri="{FF2B5EF4-FFF2-40B4-BE49-F238E27FC236}">
                <a16:creationId xmlns:a16="http://schemas.microsoft.com/office/drawing/2014/main" id="{CD88CEEA-9D2E-DDC9-4E5D-3230D85CE0EA}"/>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7385243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con with Text and Data x2 A">
    <p:bg bwMode="ltGray">
      <p:bgRef idx="1001">
        <a:schemeClr val="bg1"/>
      </p:bgRef>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4CCDD28A-023B-F35D-B686-793D5175B47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8" name="Title">
            <a:extLst>
              <a:ext uri="{FF2B5EF4-FFF2-40B4-BE49-F238E27FC236}">
                <a16:creationId xmlns:a16="http://schemas.microsoft.com/office/drawing/2014/main" id="{BD66E5D9-89E4-452D-81E9-305BE3BC55CC}"/>
              </a:ext>
            </a:extLst>
          </p:cNvPr>
          <p:cNvSpPr>
            <a:spLocks noGrp="1"/>
          </p:cNvSpPr>
          <p:nvPr>
            <p:ph type="title" hasCustomPrompt="1"/>
          </p:nvPr>
        </p:nvSpPr>
        <p:spPr>
          <a:xfrm>
            <a:off x="550164" y="1058862"/>
            <a:ext cx="5615686" cy="1697037"/>
          </a:xfrm>
        </p:spPr>
        <p:txBody>
          <a:bodyPr/>
          <a:lstStyle>
            <a:lvl1pPr>
              <a:defRPr sz="4000">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9" name="Rounded Rectangle 1">
            <a:extLst>
              <a:ext uri="{FF2B5EF4-FFF2-40B4-BE49-F238E27FC236}">
                <a16:creationId xmlns:a16="http://schemas.microsoft.com/office/drawing/2014/main" id="{D8086842-FA1E-79F4-2549-081CBADC25D1}"/>
              </a:ext>
              <a:ext uri="{C183D7F6-B498-43B3-948B-1728B52AA6E4}">
                <adec:decorative xmlns:adec="http://schemas.microsoft.com/office/drawing/2017/decorative" val="1"/>
              </a:ext>
            </a:extLst>
          </p:cNvPr>
          <p:cNvSpPr/>
          <p:nvPr userDrawn="1"/>
        </p:nvSpPr>
        <p:spPr bwMode="ltGray">
          <a:xfrm>
            <a:off x="548640" y="3429000"/>
            <a:ext cx="2667635" cy="2333626"/>
          </a:xfrm>
          <a:prstGeom prst="roundRect">
            <a:avLst>
              <a:gd name="adj" fmla="val 8037"/>
            </a:avLst>
          </a:prstGeom>
          <a:solidFill>
            <a:srgbClr val="C1BFFF"/>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5" name="Icon 1">
            <a:extLst>
              <a:ext uri="{FF2B5EF4-FFF2-40B4-BE49-F238E27FC236}">
                <a16:creationId xmlns:a16="http://schemas.microsoft.com/office/drawing/2014/main" id="{99453C8C-2CC1-6F32-0EEF-0BD69EB95ADF}"/>
              </a:ext>
              <a:ext uri="{C183D7F6-B498-43B3-948B-1728B52AA6E4}">
                <adec:decorative xmlns:adec="http://schemas.microsoft.com/office/drawing/2017/decorative" val="1"/>
              </a:ext>
            </a:extLst>
          </p:cNvPr>
          <p:cNvSpPr>
            <a:spLocks noGrp="1"/>
          </p:cNvSpPr>
          <p:nvPr>
            <p:ph type="pic" sz="quarter" idx="46" hasCustomPrompt="1"/>
          </p:nvPr>
        </p:nvSpPr>
        <p:spPr>
          <a:xfrm>
            <a:off x="861513" y="3660204"/>
            <a:ext cx="360644" cy="358830"/>
          </a:xfrm>
        </p:spPr>
        <p:txBody>
          <a:bodyPr anchor="ctr"/>
          <a:lstStyle>
            <a:lvl1pPr marL="0" indent="0" algn="ctr">
              <a:buNone/>
              <a:defRPr sz="1000">
                <a:latin typeface="+mj-lt"/>
              </a:defRPr>
            </a:lvl1pPr>
          </a:lstStyle>
          <a:p>
            <a:r>
              <a:rPr lang="en-US" noProof="0"/>
              <a:t>Icon</a:t>
            </a:r>
          </a:p>
        </p:txBody>
      </p:sp>
      <p:sp>
        <p:nvSpPr>
          <p:cNvPr id="4" name="Text 1">
            <a:extLst>
              <a:ext uri="{FF2B5EF4-FFF2-40B4-BE49-F238E27FC236}">
                <a16:creationId xmlns:a16="http://schemas.microsoft.com/office/drawing/2014/main" id="{9E7D6D48-F720-9A3E-055F-AF9BDA41E722}"/>
              </a:ext>
            </a:extLst>
          </p:cNvPr>
          <p:cNvSpPr>
            <a:spLocks noGrp="1"/>
          </p:cNvSpPr>
          <p:nvPr>
            <p:ph type="body" sz="half" idx="2" hasCustomPrompt="1"/>
          </p:nvPr>
        </p:nvSpPr>
        <p:spPr>
          <a:xfrm>
            <a:off x="861513" y="4151086"/>
            <a:ext cx="2099401" cy="798285"/>
          </a:xfrm>
        </p:spPr>
        <p:txBody>
          <a:bodyPr/>
          <a:lstStyle>
            <a:lvl1pPr marL="0" indent="0">
              <a:buNone/>
              <a:defRPr kumimoji="0" lang="en-GB" sz="14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Place text here </a:t>
            </a:r>
          </a:p>
        </p:txBody>
      </p:sp>
      <p:cxnSp>
        <p:nvCxnSpPr>
          <p:cNvPr id="14" name="Straight Connector 1">
            <a:extLst>
              <a:ext uri="{FF2B5EF4-FFF2-40B4-BE49-F238E27FC236}">
                <a16:creationId xmlns:a16="http://schemas.microsoft.com/office/drawing/2014/main" id="{DEE76BFF-71B0-FA5F-A6DB-23B541DEA007}"/>
              </a:ext>
              <a:ext uri="{C183D7F6-B498-43B3-948B-1728B52AA6E4}">
                <adec:decorative xmlns:adec="http://schemas.microsoft.com/office/drawing/2017/decorative" val="1"/>
              </a:ext>
            </a:extLst>
          </p:cNvPr>
          <p:cNvCxnSpPr>
            <a:cxnSpLocks/>
          </p:cNvCxnSpPr>
          <p:nvPr userDrawn="1"/>
        </p:nvCxnSpPr>
        <p:spPr bwMode="black">
          <a:xfrm>
            <a:off x="861513" y="4945223"/>
            <a:ext cx="2041889"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16" name="Emphasis 1">
            <a:extLst>
              <a:ext uri="{FF2B5EF4-FFF2-40B4-BE49-F238E27FC236}">
                <a16:creationId xmlns:a16="http://schemas.microsoft.com/office/drawing/2014/main" id="{FEAACE1B-BEAD-3920-329D-328DD0C311A1}"/>
              </a:ext>
            </a:extLst>
          </p:cNvPr>
          <p:cNvSpPr>
            <a:spLocks noGrp="1"/>
          </p:cNvSpPr>
          <p:nvPr>
            <p:ph type="body" sz="half" idx="29" hasCustomPrompt="1"/>
          </p:nvPr>
        </p:nvSpPr>
        <p:spPr>
          <a:xfrm>
            <a:off x="861513" y="5020763"/>
            <a:ext cx="2099401"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10" name="Rounded Rectangle 2">
            <a:extLst>
              <a:ext uri="{FF2B5EF4-FFF2-40B4-BE49-F238E27FC236}">
                <a16:creationId xmlns:a16="http://schemas.microsoft.com/office/drawing/2014/main" id="{4B3871BA-7671-DB3E-43F7-9884E19BA8B2}"/>
              </a:ext>
              <a:ext uri="{C183D7F6-B498-43B3-948B-1728B52AA6E4}">
                <adec:decorative xmlns:adec="http://schemas.microsoft.com/office/drawing/2017/decorative" val="1"/>
              </a:ext>
            </a:extLst>
          </p:cNvPr>
          <p:cNvSpPr/>
          <p:nvPr userDrawn="1"/>
        </p:nvSpPr>
        <p:spPr bwMode="ltGray">
          <a:xfrm>
            <a:off x="3356928" y="3429000"/>
            <a:ext cx="2667635" cy="2333626"/>
          </a:xfrm>
          <a:prstGeom prst="roundRect">
            <a:avLst>
              <a:gd name="adj" fmla="val 8037"/>
            </a:avLst>
          </a:prstGeom>
          <a:solidFill>
            <a:srgbClr val="EDECF6"/>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2" name="Icon 2">
            <a:extLst>
              <a:ext uri="{FF2B5EF4-FFF2-40B4-BE49-F238E27FC236}">
                <a16:creationId xmlns:a16="http://schemas.microsoft.com/office/drawing/2014/main" id="{7D5D11B1-D31B-90D8-F009-1DF3353083BB}"/>
              </a:ext>
              <a:ext uri="{C183D7F6-B498-43B3-948B-1728B52AA6E4}">
                <adec:decorative xmlns:adec="http://schemas.microsoft.com/office/drawing/2017/decorative" val="1"/>
              </a:ext>
            </a:extLst>
          </p:cNvPr>
          <p:cNvSpPr>
            <a:spLocks noGrp="1"/>
          </p:cNvSpPr>
          <p:nvPr>
            <p:ph type="pic" sz="quarter" idx="47" hasCustomPrompt="1"/>
          </p:nvPr>
        </p:nvSpPr>
        <p:spPr>
          <a:xfrm>
            <a:off x="3669801" y="3660204"/>
            <a:ext cx="360644" cy="358830"/>
          </a:xfrm>
        </p:spPr>
        <p:txBody>
          <a:bodyPr anchor="ctr"/>
          <a:lstStyle>
            <a:lvl1pPr marL="0" indent="0" algn="ctr">
              <a:buNone/>
              <a:defRPr sz="1000">
                <a:latin typeface="+mj-lt"/>
              </a:defRPr>
            </a:lvl1pPr>
          </a:lstStyle>
          <a:p>
            <a:r>
              <a:rPr lang="en-US" noProof="0"/>
              <a:t>Icon</a:t>
            </a:r>
          </a:p>
        </p:txBody>
      </p:sp>
      <p:sp>
        <p:nvSpPr>
          <p:cNvPr id="11" name="Text 2">
            <a:extLst>
              <a:ext uri="{FF2B5EF4-FFF2-40B4-BE49-F238E27FC236}">
                <a16:creationId xmlns:a16="http://schemas.microsoft.com/office/drawing/2014/main" id="{C7E6DEAE-07EC-BA82-0D28-AB61E76AA023}"/>
              </a:ext>
            </a:extLst>
          </p:cNvPr>
          <p:cNvSpPr>
            <a:spLocks noGrp="1"/>
          </p:cNvSpPr>
          <p:nvPr>
            <p:ph type="body" sz="half" idx="28" hasCustomPrompt="1"/>
          </p:nvPr>
        </p:nvSpPr>
        <p:spPr>
          <a:xfrm>
            <a:off x="3669801" y="4151086"/>
            <a:ext cx="2073229" cy="798285"/>
          </a:xfrm>
        </p:spPr>
        <p:txBody>
          <a:bodyPr/>
          <a:lstStyle>
            <a:lvl1pPr marL="0" indent="0">
              <a:buNone/>
              <a:defRPr kumimoji="0" lang="en-GB" sz="14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Place text here </a:t>
            </a:r>
          </a:p>
        </p:txBody>
      </p:sp>
      <p:cxnSp>
        <p:nvCxnSpPr>
          <p:cNvPr id="15" name="Straight Connector 2">
            <a:extLst>
              <a:ext uri="{FF2B5EF4-FFF2-40B4-BE49-F238E27FC236}">
                <a16:creationId xmlns:a16="http://schemas.microsoft.com/office/drawing/2014/main" id="{B92D2906-311B-A86E-3017-E83A4001259C}"/>
              </a:ext>
              <a:ext uri="{C183D7F6-B498-43B3-948B-1728B52AA6E4}">
                <adec:decorative xmlns:adec="http://schemas.microsoft.com/office/drawing/2017/decorative" val="1"/>
              </a:ext>
            </a:extLst>
          </p:cNvPr>
          <p:cNvCxnSpPr>
            <a:cxnSpLocks/>
          </p:cNvCxnSpPr>
          <p:nvPr userDrawn="1"/>
        </p:nvCxnSpPr>
        <p:spPr bwMode="black">
          <a:xfrm>
            <a:off x="3669801" y="4945223"/>
            <a:ext cx="2041889"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17" name="Emphasis 2">
            <a:extLst>
              <a:ext uri="{FF2B5EF4-FFF2-40B4-BE49-F238E27FC236}">
                <a16:creationId xmlns:a16="http://schemas.microsoft.com/office/drawing/2014/main" id="{F39E798C-B808-9EAC-D2A0-1E02EB6AB1BF}"/>
              </a:ext>
              <a:ext uri="{C183D7F6-B498-43B3-948B-1728B52AA6E4}">
                <adec:decorative xmlns:adec="http://schemas.microsoft.com/office/drawing/2017/decorative" val="0"/>
              </a:ext>
            </a:extLst>
          </p:cNvPr>
          <p:cNvSpPr>
            <a:spLocks noGrp="1"/>
          </p:cNvSpPr>
          <p:nvPr>
            <p:ph type="body" sz="half" idx="30" hasCustomPrompt="1"/>
          </p:nvPr>
        </p:nvSpPr>
        <p:spPr>
          <a:xfrm>
            <a:off x="3669801" y="5020763"/>
            <a:ext cx="2073229"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3" name="Picture">
            <a:extLst>
              <a:ext uri="{FF2B5EF4-FFF2-40B4-BE49-F238E27FC236}">
                <a16:creationId xmlns:a16="http://schemas.microsoft.com/office/drawing/2014/main" id="{CFE04DBC-D39A-6D3D-392C-E7AA745D0C75}"/>
              </a:ext>
              <a:ext uri="{C183D7F6-B498-43B3-948B-1728B52AA6E4}">
                <adec:decorative xmlns:adec="http://schemas.microsoft.com/office/drawing/2017/decorative" val="1"/>
              </a:ext>
            </a:extLst>
          </p:cNvPr>
          <p:cNvSpPr>
            <a:spLocks noGrp="1"/>
          </p:cNvSpPr>
          <p:nvPr>
            <p:ph type="pic" idx="1" hasCustomPrompt="1"/>
          </p:nvPr>
        </p:nvSpPr>
        <p:spPr bwMode="gray">
          <a:xfrm>
            <a:off x="8034638" y="0"/>
            <a:ext cx="4157362" cy="6857999"/>
          </a:xfrm>
          <a:solidFill>
            <a:srgbClr val="EDECF6"/>
          </a:solidFill>
        </p:spPr>
        <p:txBody>
          <a:bodyPr tIns="91440" bIns="0" anchor="t" anchorCtr="0"/>
          <a:lstStyle>
            <a:lvl1pPr marL="0" indent="0" algn="ctr">
              <a:spcAft>
                <a:spcPts val="0"/>
              </a:spcAft>
              <a:buNone/>
              <a:defRPr sz="1400">
                <a:latin typeface="+mj-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Add picture here, then ‘Send to Back’</a:t>
            </a:r>
          </a:p>
        </p:txBody>
      </p:sp>
      <p:pic>
        <p:nvPicPr>
          <p:cNvPr id="13" name="Pearson Logo" descr="Pearson Logo">
            <a:extLst>
              <a:ext uri="{FF2B5EF4-FFF2-40B4-BE49-F238E27FC236}">
                <a16:creationId xmlns:a16="http://schemas.microsoft.com/office/drawing/2014/main" id="{8BB65226-9298-067D-5C03-ED736DC13BBD}"/>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6566249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con with Text and Data x2 B">
    <p:bg bwMode="gray">
      <p:bgPr>
        <a:solidFill>
          <a:srgbClr val="EDECF6"/>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4CCDD28A-023B-F35D-B686-793D5175B47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8" name="Title">
            <a:extLst>
              <a:ext uri="{FF2B5EF4-FFF2-40B4-BE49-F238E27FC236}">
                <a16:creationId xmlns:a16="http://schemas.microsoft.com/office/drawing/2014/main" id="{BD66E5D9-89E4-452D-81E9-305BE3BC55CC}"/>
              </a:ext>
            </a:extLst>
          </p:cNvPr>
          <p:cNvSpPr>
            <a:spLocks noGrp="1"/>
          </p:cNvSpPr>
          <p:nvPr>
            <p:ph type="title" hasCustomPrompt="1"/>
          </p:nvPr>
        </p:nvSpPr>
        <p:spPr>
          <a:xfrm>
            <a:off x="1482725" y="1731964"/>
            <a:ext cx="4260306" cy="1345066"/>
          </a:xfrm>
        </p:spPr>
        <p:txBody>
          <a:bodyPr/>
          <a:lstStyle>
            <a:lvl1pPr>
              <a:defRPr sz="3200">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9" name="Icon 1">
            <a:extLst>
              <a:ext uri="{FF2B5EF4-FFF2-40B4-BE49-F238E27FC236}">
                <a16:creationId xmlns:a16="http://schemas.microsoft.com/office/drawing/2014/main" id="{994A4869-87A3-7BFE-8AAF-9B6832E7CB65}"/>
              </a:ext>
              <a:ext uri="{C183D7F6-B498-43B3-948B-1728B52AA6E4}">
                <adec:decorative xmlns:adec="http://schemas.microsoft.com/office/drawing/2017/decorative" val="1"/>
              </a:ext>
            </a:extLst>
          </p:cNvPr>
          <p:cNvSpPr>
            <a:spLocks noGrp="1"/>
          </p:cNvSpPr>
          <p:nvPr>
            <p:ph type="pic" sz="quarter" idx="46" hasCustomPrompt="1"/>
          </p:nvPr>
        </p:nvSpPr>
        <p:spPr>
          <a:xfrm>
            <a:off x="1488077" y="3684395"/>
            <a:ext cx="530352" cy="527684"/>
          </a:xfrm>
        </p:spPr>
        <p:txBody>
          <a:bodyPr anchor="ctr"/>
          <a:lstStyle>
            <a:lvl1pPr marL="0" indent="0" algn="ctr">
              <a:buNone/>
              <a:defRPr sz="1000">
                <a:latin typeface="+mj-lt"/>
              </a:defRPr>
            </a:lvl1pPr>
          </a:lstStyle>
          <a:p>
            <a:r>
              <a:rPr lang="en-US" noProof="0"/>
              <a:t>Icon</a:t>
            </a:r>
          </a:p>
        </p:txBody>
      </p:sp>
      <p:sp>
        <p:nvSpPr>
          <p:cNvPr id="16" name="Subhead 1">
            <a:extLst>
              <a:ext uri="{FF2B5EF4-FFF2-40B4-BE49-F238E27FC236}">
                <a16:creationId xmlns:a16="http://schemas.microsoft.com/office/drawing/2014/main" id="{FEAACE1B-BEAD-3920-329D-328DD0C311A1}"/>
              </a:ext>
            </a:extLst>
          </p:cNvPr>
          <p:cNvSpPr>
            <a:spLocks noGrp="1"/>
          </p:cNvSpPr>
          <p:nvPr>
            <p:ph type="body" sz="half" idx="29" hasCustomPrompt="1"/>
          </p:nvPr>
        </p:nvSpPr>
        <p:spPr>
          <a:xfrm>
            <a:off x="1488077" y="4349617"/>
            <a:ext cx="2099401"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4" name="Text 1">
            <a:extLst>
              <a:ext uri="{FF2B5EF4-FFF2-40B4-BE49-F238E27FC236}">
                <a16:creationId xmlns:a16="http://schemas.microsoft.com/office/drawing/2014/main" id="{9E7D6D48-F720-9A3E-055F-AF9BDA41E722}"/>
              </a:ext>
            </a:extLst>
          </p:cNvPr>
          <p:cNvSpPr>
            <a:spLocks noGrp="1"/>
          </p:cNvSpPr>
          <p:nvPr>
            <p:ph type="body" sz="half" idx="2" hasCustomPrompt="1"/>
          </p:nvPr>
        </p:nvSpPr>
        <p:spPr>
          <a:xfrm>
            <a:off x="1488077" y="4993756"/>
            <a:ext cx="2099401" cy="598989"/>
          </a:xfrm>
        </p:spPr>
        <p:txBody>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lang="en-GB" sz="1200" kern="1200" dirty="0">
                <a:solidFill>
                  <a:schemeClr val="tx2"/>
                </a:solidFill>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Place text here </a:t>
            </a:r>
          </a:p>
        </p:txBody>
      </p:sp>
      <p:sp>
        <p:nvSpPr>
          <p:cNvPr id="10" name="Icon 2">
            <a:extLst>
              <a:ext uri="{FF2B5EF4-FFF2-40B4-BE49-F238E27FC236}">
                <a16:creationId xmlns:a16="http://schemas.microsoft.com/office/drawing/2014/main" id="{BED0C63F-D92F-A8AC-3577-7ECD10DF50F8}"/>
              </a:ext>
              <a:ext uri="{C183D7F6-B498-43B3-948B-1728B52AA6E4}">
                <adec:decorative xmlns:adec="http://schemas.microsoft.com/office/drawing/2017/decorative" val="1"/>
              </a:ext>
            </a:extLst>
          </p:cNvPr>
          <p:cNvSpPr>
            <a:spLocks noGrp="1"/>
          </p:cNvSpPr>
          <p:nvPr>
            <p:ph type="pic" sz="quarter" idx="47" hasCustomPrompt="1"/>
          </p:nvPr>
        </p:nvSpPr>
        <p:spPr>
          <a:xfrm>
            <a:off x="3771401" y="3684395"/>
            <a:ext cx="530352" cy="527684"/>
          </a:xfrm>
        </p:spPr>
        <p:txBody>
          <a:bodyPr anchor="ctr"/>
          <a:lstStyle>
            <a:lvl1pPr marL="0" indent="0" algn="ctr">
              <a:buNone/>
              <a:defRPr sz="1000">
                <a:latin typeface="+mj-lt"/>
              </a:defRPr>
            </a:lvl1pPr>
          </a:lstStyle>
          <a:p>
            <a:r>
              <a:rPr lang="en-US" noProof="0"/>
              <a:t>Icon</a:t>
            </a:r>
          </a:p>
        </p:txBody>
      </p:sp>
      <p:sp>
        <p:nvSpPr>
          <p:cNvPr id="17" name="Subhead 2">
            <a:extLst>
              <a:ext uri="{FF2B5EF4-FFF2-40B4-BE49-F238E27FC236}">
                <a16:creationId xmlns:a16="http://schemas.microsoft.com/office/drawing/2014/main" id="{F39E798C-B808-9EAC-D2A0-1E02EB6AB1BF}"/>
              </a:ext>
            </a:extLst>
          </p:cNvPr>
          <p:cNvSpPr>
            <a:spLocks noGrp="1"/>
          </p:cNvSpPr>
          <p:nvPr>
            <p:ph type="body" sz="half" idx="30" hasCustomPrompt="1"/>
          </p:nvPr>
        </p:nvSpPr>
        <p:spPr>
          <a:xfrm>
            <a:off x="3771401" y="4349617"/>
            <a:ext cx="2073229"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11" name="Text 2">
            <a:extLst>
              <a:ext uri="{FF2B5EF4-FFF2-40B4-BE49-F238E27FC236}">
                <a16:creationId xmlns:a16="http://schemas.microsoft.com/office/drawing/2014/main" id="{C7E6DEAE-07EC-BA82-0D28-AB61E76AA023}"/>
              </a:ext>
            </a:extLst>
          </p:cNvPr>
          <p:cNvSpPr>
            <a:spLocks noGrp="1"/>
          </p:cNvSpPr>
          <p:nvPr>
            <p:ph type="body" sz="half" idx="28" hasCustomPrompt="1"/>
          </p:nvPr>
        </p:nvSpPr>
        <p:spPr>
          <a:xfrm>
            <a:off x="3771401" y="4993756"/>
            <a:ext cx="2073229" cy="598989"/>
          </a:xfrm>
        </p:spPr>
        <p:txBody>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lang="en-GB" sz="1200" kern="1200" dirty="0">
                <a:solidFill>
                  <a:schemeClr val="tx2"/>
                </a:solidFill>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Place text here </a:t>
            </a:r>
          </a:p>
        </p:txBody>
      </p:sp>
      <p:cxnSp>
        <p:nvCxnSpPr>
          <p:cNvPr id="5" name="Straight Connector">
            <a:extLst>
              <a:ext uri="{FF2B5EF4-FFF2-40B4-BE49-F238E27FC236}">
                <a16:creationId xmlns:a16="http://schemas.microsoft.com/office/drawing/2014/main" id="{BD220C2B-AB8E-9F7A-0E6F-38DC50148B2D}"/>
              </a:ext>
              <a:ext uri="{C183D7F6-B498-43B3-948B-1728B52AA6E4}">
                <adec:decorative xmlns:adec="http://schemas.microsoft.com/office/drawing/2017/decorative" val="1"/>
              </a:ext>
            </a:extLst>
          </p:cNvPr>
          <p:cNvCxnSpPr>
            <a:cxnSpLocks/>
          </p:cNvCxnSpPr>
          <p:nvPr userDrawn="1"/>
        </p:nvCxnSpPr>
        <p:spPr bwMode="black">
          <a:xfrm>
            <a:off x="1485265" y="5769910"/>
            <a:ext cx="4151742" cy="0"/>
          </a:xfrm>
          <a:prstGeom prst="line">
            <a:avLst/>
          </a:prstGeom>
          <a:ln w="12700">
            <a:solidFill>
              <a:srgbClr val="512EAB"/>
            </a:solidFill>
          </a:ln>
        </p:spPr>
        <p:style>
          <a:lnRef idx="2">
            <a:schemeClr val="accent1"/>
          </a:lnRef>
          <a:fillRef idx="0">
            <a:schemeClr val="accent1"/>
          </a:fillRef>
          <a:effectRef idx="1">
            <a:schemeClr val="accent1"/>
          </a:effectRef>
          <a:fontRef idx="minor">
            <a:schemeClr val="tx1"/>
          </a:fontRef>
        </p:style>
      </p:cxnSp>
      <p:sp>
        <p:nvSpPr>
          <p:cNvPr id="3" name="Picture">
            <a:extLst>
              <a:ext uri="{FF2B5EF4-FFF2-40B4-BE49-F238E27FC236}">
                <a16:creationId xmlns:a16="http://schemas.microsoft.com/office/drawing/2014/main" id="{CFE04DBC-D39A-6D3D-392C-E7AA745D0C75}"/>
              </a:ext>
              <a:ext uri="{C183D7F6-B498-43B3-948B-1728B52AA6E4}">
                <adec:decorative xmlns:adec="http://schemas.microsoft.com/office/drawing/2017/decorative" val="1"/>
              </a:ext>
            </a:extLst>
          </p:cNvPr>
          <p:cNvSpPr>
            <a:spLocks noGrp="1"/>
          </p:cNvSpPr>
          <p:nvPr>
            <p:ph type="pic" idx="1" hasCustomPrompt="1"/>
          </p:nvPr>
        </p:nvSpPr>
        <p:spPr bwMode="gray">
          <a:xfrm>
            <a:off x="6165850" y="1096963"/>
            <a:ext cx="4540250" cy="4665662"/>
          </a:xfrm>
          <a:prstGeom prst="roundRect">
            <a:avLst>
              <a:gd name="adj" fmla="val 4080"/>
            </a:avLst>
          </a:prstGeom>
          <a:solidFill>
            <a:srgbClr val="C1BFFF"/>
          </a:solidFill>
        </p:spPr>
        <p:txBody>
          <a:bodyPr tIns="91440" bIns="0" anchor="t" anchorCtr="0"/>
          <a:lstStyle>
            <a:lvl1pPr marL="0" indent="0" algn="ctr">
              <a:spcAft>
                <a:spcPts val="0"/>
              </a:spcAft>
              <a:buNone/>
              <a:defRPr sz="1400">
                <a:latin typeface="+mj-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Add picture here</a:t>
            </a:r>
          </a:p>
        </p:txBody>
      </p:sp>
      <p:pic>
        <p:nvPicPr>
          <p:cNvPr id="12" name="Pearson Logo" descr="Pearson Logo">
            <a:extLst>
              <a:ext uri="{FF2B5EF4-FFF2-40B4-BE49-F238E27FC236}">
                <a16:creationId xmlns:a16="http://schemas.microsoft.com/office/drawing/2014/main" id="{15CA4AFD-0F37-758A-1E94-E7DFFB2D3360}"/>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9923215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am Profile x4">
    <p:bg bwMode="ltGray">
      <p:bgPr>
        <a:solidFill>
          <a:srgbClr val="EDECF6"/>
        </a:solidFill>
        <a:effectLst/>
      </p:bgPr>
    </p:bg>
    <p:spTree>
      <p:nvGrpSpPr>
        <p:cNvPr id="1" name=""/>
        <p:cNvGrpSpPr/>
        <p:nvPr/>
      </p:nvGrpSpPr>
      <p:grpSpPr>
        <a:xfrm>
          <a:off x="0" y="0"/>
          <a:ext cx="0" cy="0"/>
          <a:chOff x="0" y="0"/>
          <a:chExt cx="0" cy="0"/>
        </a:xfrm>
      </p:grpSpPr>
      <p:sp>
        <p:nvSpPr>
          <p:cNvPr id="3" name="Line Waves">
            <a:extLst>
              <a:ext uri="{FF2B5EF4-FFF2-40B4-BE49-F238E27FC236}">
                <a16:creationId xmlns:a16="http://schemas.microsoft.com/office/drawing/2014/main" id="{D186FDAB-7949-432D-448A-914280C408BA}"/>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0" y="1765261"/>
            <a:ext cx="2324100" cy="4270115"/>
          </a:xfrm>
          <a:custGeom>
            <a:avLst/>
            <a:gdLst>
              <a:gd name="connsiteX0" fmla="*/ 0 w 2324100"/>
              <a:gd name="connsiteY0" fmla="*/ 692727 h 4270115"/>
              <a:gd name="connsiteX1" fmla="*/ 23841 w 2324100"/>
              <a:gd name="connsiteY1" fmla="*/ 731059 h 4270115"/>
              <a:gd name="connsiteX2" fmla="*/ 443757 w 2324100"/>
              <a:gd name="connsiteY2" fmla="*/ 2145682 h 4270115"/>
              <a:gd name="connsiteX3" fmla="*/ 443213 w 2324100"/>
              <a:gd name="connsiteY3" fmla="*/ 2145682 h 4270115"/>
              <a:gd name="connsiteX4" fmla="*/ 31412 w 2324100"/>
              <a:gd name="connsiteY4" fmla="*/ 3546472 h 4270115"/>
              <a:gd name="connsiteX5" fmla="*/ 0 w 2324100"/>
              <a:gd name="connsiteY5" fmla="*/ 3597467 h 4270115"/>
              <a:gd name="connsiteX6" fmla="*/ 0 w 2324100"/>
              <a:gd name="connsiteY6" fmla="*/ 3551763 h 4270115"/>
              <a:gd name="connsiteX7" fmla="*/ 37371 w 2324100"/>
              <a:gd name="connsiteY7" fmla="*/ 3488643 h 4270115"/>
              <a:gd name="connsiteX8" fmla="*/ 417059 w 2324100"/>
              <a:gd name="connsiteY8" fmla="*/ 2145137 h 4270115"/>
              <a:gd name="connsiteX9" fmla="*/ 37371 w 2324100"/>
              <a:gd name="connsiteY9" fmla="*/ 801632 h 4270115"/>
              <a:gd name="connsiteX10" fmla="*/ 0 w 2324100"/>
              <a:gd name="connsiteY10" fmla="*/ 738512 h 4270115"/>
              <a:gd name="connsiteX11" fmla="*/ 0 w 2324100"/>
              <a:gd name="connsiteY11" fmla="*/ 164941 h 4270115"/>
              <a:gd name="connsiteX12" fmla="*/ 53886 w 2324100"/>
              <a:gd name="connsiteY12" fmla="*/ 214190 h 4270115"/>
              <a:gd name="connsiteX13" fmla="*/ 1070357 w 2324100"/>
              <a:gd name="connsiteY13" fmla="*/ 2140779 h 4270115"/>
              <a:gd name="connsiteX14" fmla="*/ 178528 w 2324100"/>
              <a:gd name="connsiteY14" fmla="*/ 3948521 h 4270115"/>
              <a:gd name="connsiteX15" fmla="*/ 0 w 2324100"/>
              <a:gd name="connsiteY15" fmla="*/ 4116957 h 4270115"/>
              <a:gd name="connsiteX16" fmla="*/ 0 w 2324100"/>
              <a:gd name="connsiteY16" fmla="*/ 4077047 h 4270115"/>
              <a:gd name="connsiteX17" fmla="*/ 38919 w 2324100"/>
              <a:gd name="connsiteY17" fmla="*/ 4041827 h 4270115"/>
              <a:gd name="connsiteX18" fmla="*/ 1042569 w 2324100"/>
              <a:gd name="connsiteY18" fmla="*/ 2140234 h 4270115"/>
              <a:gd name="connsiteX19" fmla="*/ 38919 w 2324100"/>
              <a:gd name="connsiteY19" fmla="*/ 238641 h 4270115"/>
              <a:gd name="connsiteX20" fmla="*/ 0 w 2324100"/>
              <a:gd name="connsiteY20" fmla="*/ 203505 h 4270115"/>
              <a:gd name="connsiteX21" fmla="*/ 232349 w 2324100"/>
              <a:gd name="connsiteY21" fmla="*/ 145468 h 4270115"/>
              <a:gd name="connsiteX22" fmla="*/ 624110 w 2324100"/>
              <a:gd name="connsiteY22" fmla="*/ 429345 h 4270115"/>
              <a:gd name="connsiteX23" fmla="*/ 1696956 w 2324100"/>
              <a:gd name="connsiteY23" fmla="*/ 2135330 h 4270115"/>
              <a:gd name="connsiteX24" fmla="*/ 624110 w 2324100"/>
              <a:gd name="connsiteY24" fmla="*/ 3841315 h 4270115"/>
              <a:gd name="connsiteX25" fmla="*/ 275938 w 2324100"/>
              <a:gd name="connsiteY25" fmla="*/ 4096313 h 4270115"/>
              <a:gd name="connsiteX26" fmla="*/ 275938 w 2324100"/>
              <a:gd name="connsiteY26" fmla="*/ 4096859 h 4270115"/>
              <a:gd name="connsiteX27" fmla="*/ 2296312 w 2324100"/>
              <a:gd name="connsiteY27" fmla="*/ 2130971 h 4270115"/>
              <a:gd name="connsiteX28" fmla="*/ 232349 w 2324100"/>
              <a:gd name="connsiteY28" fmla="*/ 145468 h 4270115"/>
              <a:gd name="connsiteX29" fmla="*/ 0 w 2324100"/>
              <a:gd name="connsiteY29" fmla="*/ 0 h 4270115"/>
              <a:gd name="connsiteX30" fmla="*/ 101580 w 2324100"/>
              <a:gd name="connsiteY30" fmla="*/ 60469 h 4270115"/>
              <a:gd name="connsiteX31" fmla="*/ 1190228 w 2324100"/>
              <a:gd name="connsiteY31" fmla="*/ 638575 h 4270115"/>
              <a:gd name="connsiteX32" fmla="*/ 1190773 w 2324100"/>
              <a:gd name="connsiteY32" fmla="*/ 638575 h 4270115"/>
              <a:gd name="connsiteX33" fmla="*/ 2324100 w 2324100"/>
              <a:gd name="connsiteY33" fmla="*/ 2129882 h 4270115"/>
              <a:gd name="connsiteX34" fmla="*/ 1190773 w 2324100"/>
              <a:gd name="connsiteY34" fmla="*/ 3621188 h 4270115"/>
              <a:gd name="connsiteX35" fmla="*/ 144624 w 2324100"/>
              <a:gd name="connsiteY35" fmla="*/ 4182403 h 4270115"/>
              <a:gd name="connsiteX36" fmla="*/ 0 w 2324100"/>
              <a:gd name="connsiteY36" fmla="*/ 4270115 h 4270115"/>
              <a:gd name="connsiteX37" fmla="*/ 0 w 2324100"/>
              <a:gd name="connsiteY37" fmla="*/ 4228907 h 4270115"/>
              <a:gd name="connsiteX38" fmla="*/ 44450 w 2324100"/>
              <a:gd name="connsiteY38" fmla="*/ 4203853 h 4270115"/>
              <a:gd name="connsiteX39" fmla="*/ 133727 w 2324100"/>
              <a:gd name="connsiteY39" fmla="*/ 4157883 h 4270115"/>
              <a:gd name="connsiteX40" fmla="*/ 607218 w 2324100"/>
              <a:gd name="connsiteY40" fmla="*/ 3820065 h 4270115"/>
              <a:gd name="connsiteX41" fmla="*/ 1669713 w 2324100"/>
              <a:gd name="connsiteY41" fmla="*/ 2135330 h 4270115"/>
              <a:gd name="connsiteX42" fmla="*/ 607218 w 2324100"/>
              <a:gd name="connsiteY42" fmla="*/ 450595 h 4270115"/>
              <a:gd name="connsiteX43" fmla="*/ 3930 w 2324100"/>
              <a:gd name="connsiteY43" fmla="*/ 36507 h 4270115"/>
              <a:gd name="connsiteX44" fmla="*/ 0 w 2324100"/>
              <a:gd name="connsiteY44" fmla="*/ 33977 h 427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324100" h="4270115">
                <a:moveTo>
                  <a:pt x="0" y="692727"/>
                </a:moveTo>
                <a:lnTo>
                  <a:pt x="23841" y="731059"/>
                </a:lnTo>
                <a:cubicBezTo>
                  <a:pt x="271572" y="1154274"/>
                  <a:pt x="443757" y="1636264"/>
                  <a:pt x="443757" y="2145682"/>
                </a:cubicBezTo>
                <a:lnTo>
                  <a:pt x="443213" y="2145682"/>
                </a:lnTo>
                <a:cubicBezTo>
                  <a:pt x="443213" y="2649618"/>
                  <a:pt x="274782" y="3126647"/>
                  <a:pt x="31412" y="3546472"/>
                </a:cubicBezTo>
                <a:lnTo>
                  <a:pt x="0" y="3597467"/>
                </a:lnTo>
                <a:lnTo>
                  <a:pt x="0" y="3551763"/>
                </a:lnTo>
                <a:lnTo>
                  <a:pt x="37371" y="3488643"/>
                </a:lnTo>
                <a:cubicBezTo>
                  <a:pt x="339541" y="2949468"/>
                  <a:pt x="417059" y="2482275"/>
                  <a:pt x="417059" y="2145137"/>
                </a:cubicBezTo>
                <a:cubicBezTo>
                  <a:pt x="417059" y="1808000"/>
                  <a:pt x="339541" y="1340807"/>
                  <a:pt x="37371" y="801632"/>
                </a:cubicBezTo>
                <a:lnTo>
                  <a:pt x="0" y="738512"/>
                </a:lnTo>
                <a:close/>
                <a:moveTo>
                  <a:pt x="0" y="164941"/>
                </a:moveTo>
                <a:lnTo>
                  <a:pt x="53886" y="214190"/>
                </a:lnTo>
                <a:cubicBezTo>
                  <a:pt x="576910" y="709885"/>
                  <a:pt x="1070357" y="1398668"/>
                  <a:pt x="1070357" y="2140779"/>
                </a:cubicBezTo>
                <a:cubicBezTo>
                  <a:pt x="1070357" y="2836509"/>
                  <a:pt x="652556" y="3469204"/>
                  <a:pt x="178528" y="3948521"/>
                </a:cubicBezTo>
                <a:lnTo>
                  <a:pt x="0" y="4116957"/>
                </a:lnTo>
                <a:lnTo>
                  <a:pt x="0" y="4077047"/>
                </a:lnTo>
                <a:lnTo>
                  <a:pt x="38919" y="4041827"/>
                </a:lnTo>
                <a:cubicBezTo>
                  <a:pt x="496609" y="3609746"/>
                  <a:pt x="1042569" y="2929748"/>
                  <a:pt x="1042569" y="2140234"/>
                </a:cubicBezTo>
                <a:cubicBezTo>
                  <a:pt x="1042569" y="1350719"/>
                  <a:pt x="496609" y="670177"/>
                  <a:pt x="38919" y="238641"/>
                </a:cubicBezTo>
                <a:lnTo>
                  <a:pt x="0" y="203505"/>
                </a:lnTo>
                <a:close/>
                <a:moveTo>
                  <a:pt x="232349" y="145468"/>
                </a:moveTo>
                <a:cubicBezTo>
                  <a:pt x="360392" y="229923"/>
                  <a:pt x="493885" y="325275"/>
                  <a:pt x="624110" y="429345"/>
                </a:cubicBezTo>
                <a:cubicBezTo>
                  <a:pt x="1113401" y="819472"/>
                  <a:pt x="1696956" y="1432449"/>
                  <a:pt x="1696956" y="2135330"/>
                </a:cubicBezTo>
                <a:cubicBezTo>
                  <a:pt x="1696956" y="2838211"/>
                  <a:pt x="1113401" y="3451189"/>
                  <a:pt x="624110" y="3841315"/>
                </a:cubicBezTo>
                <a:cubicBezTo>
                  <a:pt x="508051" y="3933943"/>
                  <a:pt x="390361" y="4018943"/>
                  <a:pt x="275938" y="4096313"/>
                </a:cubicBezTo>
                <a:lnTo>
                  <a:pt x="275938" y="4096859"/>
                </a:lnTo>
                <a:cubicBezTo>
                  <a:pt x="899813" y="3813527"/>
                  <a:pt x="2296312" y="3055068"/>
                  <a:pt x="2296312" y="2130971"/>
                </a:cubicBezTo>
                <a:cubicBezTo>
                  <a:pt x="2296312" y="1206873"/>
                  <a:pt x="831704" y="411365"/>
                  <a:pt x="232349" y="145468"/>
                </a:cubicBezTo>
                <a:close/>
                <a:moveTo>
                  <a:pt x="0" y="0"/>
                </a:moveTo>
                <a:lnTo>
                  <a:pt x="101580" y="60469"/>
                </a:lnTo>
                <a:cubicBezTo>
                  <a:pt x="309719" y="141109"/>
                  <a:pt x="754333" y="348705"/>
                  <a:pt x="1190228" y="638575"/>
                </a:cubicBezTo>
                <a:lnTo>
                  <a:pt x="1190773" y="638575"/>
                </a:lnTo>
                <a:cubicBezTo>
                  <a:pt x="1707854" y="982387"/>
                  <a:pt x="2324100" y="1520173"/>
                  <a:pt x="2324100" y="2129882"/>
                </a:cubicBezTo>
                <a:cubicBezTo>
                  <a:pt x="2324100" y="2739590"/>
                  <a:pt x="1707854" y="3277375"/>
                  <a:pt x="1190773" y="3621188"/>
                </a:cubicBezTo>
                <a:cubicBezTo>
                  <a:pt x="782121" y="3893077"/>
                  <a:pt x="366931" y="4091955"/>
                  <a:pt x="144624" y="4182403"/>
                </a:cubicBezTo>
                <a:lnTo>
                  <a:pt x="0" y="4270115"/>
                </a:lnTo>
                <a:lnTo>
                  <a:pt x="0" y="4228907"/>
                </a:lnTo>
                <a:lnTo>
                  <a:pt x="44450" y="4203853"/>
                </a:lnTo>
                <a:cubicBezTo>
                  <a:pt x="84069" y="4181893"/>
                  <a:pt x="115729" y="4165273"/>
                  <a:pt x="133727" y="4157883"/>
                </a:cubicBezTo>
                <a:cubicBezTo>
                  <a:pt x="283566" y="4062532"/>
                  <a:pt x="444848" y="3949744"/>
                  <a:pt x="607218" y="3820065"/>
                </a:cubicBezTo>
                <a:cubicBezTo>
                  <a:pt x="1092152" y="3433752"/>
                  <a:pt x="1669713" y="2827313"/>
                  <a:pt x="1669713" y="2135330"/>
                </a:cubicBezTo>
                <a:cubicBezTo>
                  <a:pt x="1669713" y="1443347"/>
                  <a:pt x="1092152" y="836907"/>
                  <a:pt x="607218" y="450595"/>
                </a:cubicBezTo>
                <a:cubicBezTo>
                  <a:pt x="452270" y="327114"/>
                  <a:pt x="91661" y="93085"/>
                  <a:pt x="3930" y="36507"/>
                </a:cubicBezTo>
                <a:lnTo>
                  <a:pt x="0" y="33977"/>
                </a:lnTo>
                <a:close/>
              </a:path>
            </a:pathLst>
          </a:custGeom>
          <a:gradFill flip="none" rotWithShape="1">
            <a:gsLst>
              <a:gs pos="0">
                <a:srgbClr val="EDECF6"/>
              </a:gs>
              <a:gs pos="82000">
                <a:srgbClr val="C1BFFF"/>
              </a:gs>
            </a:gsLst>
            <a:lin ang="0" scaled="1"/>
            <a:tileRect/>
          </a:gradFill>
          <a:ln w="20455" cap="flat">
            <a:noFill/>
            <a:prstDash val="solid"/>
            <a:miter/>
          </a:ln>
        </p:spPr>
        <p:txBody>
          <a:bodyPr wrap="square" rtlCol="0" anchor="ctr">
            <a:noAutofit/>
          </a:bodyPr>
          <a:lstStyle/>
          <a:p>
            <a:pPr lvl="0"/>
            <a:endParaRPr lang="en-US" noProof="0">
              <a:latin typeface="+mj-lt"/>
            </a:endParaRPr>
          </a:p>
        </p:txBody>
      </p:sp>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1063618"/>
            <a:ext cx="1866011" cy="1603381"/>
          </a:xfrm>
        </p:spPr>
        <p:txBody>
          <a:bodyPr/>
          <a:lstStyle>
            <a:lvl1pPr>
              <a:defRPr>
                <a:latin typeface="+mj-lt"/>
              </a:defRPr>
            </a:lvl1pPr>
          </a:lstStyle>
          <a:p>
            <a:r>
              <a:rPr lang="en-US" noProof="0" dirty="0"/>
              <a:t>Place headline here</a:t>
            </a:r>
          </a:p>
        </p:txBody>
      </p:sp>
      <p:sp>
        <p:nvSpPr>
          <p:cNvPr id="29" name="Picture 1">
            <a:extLst>
              <a:ext uri="{FF2B5EF4-FFF2-40B4-BE49-F238E27FC236}">
                <a16:creationId xmlns:a16="http://schemas.microsoft.com/office/drawing/2014/main" id="{D8581F6C-6922-071F-CA80-4A7DEBE5C40D}"/>
              </a:ext>
              <a:ext uri="{C183D7F6-B498-43B3-948B-1728B52AA6E4}">
                <adec:decorative xmlns:adec="http://schemas.microsoft.com/office/drawing/2017/decorative" val="1"/>
              </a:ext>
            </a:extLst>
          </p:cNvPr>
          <p:cNvSpPr>
            <a:spLocks noGrp="1"/>
          </p:cNvSpPr>
          <p:nvPr>
            <p:ph type="pic" sz="quarter" idx="28" hasCustomPrompt="1"/>
          </p:nvPr>
        </p:nvSpPr>
        <p:spPr bwMode="gray">
          <a:xfrm>
            <a:off x="2804934" y="1106244"/>
            <a:ext cx="2095200" cy="2876400"/>
          </a:xfrm>
          <a:prstGeom prst="roundRect">
            <a:avLst>
              <a:gd name="adj" fmla="val 8029"/>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34" name="Subhead 1">
            <a:extLst>
              <a:ext uri="{FF2B5EF4-FFF2-40B4-BE49-F238E27FC236}">
                <a16:creationId xmlns:a16="http://schemas.microsoft.com/office/drawing/2014/main" id="{BCC06B0D-5D4C-DCF5-57E9-7618AF2949ED}"/>
              </a:ext>
            </a:extLst>
          </p:cNvPr>
          <p:cNvSpPr>
            <a:spLocks noGrp="1"/>
          </p:cNvSpPr>
          <p:nvPr>
            <p:ph type="body" idx="1" hasCustomPrompt="1"/>
          </p:nvPr>
        </p:nvSpPr>
        <p:spPr>
          <a:xfrm>
            <a:off x="2792395"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err="1"/>
              <a:t>Firstname</a:t>
            </a:r>
            <a:r>
              <a:rPr lang="en-US" noProof="0" dirty="0"/>
              <a:t> </a:t>
            </a:r>
            <a:br>
              <a:rPr lang="en-US" noProof="0" dirty="0"/>
            </a:br>
            <a:r>
              <a:rPr lang="en-US" noProof="0" dirty="0"/>
              <a:t>Lastname</a:t>
            </a:r>
          </a:p>
        </p:txBody>
      </p:sp>
      <p:sp>
        <p:nvSpPr>
          <p:cNvPr id="35" name="Overview 1">
            <a:extLst>
              <a:ext uri="{FF2B5EF4-FFF2-40B4-BE49-F238E27FC236}">
                <a16:creationId xmlns:a16="http://schemas.microsoft.com/office/drawing/2014/main" id="{C7FD8158-E7E5-5628-6617-9E0287C2ACB6}"/>
              </a:ext>
            </a:extLst>
          </p:cNvPr>
          <p:cNvSpPr>
            <a:spLocks noGrp="1"/>
          </p:cNvSpPr>
          <p:nvPr>
            <p:ph type="body" sz="quarter" idx="14" hasCustomPrompt="1"/>
          </p:nvPr>
        </p:nvSpPr>
        <p:spPr>
          <a:xfrm>
            <a:off x="2792395"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36" name="Text 1">
            <a:extLst>
              <a:ext uri="{FF2B5EF4-FFF2-40B4-BE49-F238E27FC236}">
                <a16:creationId xmlns:a16="http://schemas.microsoft.com/office/drawing/2014/main" id="{8029DF93-39A4-DCC9-B520-0C8C8DA19EF8}"/>
              </a:ext>
            </a:extLst>
          </p:cNvPr>
          <p:cNvSpPr>
            <a:spLocks noGrp="1"/>
          </p:cNvSpPr>
          <p:nvPr>
            <p:ph type="body" sz="quarter" idx="33" hasCustomPrompt="1"/>
          </p:nvPr>
        </p:nvSpPr>
        <p:spPr>
          <a:xfrm>
            <a:off x="2792395"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sp>
        <p:nvSpPr>
          <p:cNvPr id="30" name="Picture 2">
            <a:extLst>
              <a:ext uri="{FF2B5EF4-FFF2-40B4-BE49-F238E27FC236}">
                <a16:creationId xmlns:a16="http://schemas.microsoft.com/office/drawing/2014/main" id="{7F1232CD-8F02-2A62-26C1-B866F446AC0A}"/>
              </a:ext>
              <a:ext uri="{C183D7F6-B498-43B3-948B-1728B52AA6E4}">
                <adec:decorative xmlns:adec="http://schemas.microsoft.com/office/drawing/2017/decorative" val="1"/>
              </a:ext>
            </a:extLst>
          </p:cNvPr>
          <p:cNvSpPr>
            <a:spLocks noGrp="1"/>
          </p:cNvSpPr>
          <p:nvPr>
            <p:ph type="pic" sz="quarter" idx="29" hasCustomPrompt="1"/>
          </p:nvPr>
        </p:nvSpPr>
        <p:spPr bwMode="gray">
          <a:xfrm>
            <a:off x="5054052" y="1106244"/>
            <a:ext cx="2095200" cy="2876400"/>
          </a:xfrm>
          <a:prstGeom prst="roundRect">
            <a:avLst>
              <a:gd name="adj" fmla="val 8029"/>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37" name="Subhead 2">
            <a:extLst>
              <a:ext uri="{FF2B5EF4-FFF2-40B4-BE49-F238E27FC236}">
                <a16:creationId xmlns:a16="http://schemas.microsoft.com/office/drawing/2014/main" id="{AA29FE22-EC43-8F1F-0422-5140B5E16765}"/>
              </a:ext>
            </a:extLst>
          </p:cNvPr>
          <p:cNvSpPr>
            <a:spLocks noGrp="1"/>
          </p:cNvSpPr>
          <p:nvPr>
            <p:ph type="body" idx="34" hasCustomPrompt="1"/>
          </p:nvPr>
        </p:nvSpPr>
        <p:spPr>
          <a:xfrm>
            <a:off x="5041513"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err="1"/>
              <a:t>Firstname</a:t>
            </a:r>
            <a:r>
              <a:rPr lang="en-US" noProof="0"/>
              <a:t> </a:t>
            </a:r>
            <a:br>
              <a:rPr lang="en-US" noProof="0"/>
            </a:br>
            <a:r>
              <a:rPr lang="en-US" noProof="0" err="1"/>
              <a:t>Lastname</a:t>
            </a:r>
            <a:endParaRPr lang="en-US" noProof="0"/>
          </a:p>
        </p:txBody>
      </p:sp>
      <p:sp>
        <p:nvSpPr>
          <p:cNvPr id="38" name="Overview 2">
            <a:extLst>
              <a:ext uri="{FF2B5EF4-FFF2-40B4-BE49-F238E27FC236}">
                <a16:creationId xmlns:a16="http://schemas.microsoft.com/office/drawing/2014/main" id="{8762CF4D-2976-7A60-0108-65E18C77EF27}"/>
              </a:ext>
            </a:extLst>
          </p:cNvPr>
          <p:cNvSpPr>
            <a:spLocks noGrp="1"/>
          </p:cNvSpPr>
          <p:nvPr>
            <p:ph type="body" sz="quarter" idx="35" hasCustomPrompt="1"/>
          </p:nvPr>
        </p:nvSpPr>
        <p:spPr>
          <a:xfrm>
            <a:off x="5041513"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39" name="Text 2">
            <a:extLst>
              <a:ext uri="{FF2B5EF4-FFF2-40B4-BE49-F238E27FC236}">
                <a16:creationId xmlns:a16="http://schemas.microsoft.com/office/drawing/2014/main" id="{A4322B94-2975-3571-26B9-CCE8A541E555}"/>
              </a:ext>
            </a:extLst>
          </p:cNvPr>
          <p:cNvSpPr>
            <a:spLocks noGrp="1"/>
          </p:cNvSpPr>
          <p:nvPr>
            <p:ph type="body" sz="quarter" idx="36" hasCustomPrompt="1"/>
          </p:nvPr>
        </p:nvSpPr>
        <p:spPr>
          <a:xfrm>
            <a:off x="5041513"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sp>
        <p:nvSpPr>
          <p:cNvPr id="31" name="Picture 3">
            <a:extLst>
              <a:ext uri="{FF2B5EF4-FFF2-40B4-BE49-F238E27FC236}">
                <a16:creationId xmlns:a16="http://schemas.microsoft.com/office/drawing/2014/main" id="{1A0D2F8A-AF54-62BF-0C4C-4D15A09C40D4}"/>
              </a:ext>
              <a:ext uri="{C183D7F6-B498-43B3-948B-1728B52AA6E4}">
                <adec:decorative xmlns:adec="http://schemas.microsoft.com/office/drawing/2017/decorative" val="1"/>
              </a:ext>
            </a:extLst>
          </p:cNvPr>
          <p:cNvSpPr>
            <a:spLocks noGrp="1"/>
          </p:cNvSpPr>
          <p:nvPr>
            <p:ph type="pic" sz="quarter" idx="30" hasCustomPrompt="1"/>
          </p:nvPr>
        </p:nvSpPr>
        <p:spPr bwMode="gray">
          <a:xfrm>
            <a:off x="7303170" y="1106244"/>
            <a:ext cx="2095200" cy="2876400"/>
          </a:xfrm>
          <a:prstGeom prst="roundRect">
            <a:avLst>
              <a:gd name="adj" fmla="val 7575"/>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40" name="Subhead 3">
            <a:extLst>
              <a:ext uri="{FF2B5EF4-FFF2-40B4-BE49-F238E27FC236}">
                <a16:creationId xmlns:a16="http://schemas.microsoft.com/office/drawing/2014/main" id="{19CCED15-E16C-52B8-D959-6CDFBAB2BC36}"/>
              </a:ext>
            </a:extLst>
          </p:cNvPr>
          <p:cNvSpPr>
            <a:spLocks noGrp="1"/>
          </p:cNvSpPr>
          <p:nvPr>
            <p:ph type="body" idx="37" hasCustomPrompt="1"/>
          </p:nvPr>
        </p:nvSpPr>
        <p:spPr>
          <a:xfrm>
            <a:off x="7290631"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err="1"/>
              <a:t>Firstname</a:t>
            </a:r>
            <a:r>
              <a:rPr lang="en-US" noProof="0"/>
              <a:t> </a:t>
            </a:r>
            <a:br>
              <a:rPr lang="en-US" noProof="0"/>
            </a:br>
            <a:r>
              <a:rPr lang="en-US" noProof="0" err="1"/>
              <a:t>Lastname</a:t>
            </a:r>
            <a:endParaRPr lang="en-US" noProof="0"/>
          </a:p>
        </p:txBody>
      </p:sp>
      <p:sp>
        <p:nvSpPr>
          <p:cNvPr id="41" name="Overview 3">
            <a:extLst>
              <a:ext uri="{FF2B5EF4-FFF2-40B4-BE49-F238E27FC236}">
                <a16:creationId xmlns:a16="http://schemas.microsoft.com/office/drawing/2014/main" id="{3679B495-B9DF-A4FB-6A13-A2C3377AB7F2}"/>
              </a:ext>
            </a:extLst>
          </p:cNvPr>
          <p:cNvSpPr>
            <a:spLocks noGrp="1"/>
          </p:cNvSpPr>
          <p:nvPr>
            <p:ph type="body" sz="quarter" idx="38" hasCustomPrompt="1"/>
          </p:nvPr>
        </p:nvSpPr>
        <p:spPr>
          <a:xfrm>
            <a:off x="7290631"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42" name="Text 3">
            <a:extLst>
              <a:ext uri="{FF2B5EF4-FFF2-40B4-BE49-F238E27FC236}">
                <a16:creationId xmlns:a16="http://schemas.microsoft.com/office/drawing/2014/main" id="{4C6407FB-88B8-767C-474A-9FA4AF59B9B9}"/>
              </a:ext>
            </a:extLst>
          </p:cNvPr>
          <p:cNvSpPr>
            <a:spLocks noGrp="1"/>
          </p:cNvSpPr>
          <p:nvPr>
            <p:ph type="body" sz="quarter" idx="39" hasCustomPrompt="1"/>
          </p:nvPr>
        </p:nvSpPr>
        <p:spPr>
          <a:xfrm>
            <a:off x="7290631"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sp>
        <p:nvSpPr>
          <p:cNvPr id="32" name="Picture 4">
            <a:extLst>
              <a:ext uri="{FF2B5EF4-FFF2-40B4-BE49-F238E27FC236}">
                <a16:creationId xmlns:a16="http://schemas.microsoft.com/office/drawing/2014/main" id="{8208AA10-657F-1B30-B765-B4F980FADCFA}"/>
              </a:ext>
              <a:ext uri="{C183D7F6-B498-43B3-948B-1728B52AA6E4}">
                <adec:decorative xmlns:adec="http://schemas.microsoft.com/office/drawing/2017/decorative" val="1"/>
              </a:ext>
            </a:extLst>
          </p:cNvPr>
          <p:cNvSpPr>
            <a:spLocks noGrp="1"/>
          </p:cNvSpPr>
          <p:nvPr>
            <p:ph type="pic" sz="quarter" idx="31" hasCustomPrompt="1"/>
          </p:nvPr>
        </p:nvSpPr>
        <p:spPr bwMode="gray">
          <a:xfrm>
            <a:off x="9552288" y="1106244"/>
            <a:ext cx="2095200" cy="2876400"/>
          </a:xfrm>
          <a:prstGeom prst="roundRect">
            <a:avLst>
              <a:gd name="adj" fmla="val 8029"/>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43" name="Subhead 4">
            <a:extLst>
              <a:ext uri="{FF2B5EF4-FFF2-40B4-BE49-F238E27FC236}">
                <a16:creationId xmlns:a16="http://schemas.microsoft.com/office/drawing/2014/main" id="{629CBC16-DFEC-9D43-DD1E-ED8F09DE87B0}"/>
              </a:ext>
            </a:extLst>
          </p:cNvPr>
          <p:cNvSpPr>
            <a:spLocks noGrp="1"/>
          </p:cNvSpPr>
          <p:nvPr>
            <p:ph type="body" idx="40" hasCustomPrompt="1"/>
          </p:nvPr>
        </p:nvSpPr>
        <p:spPr>
          <a:xfrm>
            <a:off x="9539749"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err="1"/>
              <a:t>Firstname</a:t>
            </a:r>
            <a:r>
              <a:rPr lang="en-US" noProof="0" dirty="0"/>
              <a:t> </a:t>
            </a:r>
            <a:br>
              <a:rPr lang="en-US" noProof="0" dirty="0"/>
            </a:br>
            <a:r>
              <a:rPr lang="en-US" noProof="0" dirty="0"/>
              <a:t>Lastname</a:t>
            </a:r>
          </a:p>
        </p:txBody>
      </p:sp>
      <p:sp>
        <p:nvSpPr>
          <p:cNvPr id="44" name="Overview 4">
            <a:extLst>
              <a:ext uri="{FF2B5EF4-FFF2-40B4-BE49-F238E27FC236}">
                <a16:creationId xmlns:a16="http://schemas.microsoft.com/office/drawing/2014/main" id="{B1D9EFEF-914A-19D1-0B76-7C3D99E74919}"/>
              </a:ext>
            </a:extLst>
          </p:cNvPr>
          <p:cNvSpPr>
            <a:spLocks noGrp="1"/>
          </p:cNvSpPr>
          <p:nvPr>
            <p:ph type="body" sz="quarter" idx="41" hasCustomPrompt="1"/>
          </p:nvPr>
        </p:nvSpPr>
        <p:spPr>
          <a:xfrm>
            <a:off x="9539749"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45" name="Text 4">
            <a:extLst>
              <a:ext uri="{FF2B5EF4-FFF2-40B4-BE49-F238E27FC236}">
                <a16:creationId xmlns:a16="http://schemas.microsoft.com/office/drawing/2014/main" id="{24F6D455-7576-59A9-DB1B-93667C91A436}"/>
              </a:ext>
            </a:extLst>
          </p:cNvPr>
          <p:cNvSpPr>
            <a:spLocks noGrp="1"/>
          </p:cNvSpPr>
          <p:nvPr>
            <p:ph type="body" sz="quarter" idx="42" hasCustomPrompt="1"/>
          </p:nvPr>
        </p:nvSpPr>
        <p:spPr>
          <a:xfrm>
            <a:off x="9539749"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pic>
        <p:nvPicPr>
          <p:cNvPr id="6" name="Pearson Logo" descr="Pearson Logo">
            <a:extLst>
              <a:ext uri="{FF2B5EF4-FFF2-40B4-BE49-F238E27FC236}">
                <a16:creationId xmlns:a16="http://schemas.microsoft.com/office/drawing/2014/main" id="{FB1ABAF1-6879-6921-DA54-ECEB33C21FEE}"/>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5450595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am Profile x8">
    <p:bg bwMode="gray">
      <p:bgPr>
        <a:solidFill>
          <a:srgbClr val="EDECF6"/>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1063617"/>
            <a:ext cx="1866011" cy="1833227"/>
          </a:xfrm>
        </p:spPr>
        <p:txBody>
          <a:bodyPr/>
          <a:lstStyle>
            <a:lvl1pPr>
              <a:defRPr>
                <a:latin typeface="+mj-lt"/>
              </a:defRPr>
            </a:lvl1pPr>
          </a:lstStyle>
          <a:p>
            <a:r>
              <a:rPr lang="en-US" noProof="0" dirty="0"/>
              <a:t>Place headline here</a:t>
            </a:r>
          </a:p>
        </p:txBody>
      </p:sp>
      <p:sp>
        <p:nvSpPr>
          <p:cNvPr id="38" name="Picture 1">
            <a:extLst>
              <a:ext uri="{FF2B5EF4-FFF2-40B4-BE49-F238E27FC236}">
                <a16:creationId xmlns:a16="http://schemas.microsoft.com/office/drawing/2014/main" id="{FCF693CB-E459-9B7A-F91D-503E1C9FD99E}"/>
              </a:ext>
              <a:ext uri="{C183D7F6-B498-43B3-948B-1728B52AA6E4}">
                <adec:decorative xmlns:adec="http://schemas.microsoft.com/office/drawing/2017/decorative" val="1"/>
              </a:ext>
            </a:extLst>
          </p:cNvPr>
          <p:cNvSpPr>
            <a:spLocks noGrp="1"/>
          </p:cNvSpPr>
          <p:nvPr>
            <p:ph type="pic" sz="quarter" idx="28" hasCustomPrompt="1"/>
          </p:nvPr>
        </p:nvSpPr>
        <p:spPr bwMode="gray">
          <a:xfrm>
            <a:off x="2798064" y="1099650"/>
            <a:ext cx="1125036" cy="1220400"/>
          </a:xfrm>
          <a:prstGeom prst="roundRect">
            <a:avLst>
              <a:gd name="adj" fmla="val 17090"/>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48" name="Subhead 1">
            <a:extLst>
              <a:ext uri="{FF2B5EF4-FFF2-40B4-BE49-F238E27FC236}">
                <a16:creationId xmlns:a16="http://schemas.microsoft.com/office/drawing/2014/main" id="{8782D13E-BBE8-7D50-5CAB-42A4CC72ED7A}"/>
              </a:ext>
            </a:extLst>
          </p:cNvPr>
          <p:cNvSpPr>
            <a:spLocks noGrp="1"/>
          </p:cNvSpPr>
          <p:nvPr>
            <p:ph type="body" idx="1" hasCustomPrompt="1"/>
          </p:nvPr>
        </p:nvSpPr>
        <p:spPr>
          <a:xfrm>
            <a:off x="27980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err="1"/>
              <a:t>Firstname</a:t>
            </a:r>
            <a:r>
              <a:rPr lang="en-US" noProof="0" dirty="0"/>
              <a:t> </a:t>
            </a:r>
            <a:br>
              <a:rPr lang="en-US" noProof="0" dirty="0"/>
            </a:br>
            <a:r>
              <a:rPr lang="en-US" noProof="0" dirty="0"/>
              <a:t>Lastname</a:t>
            </a:r>
          </a:p>
        </p:txBody>
      </p:sp>
      <p:sp>
        <p:nvSpPr>
          <p:cNvPr id="49" name="Text 1">
            <a:extLst>
              <a:ext uri="{FF2B5EF4-FFF2-40B4-BE49-F238E27FC236}">
                <a16:creationId xmlns:a16="http://schemas.microsoft.com/office/drawing/2014/main" id="{1DB3E539-A488-DFA0-3234-6B510937093E}"/>
              </a:ext>
            </a:extLst>
          </p:cNvPr>
          <p:cNvSpPr>
            <a:spLocks noGrp="1"/>
          </p:cNvSpPr>
          <p:nvPr>
            <p:ph type="body" sz="quarter" idx="38" hasCustomPrompt="1"/>
          </p:nvPr>
        </p:nvSpPr>
        <p:spPr>
          <a:xfrm>
            <a:off x="27980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Place role, location, or </a:t>
            </a:r>
            <a:br>
              <a:rPr lang="en-US" noProof="0" dirty="0"/>
            </a:br>
            <a:r>
              <a:rPr lang="en-US" noProof="0" dirty="0"/>
              <a:t>short bio here</a:t>
            </a:r>
          </a:p>
        </p:txBody>
      </p:sp>
      <p:sp>
        <p:nvSpPr>
          <p:cNvPr id="39" name="Picture 2">
            <a:extLst>
              <a:ext uri="{FF2B5EF4-FFF2-40B4-BE49-F238E27FC236}">
                <a16:creationId xmlns:a16="http://schemas.microsoft.com/office/drawing/2014/main" id="{796EF7E4-4E29-6544-7C51-8C7C7C47D2DC}"/>
              </a:ext>
              <a:ext uri="{C183D7F6-B498-43B3-948B-1728B52AA6E4}">
                <adec:decorative xmlns:adec="http://schemas.microsoft.com/office/drawing/2017/decorative" val="1"/>
              </a:ext>
            </a:extLst>
          </p:cNvPr>
          <p:cNvSpPr>
            <a:spLocks noGrp="1"/>
          </p:cNvSpPr>
          <p:nvPr>
            <p:ph type="pic" sz="quarter" idx="29" hasCustomPrompt="1"/>
          </p:nvPr>
        </p:nvSpPr>
        <p:spPr bwMode="gray">
          <a:xfrm>
            <a:off x="5047164" y="109965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50" name="Subhead 2">
            <a:extLst>
              <a:ext uri="{FF2B5EF4-FFF2-40B4-BE49-F238E27FC236}">
                <a16:creationId xmlns:a16="http://schemas.microsoft.com/office/drawing/2014/main" id="{2374176A-4506-A083-9E73-6413559969C8}"/>
              </a:ext>
            </a:extLst>
          </p:cNvPr>
          <p:cNvSpPr>
            <a:spLocks noGrp="1"/>
          </p:cNvSpPr>
          <p:nvPr>
            <p:ph type="body" idx="39" hasCustomPrompt="1"/>
          </p:nvPr>
        </p:nvSpPr>
        <p:spPr>
          <a:xfrm>
            <a:off x="50471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51" name="Text 2">
            <a:extLst>
              <a:ext uri="{FF2B5EF4-FFF2-40B4-BE49-F238E27FC236}">
                <a16:creationId xmlns:a16="http://schemas.microsoft.com/office/drawing/2014/main" id="{44101478-50BE-FE23-7259-B937FEF837DE}"/>
              </a:ext>
            </a:extLst>
          </p:cNvPr>
          <p:cNvSpPr>
            <a:spLocks noGrp="1"/>
          </p:cNvSpPr>
          <p:nvPr>
            <p:ph type="body" sz="quarter" idx="40" hasCustomPrompt="1"/>
          </p:nvPr>
        </p:nvSpPr>
        <p:spPr>
          <a:xfrm>
            <a:off x="50471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40" name="Picture 3">
            <a:extLst>
              <a:ext uri="{FF2B5EF4-FFF2-40B4-BE49-F238E27FC236}">
                <a16:creationId xmlns:a16="http://schemas.microsoft.com/office/drawing/2014/main" id="{EEBE60E6-201D-1814-0335-D04BBCE8DB0F}"/>
              </a:ext>
              <a:ext uri="{C183D7F6-B498-43B3-948B-1728B52AA6E4}">
                <adec:decorative xmlns:adec="http://schemas.microsoft.com/office/drawing/2017/decorative" val="1"/>
              </a:ext>
            </a:extLst>
          </p:cNvPr>
          <p:cNvSpPr>
            <a:spLocks noGrp="1"/>
          </p:cNvSpPr>
          <p:nvPr>
            <p:ph type="pic" sz="quarter" idx="30" hasCustomPrompt="1"/>
          </p:nvPr>
        </p:nvSpPr>
        <p:spPr bwMode="gray">
          <a:xfrm>
            <a:off x="7296264" y="109965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52" name="Subhead 3">
            <a:extLst>
              <a:ext uri="{FF2B5EF4-FFF2-40B4-BE49-F238E27FC236}">
                <a16:creationId xmlns:a16="http://schemas.microsoft.com/office/drawing/2014/main" id="{E33E2AA9-7545-EB38-FDBF-C788B588FF1C}"/>
              </a:ext>
            </a:extLst>
          </p:cNvPr>
          <p:cNvSpPr>
            <a:spLocks noGrp="1"/>
          </p:cNvSpPr>
          <p:nvPr>
            <p:ph type="body" idx="41" hasCustomPrompt="1"/>
          </p:nvPr>
        </p:nvSpPr>
        <p:spPr>
          <a:xfrm>
            <a:off x="72962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53" name="Text 3">
            <a:extLst>
              <a:ext uri="{FF2B5EF4-FFF2-40B4-BE49-F238E27FC236}">
                <a16:creationId xmlns:a16="http://schemas.microsoft.com/office/drawing/2014/main" id="{0B365463-B278-57EE-FF03-197D34036D2C}"/>
              </a:ext>
            </a:extLst>
          </p:cNvPr>
          <p:cNvSpPr>
            <a:spLocks noGrp="1"/>
          </p:cNvSpPr>
          <p:nvPr>
            <p:ph type="body" sz="quarter" idx="42" hasCustomPrompt="1"/>
          </p:nvPr>
        </p:nvSpPr>
        <p:spPr>
          <a:xfrm>
            <a:off x="72962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41" name="Picture 4">
            <a:extLst>
              <a:ext uri="{FF2B5EF4-FFF2-40B4-BE49-F238E27FC236}">
                <a16:creationId xmlns:a16="http://schemas.microsoft.com/office/drawing/2014/main" id="{7FDBC0CE-62C2-F3A5-CDE0-2E459C85FFEB}"/>
              </a:ext>
              <a:ext uri="{C183D7F6-B498-43B3-948B-1728B52AA6E4}">
                <adec:decorative xmlns:adec="http://schemas.microsoft.com/office/drawing/2017/decorative" val="1"/>
              </a:ext>
            </a:extLst>
          </p:cNvPr>
          <p:cNvSpPr>
            <a:spLocks noGrp="1"/>
          </p:cNvSpPr>
          <p:nvPr>
            <p:ph type="pic" sz="quarter" idx="31" hasCustomPrompt="1"/>
          </p:nvPr>
        </p:nvSpPr>
        <p:spPr bwMode="gray">
          <a:xfrm>
            <a:off x="9545364" y="109965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a:t>Profile picture</a:t>
            </a:r>
          </a:p>
        </p:txBody>
      </p:sp>
      <p:sp>
        <p:nvSpPr>
          <p:cNvPr id="54" name="Subhead 4">
            <a:extLst>
              <a:ext uri="{FF2B5EF4-FFF2-40B4-BE49-F238E27FC236}">
                <a16:creationId xmlns:a16="http://schemas.microsoft.com/office/drawing/2014/main" id="{28840558-A4A2-38C6-A290-FA8533AAA7B1}"/>
              </a:ext>
            </a:extLst>
          </p:cNvPr>
          <p:cNvSpPr>
            <a:spLocks noGrp="1"/>
          </p:cNvSpPr>
          <p:nvPr>
            <p:ph type="body" idx="43" hasCustomPrompt="1"/>
          </p:nvPr>
        </p:nvSpPr>
        <p:spPr>
          <a:xfrm>
            <a:off x="95453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55" name="Text 4">
            <a:extLst>
              <a:ext uri="{FF2B5EF4-FFF2-40B4-BE49-F238E27FC236}">
                <a16:creationId xmlns:a16="http://schemas.microsoft.com/office/drawing/2014/main" id="{ED0EACE9-8691-278F-25D8-2C1CB9196B9D}"/>
              </a:ext>
            </a:extLst>
          </p:cNvPr>
          <p:cNvSpPr>
            <a:spLocks noGrp="1"/>
          </p:cNvSpPr>
          <p:nvPr>
            <p:ph type="body" sz="quarter" idx="44" hasCustomPrompt="1"/>
          </p:nvPr>
        </p:nvSpPr>
        <p:spPr>
          <a:xfrm>
            <a:off x="95453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Place role, location, or </a:t>
            </a:r>
            <a:br>
              <a:rPr lang="en-US" noProof="0" dirty="0"/>
            </a:br>
            <a:r>
              <a:rPr lang="en-US" noProof="0" dirty="0"/>
              <a:t>short bio here</a:t>
            </a:r>
          </a:p>
        </p:txBody>
      </p:sp>
      <p:sp>
        <p:nvSpPr>
          <p:cNvPr id="8" name="Picture 5">
            <a:extLst>
              <a:ext uri="{FF2B5EF4-FFF2-40B4-BE49-F238E27FC236}">
                <a16:creationId xmlns:a16="http://schemas.microsoft.com/office/drawing/2014/main" id="{E7272750-4C62-CD7F-A178-1D99840D9D71}"/>
              </a:ext>
              <a:ext uri="{C183D7F6-B498-43B3-948B-1728B52AA6E4}">
                <adec:decorative xmlns:adec="http://schemas.microsoft.com/office/drawing/2017/decorative" val="1"/>
              </a:ext>
            </a:extLst>
          </p:cNvPr>
          <p:cNvSpPr>
            <a:spLocks noGrp="1"/>
          </p:cNvSpPr>
          <p:nvPr>
            <p:ph type="pic" sz="quarter" idx="45" hasCustomPrompt="1"/>
          </p:nvPr>
        </p:nvSpPr>
        <p:spPr bwMode="gray">
          <a:xfrm>
            <a:off x="27980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2" name="Subhead 5">
            <a:extLst>
              <a:ext uri="{FF2B5EF4-FFF2-40B4-BE49-F238E27FC236}">
                <a16:creationId xmlns:a16="http://schemas.microsoft.com/office/drawing/2014/main" id="{29EC33A1-05CF-B665-6FBE-68B95609B91E}"/>
              </a:ext>
            </a:extLst>
          </p:cNvPr>
          <p:cNvSpPr>
            <a:spLocks noGrp="1"/>
          </p:cNvSpPr>
          <p:nvPr>
            <p:ph type="body" idx="49" hasCustomPrompt="1"/>
          </p:nvPr>
        </p:nvSpPr>
        <p:spPr>
          <a:xfrm>
            <a:off x="27980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err="1"/>
              <a:t>Firstname</a:t>
            </a:r>
            <a:r>
              <a:rPr lang="en-US" noProof="0" dirty="0"/>
              <a:t> </a:t>
            </a:r>
            <a:br>
              <a:rPr lang="en-US" noProof="0" dirty="0"/>
            </a:br>
            <a:r>
              <a:rPr lang="en-US" noProof="0" dirty="0"/>
              <a:t>Lastname</a:t>
            </a:r>
          </a:p>
        </p:txBody>
      </p:sp>
      <p:sp>
        <p:nvSpPr>
          <p:cNvPr id="13" name="Text 5">
            <a:extLst>
              <a:ext uri="{FF2B5EF4-FFF2-40B4-BE49-F238E27FC236}">
                <a16:creationId xmlns:a16="http://schemas.microsoft.com/office/drawing/2014/main" id="{480EA46A-54BB-1347-AD5A-3B170302743F}"/>
              </a:ext>
            </a:extLst>
          </p:cNvPr>
          <p:cNvSpPr>
            <a:spLocks noGrp="1"/>
          </p:cNvSpPr>
          <p:nvPr>
            <p:ph type="body" sz="quarter" idx="50" hasCustomPrompt="1"/>
          </p:nvPr>
        </p:nvSpPr>
        <p:spPr>
          <a:xfrm>
            <a:off x="27980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9" name="Picture 6">
            <a:extLst>
              <a:ext uri="{FF2B5EF4-FFF2-40B4-BE49-F238E27FC236}">
                <a16:creationId xmlns:a16="http://schemas.microsoft.com/office/drawing/2014/main" id="{6D5D84B0-90A5-2BFD-DA38-584737E597B6}"/>
              </a:ext>
              <a:ext uri="{C183D7F6-B498-43B3-948B-1728B52AA6E4}">
                <adec:decorative xmlns:adec="http://schemas.microsoft.com/office/drawing/2017/decorative" val="1"/>
              </a:ext>
            </a:extLst>
          </p:cNvPr>
          <p:cNvSpPr>
            <a:spLocks noGrp="1"/>
          </p:cNvSpPr>
          <p:nvPr>
            <p:ph type="pic" sz="quarter" idx="46" hasCustomPrompt="1"/>
          </p:nvPr>
        </p:nvSpPr>
        <p:spPr bwMode="gray">
          <a:xfrm>
            <a:off x="50471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4" name="Subhead 6">
            <a:extLst>
              <a:ext uri="{FF2B5EF4-FFF2-40B4-BE49-F238E27FC236}">
                <a16:creationId xmlns:a16="http://schemas.microsoft.com/office/drawing/2014/main" id="{A63AEA07-115C-CE79-CD19-48208249B682}"/>
              </a:ext>
            </a:extLst>
          </p:cNvPr>
          <p:cNvSpPr>
            <a:spLocks noGrp="1"/>
          </p:cNvSpPr>
          <p:nvPr>
            <p:ph type="body" idx="51" hasCustomPrompt="1"/>
          </p:nvPr>
        </p:nvSpPr>
        <p:spPr>
          <a:xfrm>
            <a:off x="50471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15" name="Text 6">
            <a:extLst>
              <a:ext uri="{FF2B5EF4-FFF2-40B4-BE49-F238E27FC236}">
                <a16:creationId xmlns:a16="http://schemas.microsoft.com/office/drawing/2014/main" id="{AF9FC4EE-65D2-3EA7-D40F-0513BAF3925D}"/>
              </a:ext>
            </a:extLst>
          </p:cNvPr>
          <p:cNvSpPr>
            <a:spLocks noGrp="1"/>
          </p:cNvSpPr>
          <p:nvPr>
            <p:ph type="body" sz="quarter" idx="52" hasCustomPrompt="1"/>
          </p:nvPr>
        </p:nvSpPr>
        <p:spPr>
          <a:xfrm>
            <a:off x="50471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10" name="Picture 7">
            <a:extLst>
              <a:ext uri="{FF2B5EF4-FFF2-40B4-BE49-F238E27FC236}">
                <a16:creationId xmlns:a16="http://schemas.microsoft.com/office/drawing/2014/main" id="{72D392DF-75DE-4A7B-7C0B-0E3E8FCB9070}"/>
              </a:ext>
              <a:ext uri="{C183D7F6-B498-43B3-948B-1728B52AA6E4}">
                <adec:decorative xmlns:adec="http://schemas.microsoft.com/office/drawing/2017/decorative" val="1"/>
              </a:ext>
            </a:extLst>
          </p:cNvPr>
          <p:cNvSpPr>
            <a:spLocks noGrp="1"/>
          </p:cNvSpPr>
          <p:nvPr>
            <p:ph type="pic" sz="quarter" idx="47" hasCustomPrompt="1"/>
          </p:nvPr>
        </p:nvSpPr>
        <p:spPr bwMode="gray">
          <a:xfrm>
            <a:off x="72962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6" name="Subhead 7">
            <a:extLst>
              <a:ext uri="{FF2B5EF4-FFF2-40B4-BE49-F238E27FC236}">
                <a16:creationId xmlns:a16="http://schemas.microsoft.com/office/drawing/2014/main" id="{D77DD3F2-A8EB-3314-6C6D-8F0C1C527063}"/>
              </a:ext>
            </a:extLst>
          </p:cNvPr>
          <p:cNvSpPr>
            <a:spLocks noGrp="1"/>
          </p:cNvSpPr>
          <p:nvPr>
            <p:ph type="body" idx="53" hasCustomPrompt="1"/>
          </p:nvPr>
        </p:nvSpPr>
        <p:spPr>
          <a:xfrm>
            <a:off x="72962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17" name="Text 7">
            <a:extLst>
              <a:ext uri="{FF2B5EF4-FFF2-40B4-BE49-F238E27FC236}">
                <a16:creationId xmlns:a16="http://schemas.microsoft.com/office/drawing/2014/main" id="{3A2879BE-C987-AABA-79A6-2A96C2F43A25}"/>
              </a:ext>
            </a:extLst>
          </p:cNvPr>
          <p:cNvSpPr>
            <a:spLocks noGrp="1"/>
          </p:cNvSpPr>
          <p:nvPr>
            <p:ph type="body" sz="quarter" idx="54" hasCustomPrompt="1"/>
          </p:nvPr>
        </p:nvSpPr>
        <p:spPr>
          <a:xfrm>
            <a:off x="72962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11" name="Picture 8">
            <a:extLst>
              <a:ext uri="{FF2B5EF4-FFF2-40B4-BE49-F238E27FC236}">
                <a16:creationId xmlns:a16="http://schemas.microsoft.com/office/drawing/2014/main" id="{8CCF67AF-DE7D-56DD-0861-DD37407262BF}"/>
              </a:ext>
              <a:ext uri="{C183D7F6-B498-43B3-948B-1728B52AA6E4}">
                <adec:decorative xmlns:adec="http://schemas.microsoft.com/office/drawing/2017/decorative" val="1"/>
              </a:ext>
            </a:extLst>
          </p:cNvPr>
          <p:cNvSpPr>
            <a:spLocks noGrp="1"/>
          </p:cNvSpPr>
          <p:nvPr>
            <p:ph type="pic" sz="quarter" idx="48" hasCustomPrompt="1"/>
          </p:nvPr>
        </p:nvSpPr>
        <p:spPr bwMode="gray">
          <a:xfrm>
            <a:off x="95453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8" name="Subhead 8">
            <a:extLst>
              <a:ext uri="{FF2B5EF4-FFF2-40B4-BE49-F238E27FC236}">
                <a16:creationId xmlns:a16="http://schemas.microsoft.com/office/drawing/2014/main" id="{9A66DEC6-788C-28B7-2C7A-B76C173BCF1F}"/>
              </a:ext>
            </a:extLst>
          </p:cNvPr>
          <p:cNvSpPr>
            <a:spLocks noGrp="1"/>
          </p:cNvSpPr>
          <p:nvPr>
            <p:ph type="body" idx="55" hasCustomPrompt="1"/>
          </p:nvPr>
        </p:nvSpPr>
        <p:spPr>
          <a:xfrm>
            <a:off x="95453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19" name="Text 8">
            <a:extLst>
              <a:ext uri="{FF2B5EF4-FFF2-40B4-BE49-F238E27FC236}">
                <a16:creationId xmlns:a16="http://schemas.microsoft.com/office/drawing/2014/main" id="{0D38B02E-DC1C-4ACD-EC17-B1CF5BF689F4}"/>
              </a:ext>
            </a:extLst>
          </p:cNvPr>
          <p:cNvSpPr>
            <a:spLocks noGrp="1"/>
          </p:cNvSpPr>
          <p:nvPr>
            <p:ph type="body" sz="quarter" idx="56" hasCustomPrompt="1"/>
          </p:nvPr>
        </p:nvSpPr>
        <p:spPr>
          <a:xfrm>
            <a:off x="95453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pic>
        <p:nvPicPr>
          <p:cNvPr id="3" name="Pearson Logo" descr="Pearson Logo">
            <a:extLst>
              <a:ext uri="{FF2B5EF4-FFF2-40B4-BE49-F238E27FC236}">
                <a16:creationId xmlns:a16="http://schemas.microsoft.com/office/drawing/2014/main" id="{68D4D646-23EA-5801-0B6D-1324B504B6FF}"/>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5636797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User Guide: Pictograms and Icons">
    <p:bg>
      <p:bgPr>
        <a:solidFill>
          <a:srgbClr val="0D004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88" name="Section">
            <a:extLst>
              <a:ext uri="{FF2B5EF4-FFF2-40B4-BE49-F238E27FC236}">
                <a16:creationId xmlns:a16="http://schemas.microsoft.com/office/drawing/2014/main" id="{EBA5F521-577F-6087-09CE-FB6C3058BD6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Pictograms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0" i="0" u="none" strike="noStrike" kern="1200" cap="none" spc="0" normalizeH="0" baseline="0" noProof="0" dirty="0" err="1">
                <a:ln>
                  <a:noFill/>
                </a:ln>
                <a:solidFill>
                  <a:srgbClr val="0D004D"/>
                </a:solidFill>
                <a:effectLst/>
                <a:uLnTx/>
                <a:uFillTx/>
                <a:latin typeface="+mj-lt"/>
                <a:ea typeface="+mj-ea"/>
                <a:cs typeface="Segoe UI" panose="020B0502040204020203" pitchFamily="34" charset="0"/>
              </a:rPr>
              <a:t>Darkmode</a:t>
            </a:r>
            <a:endParaRPr kumimoji="0" lang="en-US" sz="22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endParaRP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335911" cy="467995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b="0" noProof="0" dirty="0">
                <a:latin typeface="+mj-lt"/>
                <a:cs typeface="Segoe UI" panose="020B0502040204020203" pitchFamily="34" charset="0"/>
              </a:rPr>
              <a:t>While pictograms should be used in their original Purple colorway, they can also incorporate one of three accent colors, Amber, Turquoise and Fuchsia.</a:t>
            </a:r>
          </a:p>
          <a:p>
            <a:r>
              <a:rPr lang="en-GB" dirty="0">
                <a:solidFill>
                  <a:srgbClr val="0C004C"/>
                </a:solidFill>
                <a:effectLst/>
                <a:latin typeface="+mj-lt"/>
                <a:cs typeface="Segoe UI" panose="020B0502040204020203" pitchFamily="34" charset="0"/>
              </a:rPr>
              <a:t>Consider using pictograms with accent </a:t>
            </a:r>
            <a:r>
              <a:rPr lang="en-GB" dirty="0" err="1">
                <a:solidFill>
                  <a:srgbClr val="0C004C"/>
                </a:solidFill>
                <a:effectLst/>
                <a:latin typeface="+mj-lt"/>
                <a:cs typeface="Segoe UI" panose="020B0502040204020203" pitchFamily="34" charset="0"/>
              </a:rPr>
              <a:t>colors</a:t>
            </a:r>
            <a:r>
              <a:rPr lang="en-GB" dirty="0">
                <a:solidFill>
                  <a:srgbClr val="0C004C"/>
                </a:solidFill>
                <a:effectLst/>
                <a:latin typeface="+mj-lt"/>
                <a:cs typeface="Segoe UI" panose="020B0502040204020203" pitchFamily="34" charset="0"/>
              </a:rPr>
              <a:t> when: </a:t>
            </a:r>
          </a:p>
          <a:p>
            <a:pPr marL="171450" indent="-171450">
              <a:buFont typeface="Arial" panose="020B0604020202020204" pitchFamily="34" charset="0"/>
              <a:buChar char="•"/>
            </a:pPr>
            <a:r>
              <a:rPr lang="en-GB" dirty="0">
                <a:solidFill>
                  <a:srgbClr val="0C004C"/>
                </a:solidFill>
                <a:effectLst/>
                <a:latin typeface="+mj-lt"/>
                <a:cs typeface="Segoe UI" panose="020B0502040204020203" pitchFamily="34" charset="0"/>
              </a:rPr>
              <a:t>calling additional attention to one in a series </a:t>
            </a:r>
          </a:p>
          <a:p>
            <a:pPr marL="171450" indent="-171450">
              <a:buFont typeface="Arial" panose="020B0604020202020204" pitchFamily="34" charset="0"/>
              <a:buChar char="•"/>
            </a:pPr>
            <a:r>
              <a:rPr lang="en-GB" dirty="0">
                <a:solidFill>
                  <a:srgbClr val="0C004C"/>
                </a:solidFill>
                <a:effectLst/>
                <a:latin typeface="+mj-lt"/>
                <a:cs typeface="Segoe UI" panose="020B0502040204020203" pitchFamily="34" charset="0"/>
              </a:rPr>
              <a:t>complementing the </a:t>
            </a:r>
            <a:r>
              <a:rPr lang="en-GB" dirty="0" err="1">
                <a:solidFill>
                  <a:srgbClr val="0C004C"/>
                </a:solidFill>
                <a:effectLst/>
                <a:latin typeface="+mj-lt"/>
                <a:cs typeface="Segoe UI" panose="020B0502040204020203" pitchFamily="34" charset="0"/>
              </a:rPr>
              <a:t>color</a:t>
            </a:r>
            <a:r>
              <a:rPr lang="en-GB" dirty="0">
                <a:solidFill>
                  <a:srgbClr val="0C004C"/>
                </a:solidFill>
                <a:effectLst/>
                <a:latin typeface="+mj-lt"/>
                <a:cs typeface="Segoe UI" panose="020B0502040204020203" pitchFamily="34" charset="0"/>
              </a:rPr>
              <a:t> of a layout </a:t>
            </a:r>
          </a:p>
          <a:p>
            <a:pPr marL="171450" indent="-171450">
              <a:buFont typeface="Arial" panose="020B0604020202020204" pitchFamily="34" charset="0"/>
              <a:buChar char="•"/>
            </a:pPr>
            <a:r>
              <a:rPr lang="en-GB" dirty="0">
                <a:solidFill>
                  <a:srgbClr val="0C004C"/>
                </a:solidFill>
                <a:effectLst/>
                <a:latin typeface="+mj-lt"/>
                <a:cs typeface="Segoe UI" panose="020B0502040204020203" pitchFamily="34" charset="0"/>
              </a:rPr>
              <a:t>used as a large expressive illustration </a:t>
            </a:r>
          </a:p>
        </p:txBody>
      </p:sp>
      <p:grpSp>
        <p:nvGrpSpPr>
          <p:cNvPr id="3" name="Group 2" descr="pictograms with accent colors">
            <a:extLst>
              <a:ext uri="{FF2B5EF4-FFF2-40B4-BE49-F238E27FC236}">
                <a16:creationId xmlns:a16="http://schemas.microsoft.com/office/drawing/2014/main" id="{7C3C6516-0D1F-DE93-B519-0D14733AECE8}"/>
              </a:ext>
            </a:extLst>
          </p:cNvPr>
          <p:cNvGrpSpPr/>
          <p:nvPr userDrawn="1"/>
        </p:nvGrpSpPr>
        <p:grpSpPr>
          <a:xfrm>
            <a:off x="550164" y="4551619"/>
            <a:ext cx="2159747" cy="680781"/>
            <a:chOff x="550164" y="5125013"/>
            <a:chExt cx="2159747" cy="680781"/>
          </a:xfrm>
        </p:grpSpPr>
        <p:pic>
          <p:nvPicPr>
            <p:cNvPr id="7" name="Picture 6" descr="A colorful cube with purple and yellow squares&#10;&#10;AI-generated content may be incorrect.">
              <a:extLst>
                <a:ext uri="{FF2B5EF4-FFF2-40B4-BE49-F238E27FC236}">
                  <a16:creationId xmlns:a16="http://schemas.microsoft.com/office/drawing/2014/main" id="{310D9A04-0514-F3DF-3835-79964BDE787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164" y="5125013"/>
              <a:ext cx="680781" cy="680781"/>
            </a:xfrm>
            <a:prstGeom prst="rect">
              <a:avLst/>
            </a:prstGeom>
          </p:spPr>
        </p:pic>
        <p:pic>
          <p:nvPicPr>
            <p:cNvPr id="8" name="Picture 7">
              <a:extLst>
                <a:ext uri="{FF2B5EF4-FFF2-40B4-BE49-F238E27FC236}">
                  <a16:creationId xmlns:a16="http://schemas.microsoft.com/office/drawing/2014/main" id="{E6A36EFE-3215-5496-0828-DDC5F070DC32}"/>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289647" y="5125013"/>
              <a:ext cx="680781" cy="680781"/>
            </a:xfrm>
            <a:prstGeom prst="rect">
              <a:avLst/>
            </a:prstGeom>
          </p:spPr>
        </p:pic>
        <p:pic>
          <p:nvPicPr>
            <p:cNvPr id="9" name="Picture 8">
              <a:extLst>
                <a:ext uri="{FF2B5EF4-FFF2-40B4-BE49-F238E27FC236}">
                  <a16:creationId xmlns:a16="http://schemas.microsoft.com/office/drawing/2014/main" id="{B1FB22F5-ED55-1BB7-72C0-203864AEF9FE}"/>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029130" y="5125013"/>
              <a:ext cx="680781" cy="680781"/>
            </a:xfrm>
            <a:prstGeom prst="rect">
              <a:avLst/>
            </a:prstGeom>
          </p:spPr>
        </p:pic>
      </p:grpSp>
      <p:pic>
        <p:nvPicPr>
          <p:cNvPr id="10" name="Picture 9" descr="A purple paper plane">
            <a:extLst>
              <a:ext uri="{FF2B5EF4-FFF2-40B4-BE49-F238E27FC236}">
                <a16:creationId xmlns:a16="http://schemas.microsoft.com/office/drawing/2014/main" id="{169DB5D7-A537-59D3-CAB1-52B43BB61C4C}"/>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653155" y="722826"/>
            <a:ext cx="840821" cy="840821"/>
          </a:xfrm>
          <a:prstGeom prst="rect">
            <a:avLst/>
          </a:prstGeom>
        </p:spPr>
      </p:pic>
      <p:pic>
        <p:nvPicPr>
          <p:cNvPr id="12" name="Picture 11" descr="A purple cube with white lines&#10;">
            <a:extLst>
              <a:ext uri="{FF2B5EF4-FFF2-40B4-BE49-F238E27FC236}">
                <a16:creationId xmlns:a16="http://schemas.microsoft.com/office/drawing/2014/main" id="{10D96894-A8CF-E764-4CF1-EBE546C8E9B0}"/>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4702209" y="722826"/>
            <a:ext cx="840821" cy="840821"/>
          </a:xfrm>
          <a:prstGeom prst="rect">
            <a:avLst/>
          </a:prstGeom>
        </p:spPr>
      </p:pic>
      <p:pic>
        <p:nvPicPr>
          <p:cNvPr id="13" name="Picture 12" descr="A purple square with a white arrow pointing up">
            <a:extLst>
              <a:ext uri="{FF2B5EF4-FFF2-40B4-BE49-F238E27FC236}">
                <a16:creationId xmlns:a16="http://schemas.microsoft.com/office/drawing/2014/main" id="{16252A5B-B67A-E5EC-F842-5D58DB580AAF}"/>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5751263" y="722826"/>
            <a:ext cx="840821" cy="840821"/>
          </a:xfrm>
          <a:prstGeom prst="rect">
            <a:avLst/>
          </a:prstGeom>
        </p:spPr>
      </p:pic>
      <p:pic>
        <p:nvPicPr>
          <p:cNvPr id="15" name="Picture 14" descr="A blue circles with white arrows">
            <a:extLst>
              <a:ext uri="{FF2B5EF4-FFF2-40B4-BE49-F238E27FC236}">
                <a16:creationId xmlns:a16="http://schemas.microsoft.com/office/drawing/2014/main" id="{DCD02F9A-81C9-66FA-33D6-1EC1154483F7}"/>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6800317" y="722826"/>
            <a:ext cx="840821" cy="840821"/>
          </a:xfrm>
          <a:prstGeom prst="rect">
            <a:avLst/>
          </a:prstGeom>
        </p:spPr>
      </p:pic>
      <p:pic>
        <p:nvPicPr>
          <p:cNvPr id="16" name="Picture 15" descr="A globe ">
            <a:extLst>
              <a:ext uri="{FF2B5EF4-FFF2-40B4-BE49-F238E27FC236}">
                <a16:creationId xmlns:a16="http://schemas.microsoft.com/office/drawing/2014/main" id="{F91D6D8C-3C38-6007-7E2C-757FBCC85483}"/>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7849371" y="722826"/>
            <a:ext cx="840821" cy="840821"/>
          </a:xfrm>
          <a:prstGeom prst="rect">
            <a:avLst/>
          </a:prstGeom>
        </p:spPr>
      </p:pic>
      <p:pic>
        <p:nvPicPr>
          <p:cNvPr id="17" name="Picture 16" descr="Stacked circles">
            <a:extLst>
              <a:ext uri="{FF2B5EF4-FFF2-40B4-BE49-F238E27FC236}">
                <a16:creationId xmlns:a16="http://schemas.microsoft.com/office/drawing/2014/main" id="{6A1222E4-DAF6-CD10-7522-6201ECEBE648}"/>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8898425" y="722826"/>
            <a:ext cx="840821" cy="840821"/>
          </a:xfrm>
          <a:prstGeom prst="rect">
            <a:avLst/>
          </a:prstGeom>
        </p:spPr>
      </p:pic>
      <p:pic>
        <p:nvPicPr>
          <p:cNvPr id="18" name="Picture 17" descr="A purple square with a white square&#10;">
            <a:extLst>
              <a:ext uri="{FF2B5EF4-FFF2-40B4-BE49-F238E27FC236}">
                <a16:creationId xmlns:a16="http://schemas.microsoft.com/office/drawing/2014/main" id="{44C14866-7BF0-007D-2608-DCB8954430FA}"/>
              </a:ext>
            </a:extLst>
          </p:cNvPr>
          <p:cNvPicPr>
            <a:picLocks noChangeAspect="1"/>
          </p:cNvPicPr>
          <p:nvPr userDrawn="1"/>
        </p:nvPicPr>
        <p:blipFill>
          <a:blip r:embed="rId11" cstate="screen">
            <a:extLst>
              <a:ext uri="{28A0092B-C50C-407E-A947-70E740481C1C}">
                <a14:useLocalDpi xmlns:a14="http://schemas.microsoft.com/office/drawing/2010/main"/>
              </a:ext>
            </a:extLst>
          </a:blip>
          <a:srcRect/>
          <a:stretch/>
        </p:blipFill>
        <p:spPr>
          <a:xfrm>
            <a:off x="9947479" y="722826"/>
            <a:ext cx="840821" cy="840821"/>
          </a:xfrm>
          <a:prstGeom prst="rect">
            <a:avLst/>
          </a:prstGeom>
        </p:spPr>
      </p:pic>
      <p:pic>
        <p:nvPicPr>
          <p:cNvPr id="19" name="Picture 18" descr="A purple circles with a white arrow&#10;">
            <a:extLst>
              <a:ext uri="{FF2B5EF4-FFF2-40B4-BE49-F238E27FC236}">
                <a16:creationId xmlns:a16="http://schemas.microsoft.com/office/drawing/2014/main" id="{1F1F4AF8-84CB-62AA-07E4-B788AAA0E34D}"/>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10996536" y="722826"/>
            <a:ext cx="840821" cy="840821"/>
          </a:xfrm>
          <a:prstGeom prst="rect">
            <a:avLst/>
          </a:prstGeom>
        </p:spPr>
      </p:pic>
      <p:pic>
        <p:nvPicPr>
          <p:cNvPr id="20" name="Picture 19" descr="A purple circle with a white circle in the middle">
            <a:extLst>
              <a:ext uri="{FF2B5EF4-FFF2-40B4-BE49-F238E27FC236}">
                <a16:creationId xmlns:a16="http://schemas.microsoft.com/office/drawing/2014/main" id="{917AF604-E6BB-6149-0D93-6E19B5DD428D}"/>
              </a:ext>
            </a:extLst>
          </p:cNvPr>
          <p:cNvPicPr>
            <a:picLocks noChangeAspect="1"/>
          </p:cNvPicPr>
          <p:nvPr userDrawn="1"/>
        </p:nvPicPr>
        <p:blipFill>
          <a:blip r:embed="rId13" cstate="screen">
            <a:extLst>
              <a:ext uri="{28A0092B-C50C-407E-A947-70E740481C1C}">
                <a14:useLocalDpi xmlns:a14="http://schemas.microsoft.com/office/drawing/2010/main"/>
              </a:ext>
            </a:extLst>
          </a:blip>
          <a:srcRect/>
          <a:stretch/>
        </p:blipFill>
        <p:spPr>
          <a:xfrm>
            <a:off x="3653155" y="1624884"/>
            <a:ext cx="840821" cy="840821"/>
          </a:xfrm>
          <a:prstGeom prst="rect">
            <a:avLst/>
          </a:prstGeom>
        </p:spPr>
      </p:pic>
      <p:pic>
        <p:nvPicPr>
          <p:cNvPr id="21" name="Picture 20" descr="A purple diamond with a white star&#10;">
            <a:extLst>
              <a:ext uri="{FF2B5EF4-FFF2-40B4-BE49-F238E27FC236}">
                <a16:creationId xmlns:a16="http://schemas.microsoft.com/office/drawing/2014/main" id="{B5BE04BC-6D8A-2B2E-57E2-74BD4BA7870A}"/>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p:blipFill>
        <p:spPr>
          <a:xfrm>
            <a:off x="4702209" y="1624884"/>
            <a:ext cx="840821" cy="840821"/>
          </a:xfrm>
          <a:prstGeom prst="rect">
            <a:avLst/>
          </a:prstGeom>
        </p:spPr>
      </p:pic>
      <p:pic>
        <p:nvPicPr>
          <p:cNvPr id="22" name="Picture 21" descr="A blue squares with a white arrow pointing up&#10;">
            <a:extLst>
              <a:ext uri="{FF2B5EF4-FFF2-40B4-BE49-F238E27FC236}">
                <a16:creationId xmlns:a16="http://schemas.microsoft.com/office/drawing/2014/main" id="{F370C221-EE21-1DE8-4A58-968A6934B05B}"/>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p:blipFill>
        <p:spPr>
          <a:xfrm>
            <a:off x="5751263" y="1624884"/>
            <a:ext cx="840821" cy="840821"/>
          </a:xfrm>
          <a:prstGeom prst="rect">
            <a:avLst/>
          </a:prstGeom>
        </p:spPr>
      </p:pic>
      <p:pic>
        <p:nvPicPr>
          <p:cNvPr id="23" name="Picture 22" descr="A purple and white logo&#10;">
            <a:extLst>
              <a:ext uri="{FF2B5EF4-FFF2-40B4-BE49-F238E27FC236}">
                <a16:creationId xmlns:a16="http://schemas.microsoft.com/office/drawing/2014/main" id="{705C76E5-1942-2587-A4AB-60F50D4E066C}"/>
              </a:ext>
            </a:extLst>
          </p:cNvPr>
          <p:cNvPicPr>
            <a:picLocks noChangeAspect="1"/>
          </p:cNvPicPr>
          <p:nvPr userDrawn="1"/>
        </p:nvPicPr>
        <p:blipFill>
          <a:blip r:embed="rId16" cstate="screen">
            <a:extLst>
              <a:ext uri="{28A0092B-C50C-407E-A947-70E740481C1C}">
                <a14:useLocalDpi xmlns:a14="http://schemas.microsoft.com/office/drawing/2010/main"/>
              </a:ext>
            </a:extLst>
          </a:blip>
          <a:srcRect/>
          <a:stretch/>
        </p:blipFill>
        <p:spPr>
          <a:xfrm>
            <a:off x="6800317" y="1624884"/>
            <a:ext cx="840821" cy="840821"/>
          </a:xfrm>
          <a:prstGeom prst="rect">
            <a:avLst/>
          </a:prstGeom>
        </p:spPr>
      </p:pic>
      <p:pic>
        <p:nvPicPr>
          <p:cNvPr id="24" name="Picture 23" descr="A bright light in a circle">
            <a:extLst>
              <a:ext uri="{FF2B5EF4-FFF2-40B4-BE49-F238E27FC236}">
                <a16:creationId xmlns:a16="http://schemas.microsoft.com/office/drawing/2014/main" id="{DD56DC83-8ECA-B166-1F1B-13263BF3227B}"/>
              </a:ext>
            </a:extLst>
          </p:cNvPr>
          <p:cNvPicPr>
            <a:picLocks noChangeAspect="1"/>
          </p:cNvPicPr>
          <p:nvPr userDrawn="1"/>
        </p:nvPicPr>
        <p:blipFill>
          <a:blip r:embed="rId17" cstate="screen">
            <a:extLst>
              <a:ext uri="{28A0092B-C50C-407E-A947-70E740481C1C}">
                <a14:useLocalDpi xmlns:a14="http://schemas.microsoft.com/office/drawing/2010/main"/>
              </a:ext>
            </a:extLst>
          </a:blip>
          <a:srcRect/>
          <a:stretch/>
        </p:blipFill>
        <p:spPr>
          <a:xfrm>
            <a:off x="7849371" y="1624884"/>
            <a:ext cx="840821" cy="840821"/>
          </a:xfrm>
          <a:prstGeom prst="rect">
            <a:avLst/>
          </a:prstGeom>
        </p:spPr>
      </p:pic>
      <p:pic>
        <p:nvPicPr>
          <p:cNvPr id="25" name="Picture 24" descr="A purple head">
            <a:extLst>
              <a:ext uri="{FF2B5EF4-FFF2-40B4-BE49-F238E27FC236}">
                <a16:creationId xmlns:a16="http://schemas.microsoft.com/office/drawing/2014/main" id="{6EC712BE-E444-F580-E566-0B44F735D403}"/>
              </a:ext>
            </a:extLst>
          </p:cNvPr>
          <p:cNvPicPr>
            <a:picLocks noChangeAspect="1"/>
          </p:cNvPicPr>
          <p:nvPr userDrawn="1"/>
        </p:nvPicPr>
        <p:blipFill>
          <a:blip r:embed="rId18" cstate="screen">
            <a:extLst>
              <a:ext uri="{28A0092B-C50C-407E-A947-70E740481C1C}">
                <a14:useLocalDpi xmlns:a14="http://schemas.microsoft.com/office/drawing/2010/main"/>
              </a:ext>
            </a:extLst>
          </a:blip>
          <a:srcRect/>
          <a:stretch/>
        </p:blipFill>
        <p:spPr>
          <a:xfrm>
            <a:off x="8898425" y="1624884"/>
            <a:ext cx="840821" cy="840821"/>
          </a:xfrm>
          <a:prstGeom prst="rect">
            <a:avLst/>
          </a:prstGeom>
        </p:spPr>
      </p:pic>
      <p:pic>
        <p:nvPicPr>
          <p:cNvPr id="26" name="Picture 25" descr="A group of people in a row&#10;">
            <a:extLst>
              <a:ext uri="{FF2B5EF4-FFF2-40B4-BE49-F238E27FC236}">
                <a16:creationId xmlns:a16="http://schemas.microsoft.com/office/drawing/2014/main" id="{89C6D770-F731-BDCF-7333-74279EC1F8BE}"/>
              </a:ext>
            </a:extLst>
          </p:cNvPr>
          <p:cNvPicPr>
            <a:picLocks noChangeAspect="1"/>
          </p:cNvPicPr>
          <p:nvPr userDrawn="1"/>
        </p:nvPicPr>
        <p:blipFill>
          <a:blip r:embed="rId19" cstate="screen">
            <a:extLst>
              <a:ext uri="{28A0092B-C50C-407E-A947-70E740481C1C}">
                <a14:useLocalDpi xmlns:a14="http://schemas.microsoft.com/office/drawing/2010/main"/>
              </a:ext>
            </a:extLst>
          </a:blip>
          <a:srcRect/>
          <a:stretch/>
        </p:blipFill>
        <p:spPr>
          <a:xfrm>
            <a:off x="9947479" y="1624884"/>
            <a:ext cx="840821" cy="840821"/>
          </a:xfrm>
          <a:prstGeom prst="rect">
            <a:avLst/>
          </a:prstGeom>
        </p:spPr>
      </p:pic>
      <p:pic>
        <p:nvPicPr>
          <p:cNvPr id="27" name="Picture 26" descr="A purple circle with white arrow pointing up&#10;">
            <a:extLst>
              <a:ext uri="{FF2B5EF4-FFF2-40B4-BE49-F238E27FC236}">
                <a16:creationId xmlns:a16="http://schemas.microsoft.com/office/drawing/2014/main" id="{456C2B74-4E43-9DA4-9807-8F6129732934}"/>
              </a:ext>
            </a:extLst>
          </p:cNvPr>
          <p:cNvPicPr>
            <a:picLocks noChangeAspect="1"/>
          </p:cNvPicPr>
          <p:nvPr userDrawn="1"/>
        </p:nvPicPr>
        <p:blipFill>
          <a:blip r:embed="rId20" cstate="screen">
            <a:extLst>
              <a:ext uri="{28A0092B-C50C-407E-A947-70E740481C1C}">
                <a14:useLocalDpi xmlns:a14="http://schemas.microsoft.com/office/drawing/2010/main"/>
              </a:ext>
            </a:extLst>
          </a:blip>
          <a:srcRect/>
          <a:stretch/>
        </p:blipFill>
        <p:spPr>
          <a:xfrm>
            <a:off x="10996536" y="1624884"/>
            <a:ext cx="840821" cy="840821"/>
          </a:xfrm>
          <a:prstGeom prst="rect">
            <a:avLst/>
          </a:prstGeom>
        </p:spPr>
      </p:pic>
      <p:pic>
        <p:nvPicPr>
          <p:cNvPr id="28" name="Picture 27" descr="Speech bubbles">
            <a:extLst>
              <a:ext uri="{FF2B5EF4-FFF2-40B4-BE49-F238E27FC236}">
                <a16:creationId xmlns:a16="http://schemas.microsoft.com/office/drawing/2014/main" id="{CCE81475-FEBB-9EE8-1855-024107B0F8FC}"/>
              </a:ext>
            </a:extLst>
          </p:cNvPr>
          <p:cNvPicPr>
            <a:picLocks noChangeAspect="1"/>
          </p:cNvPicPr>
          <p:nvPr userDrawn="1"/>
        </p:nvPicPr>
        <p:blipFill>
          <a:blip r:embed="rId21" cstate="screen">
            <a:extLst>
              <a:ext uri="{28A0092B-C50C-407E-A947-70E740481C1C}">
                <a14:useLocalDpi xmlns:a14="http://schemas.microsoft.com/office/drawing/2010/main"/>
              </a:ext>
            </a:extLst>
          </a:blip>
          <a:srcRect/>
          <a:stretch/>
        </p:blipFill>
        <p:spPr>
          <a:xfrm>
            <a:off x="3653155" y="2526942"/>
            <a:ext cx="840821" cy="840821"/>
          </a:xfrm>
          <a:prstGeom prst="rect">
            <a:avLst/>
          </a:prstGeom>
        </p:spPr>
      </p:pic>
      <p:pic>
        <p:nvPicPr>
          <p:cNvPr id="29" name="Picture 28" descr="A light bulb with lines coming out of it&#10;">
            <a:extLst>
              <a:ext uri="{FF2B5EF4-FFF2-40B4-BE49-F238E27FC236}">
                <a16:creationId xmlns:a16="http://schemas.microsoft.com/office/drawing/2014/main" id="{53F7685E-A60F-7F07-C240-992BD9F089F0}"/>
              </a:ext>
            </a:extLst>
          </p:cNvPr>
          <p:cNvPicPr>
            <a:picLocks noChangeAspect="1"/>
          </p:cNvPicPr>
          <p:nvPr userDrawn="1"/>
        </p:nvPicPr>
        <p:blipFill>
          <a:blip r:embed="rId22" cstate="screen">
            <a:extLst>
              <a:ext uri="{28A0092B-C50C-407E-A947-70E740481C1C}">
                <a14:useLocalDpi xmlns:a14="http://schemas.microsoft.com/office/drawing/2010/main"/>
              </a:ext>
            </a:extLst>
          </a:blip>
          <a:srcRect/>
          <a:stretch/>
        </p:blipFill>
        <p:spPr>
          <a:xfrm>
            <a:off x="4702209" y="2526942"/>
            <a:ext cx="840821" cy="840821"/>
          </a:xfrm>
          <a:prstGeom prst="rect">
            <a:avLst/>
          </a:prstGeom>
        </p:spPr>
      </p:pic>
      <p:pic>
        <p:nvPicPr>
          <p:cNvPr id="30" name="Picture 29" descr="A purple diamond">
            <a:extLst>
              <a:ext uri="{FF2B5EF4-FFF2-40B4-BE49-F238E27FC236}">
                <a16:creationId xmlns:a16="http://schemas.microsoft.com/office/drawing/2014/main" id="{D2F65CA9-4484-1FF6-2B22-F8FC4C8D7100}"/>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a:xfrm>
            <a:off x="5751263" y="2526942"/>
            <a:ext cx="840821" cy="840821"/>
          </a:xfrm>
          <a:prstGeom prst="rect">
            <a:avLst/>
          </a:prstGeom>
        </p:spPr>
      </p:pic>
      <p:pic>
        <p:nvPicPr>
          <p:cNvPr id="31" name="Picture 30" descr="A purple triangle with a flag on top&#10;">
            <a:extLst>
              <a:ext uri="{FF2B5EF4-FFF2-40B4-BE49-F238E27FC236}">
                <a16:creationId xmlns:a16="http://schemas.microsoft.com/office/drawing/2014/main" id="{588EC5A9-43F1-4D16-2820-AAAB0F83A6BF}"/>
              </a:ext>
            </a:extLst>
          </p:cNvPr>
          <p:cNvPicPr>
            <a:picLocks noChangeAspect="1"/>
          </p:cNvPicPr>
          <p:nvPr userDrawn="1"/>
        </p:nvPicPr>
        <p:blipFill>
          <a:blip r:embed="rId24" cstate="screen">
            <a:extLst>
              <a:ext uri="{28A0092B-C50C-407E-A947-70E740481C1C}">
                <a14:useLocalDpi xmlns:a14="http://schemas.microsoft.com/office/drawing/2010/main"/>
              </a:ext>
            </a:extLst>
          </a:blip>
          <a:srcRect/>
          <a:stretch/>
        </p:blipFill>
        <p:spPr>
          <a:xfrm>
            <a:off x="6800317" y="2526942"/>
            <a:ext cx="840821" cy="840821"/>
          </a:xfrm>
          <a:prstGeom prst="rect">
            <a:avLst/>
          </a:prstGeom>
        </p:spPr>
      </p:pic>
      <p:pic>
        <p:nvPicPr>
          <p:cNvPr id="32" name="Picture 31" descr="A purple eye with white dots&#10;">
            <a:extLst>
              <a:ext uri="{FF2B5EF4-FFF2-40B4-BE49-F238E27FC236}">
                <a16:creationId xmlns:a16="http://schemas.microsoft.com/office/drawing/2014/main" id="{22B13AED-A07E-42DC-F7CF-5B4F50B01EA1}"/>
              </a:ext>
            </a:extLst>
          </p:cNvPr>
          <p:cNvPicPr>
            <a:picLocks noChangeAspect="1"/>
          </p:cNvPicPr>
          <p:nvPr userDrawn="1"/>
        </p:nvPicPr>
        <p:blipFill>
          <a:blip r:embed="rId25" cstate="screen">
            <a:extLst>
              <a:ext uri="{28A0092B-C50C-407E-A947-70E740481C1C}">
                <a14:useLocalDpi xmlns:a14="http://schemas.microsoft.com/office/drawing/2010/main"/>
              </a:ext>
            </a:extLst>
          </a:blip>
          <a:srcRect/>
          <a:stretch/>
        </p:blipFill>
        <p:spPr>
          <a:xfrm>
            <a:off x="7849371" y="2526942"/>
            <a:ext cx="840821" cy="840821"/>
          </a:xfrm>
          <a:prstGeom prst="rect">
            <a:avLst/>
          </a:prstGeom>
        </p:spPr>
      </p:pic>
      <p:pic>
        <p:nvPicPr>
          <p:cNvPr id="33" name="Picture 32" descr="A purple briefcase with white arrow&#10;">
            <a:extLst>
              <a:ext uri="{FF2B5EF4-FFF2-40B4-BE49-F238E27FC236}">
                <a16:creationId xmlns:a16="http://schemas.microsoft.com/office/drawing/2014/main" id="{38514883-D515-0EE3-0DFA-A8771B6B0E6B}"/>
              </a:ext>
            </a:extLst>
          </p:cNvPr>
          <p:cNvPicPr>
            <a:picLocks noChangeAspect="1"/>
          </p:cNvPicPr>
          <p:nvPr userDrawn="1"/>
        </p:nvPicPr>
        <p:blipFill>
          <a:blip r:embed="rId26" cstate="screen">
            <a:extLst>
              <a:ext uri="{28A0092B-C50C-407E-A947-70E740481C1C}">
                <a14:useLocalDpi xmlns:a14="http://schemas.microsoft.com/office/drawing/2010/main"/>
              </a:ext>
            </a:extLst>
          </a:blip>
          <a:srcRect/>
          <a:stretch/>
        </p:blipFill>
        <p:spPr>
          <a:xfrm>
            <a:off x="9947479" y="2526942"/>
            <a:ext cx="840821" cy="840821"/>
          </a:xfrm>
          <a:prstGeom prst="rect">
            <a:avLst/>
          </a:prstGeom>
        </p:spPr>
      </p:pic>
      <p:pic>
        <p:nvPicPr>
          <p:cNvPr id="34" name="Picture 33" descr="A purple head with a chip in the middle&#10;">
            <a:extLst>
              <a:ext uri="{FF2B5EF4-FFF2-40B4-BE49-F238E27FC236}">
                <a16:creationId xmlns:a16="http://schemas.microsoft.com/office/drawing/2014/main" id="{B93BD8E7-F2AA-8F7A-29E3-1E606CDFCB8C}"/>
              </a:ext>
            </a:extLst>
          </p:cNvPr>
          <p:cNvPicPr>
            <a:picLocks noChangeAspect="1"/>
          </p:cNvPicPr>
          <p:nvPr userDrawn="1"/>
        </p:nvPicPr>
        <p:blipFill>
          <a:blip r:embed="rId27" cstate="screen">
            <a:extLst>
              <a:ext uri="{28A0092B-C50C-407E-A947-70E740481C1C}">
                <a14:useLocalDpi xmlns:a14="http://schemas.microsoft.com/office/drawing/2010/main"/>
              </a:ext>
            </a:extLst>
          </a:blip>
          <a:srcRect/>
          <a:stretch/>
        </p:blipFill>
        <p:spPr>
          <a:xfrm>
            <a:off x="10996536" y="2526942"/>
            <a:ext cx="840821" cy="840821"/>
          </a:xfrm>
          <a:prstGeom prst="rect">
            <a:avLst/>
          </a:prstGeom>
        </p:spPr>
      </p:pic>
      <p:pic>
        <p:nvPicPr>
          <p:cNvPr id="35" name="Picture 34" descr="A magnifying glass with a graph&#10;">
            <a:extLst>
              <a:ext uri="{FF2B5EF4-FFF2-40B4-BE49-F238E27FC236}">
                <a16:creationId xmlns:a16="http://schemas.microsoft.com/office/drawing/2014/main" id="{3ABE3EC7-5C13-EF97-BD3E-64D95B5BECF5}"/>
              </a:ext>
            </a:extLst>
          </p:cNvPr>
          <p:cNvPicPr>
            <a:picLocks noChangeAspect="1"/>
          </p:cNvPicPr>
          <p:nvPr userDrawn="1"/>
        </p:nvPicPr>
        <p:blipFill>
          <a:blip r:embed="rId28" cstate="screen">
            <a:extLst>
              <a:ext uri="{28A0092B-C50C-407E-A947-70E740481C1C}">
                <a14:useLocalDpi xmlns:a14="http://schemas.microsoft.com/office/drawing/2010/main"/>
              </a:ext>
            </a:extLst>
          </a:blip>
          <a:srcRect/>
          <a:stretch/>
        </p:blipFill>
        <p:spPr>
          <a:xfrm>
            <a:off x="8898425" y="2526942"/>
            <a:ext cx="840821" cy="840821"/>
          </a:xfrm>
          <a:prstGeom prst="rect">
            <a:avLst/>
          </a:prstGeom>
        </p:spPr>
      </p:pic>
      <p:pic>
        <p:nvPicPr>
          <p:cNvPr id="36" name="Picture 35" descr="A blue circle with a white tick in it&#10;">
            <a:extLst>
              <a:ext uri="{FF2B5EF4-FFF2-40B4-BE49-F238E27FC236}">
                <a16:creationId xmlns:a16="http://schemas.microsoft.com/office/drawing/2014/main" id="{59E95F6E-8295-81BA-5EBC-56CE8751259A}"/>
              </a:ext>
            </a:extLst>
          </p:cNvPr>
          <p:cNvPicPr>
            <a:picLocks noChangeAspect="1"/>
          </p:cNvPicPr>
          <p:nvPr userDrawn="1"/>
        </p:nvPicPr>
        <p:blipFill>
          <a:blip r:embed="rId29" cstate="screen">
            <a:extLst>
              <a:ext uri="{28A0092B-C50C-407E-A947-70E740481C1C}">
                <a14:useLocalDpi xmlns:a14="http://schemas.microsoft.com/office/drawing/2010/main"/>
              </a:ext>
            </a:extLst>
          </a:blip>
          <a:srcRect/>
          <a:stretch/>
        </p:blipFill>
        <p:spPr>
          <a:xfrm>
            <a:off x="3653155" y="3429000"/>
            <a:ext cx="840821" cy="840821"/>
          </a:xfrm>
          <a:prstGeom prst="rect">
            <a:avLst/>
          </a:prstGeom>
        </p:spPr>
      </p:pic>
      <p:pic>
        <p:nvPicPr>
          <p:cNvPr id="37" name="Picture 36" descr="A purple triangle and a white circle&#10;&#10;AI-generat">
            <a:extLst>
              <a:ext uri="{FF2B5EF4-FFF2-40B4-BE49-F238E27FC236}">
                <a16:creationId xmlns:a16="http://schemas.microsoft.com/office/drawing/2014/main" id="{FFEE593B-A589-3BC4-5EA8-72C3195CFF5C}"/>
              </a:ext>
            </a:extLst>
          </p:cNvPr>
          <p:cNvPicPr>
            <a:picLocks noChangeAspect="1"/>
          </p:cNvPicPr>
          <p:nvPr userDrawn="1"/>
        </p:nvPicPr>
        <p:blipFill>
          <a:blip r:embed="rId30" cstate="screen">
            <a:extLst>
              <a:ext uri="{28A0092B-C50C-407E-A947-70E740481C1C}">
                <a14:useLocalDpi xmlns:a14="http://schemas.microsoft.com/office/drawing/2010/main"/>
              </a:ext>
            </a:extLst>
          </a:blip>
          <a:srcRect/>
          <a:stretch/>
        </p:blipFill>
        <p:spPr>
          <a:xfrm>
            <a:off x="4702209" y="3429000"/>
            <a:ext cx="840821" cy="840821"/>
          </a:xfrm>
          <a:prstGeom prst="rect">
            <a:avLst/>
          </a:prstGeom>
        </p:spPr>
      </p:pic>
      <p:pic>
        <p:nvPicPr>
          <p:cNvPr id="38" name="Picture 37" descr="A purple and white tube&#10;">
            <a:extLst>
              <a:ext uri="{FF2B5EF4-FFF2-40B4-BE49-F238E27FC236}">
                <a16:creationId xmlns:a16="http://schemas.microsoft.com/office/drawing/2014/main" id="{775FCB67-94D5-310E-AD3B-3CBD40568921}"/>
              </a:ext>
            </a:extLst>
          </p:cNvPr>
          <p:cNvPicPr>
            <a:picLocks noChangeAspect="1"/>
          </p:cNvPicPr>
          <p:nvPr userDrawn="1"/>
        </p:nvPicPr>
        <p:blipFill>
          <a:blip r:embed="rId31" cstate="screen">
            <a:extLst>
              <a:ext uri="{28A0092B-C50C-407E-A947-70E740481C1C}">
                <a14:useLocalDpi xmlns:a14="http://schemas.microsoft.com/office/drawing/2010/main"/>
              </a:ext>
            </a:extLst>
          </a:blip>
          <a:srcRect/>
          <a:stretch/>
        </p:blipFill>
        <p:spPr>
          <a:xfrm>
            <a:off x="5751263" y="3429000"/>
            <a:ext cx="840821" cy="840821"/>
          </a:xfrm>
          <a:prstGeom prst="rect">
            <a:avLst/>
          </a:prstGeom>
        </p:spPr>
      </p:pic>
      <p:pic>
        <p:nvPicPr>
          <p:cNvPr id="39" name="Picture 38" descr="A purple circle with a white tick&#10;">
            <a:extLst>
              <a:ext uri="{FF2B5EF4-FFF2-40B4-BE49-F238E27FC236}">
                <a16:creationId xmlns:a16="http://schemas.microsoft.com/office/drawing/2014/main" id="{D6A64219-826E-0028-E3B2-CC7BA5D829AF}"/>
              </a:ext>
            </a:extLst>
          </p:cNvPr>
          <p:cNvPicPr>
            <a:picLocks noChangeAspect="1"/>
          </p:cNvPicPr>
          <p:nvPr userDrawn="1"/>
        </p:nvPicPr>
        <p:blipFill>
          <a:blip r:embed="rId32" cstate="screen">
            <a:extLst>
              <a:ext uri="{28A0092B-C50C-407E-A947-70E740481C1C}">
                <a14:useLocalDpi xmlns:a14="http://schemas.microsoft.com/office/drawing/2010/main"/>
              </a:ext>
            </a:extLst>
          </a:blip>
          <a:srcRect/>
          <a:stretch/>
        </p:blipFill>
        <p:spPr>
          <a:xfrm>
            <a:off x="6800317" y="3429000"/>
            <a:ext cx="840821" cy="840821"/>
          </a:xfrm>
          <a:prstGeom prst="rect">
            <a:avLst/>
          </a:prstGeom>
        </p:spPr>
      </p:pic>
      <p:pic>
        <p:nvPicPr>
          <p:cNvPr id="40" name="Picture 39" descr="A blue star with white lines&#10;">
            <a:extLst>
              <a:ext uri="{FF2B5EF4-FFF2-40B4-BE49-F238E27FC236}">
                <a16:creationId xmlns:a16="http://schemas.microsoft.com/office/drawing/2014/main" id="{524E8F65-7C01-4FB7-E0D5-AA4BEA035C6E}"/>
              </a:ext>
            </a:extLst>
          </p:cNvPr>
          <p:cNvPicPr>
            <a:picLocks noChangeAspect="1"/>
          </p:cNvPicPr>
          <p:nvPr userDrawn="1"/>
        </p:nvPicPr>
        <p:blipFill>
          <a:blip r:embed="rId33" cstate="screen">
            <a:extLst>
              <a:ext uri="{28A0092B-C50C-407E-A947-70E740481C1C}">
                <a14:useLocalDpi xmlns:a14="http://schemas.microsoft.com/office/drawing/2010/main"/>
              </a:ext>
            </a:extLst>
          </a:blip>
          <a:srcRect/>
          <a:stretch/>
        </p:blipFill>
        <p:spPr>
          <a:xfrm>
            <a:off x="7849371" y="3429000"/>
            <a:ext cx="840821" cy="840821"/>
          </a:xfrm>
          <a:prstGeom prst="rect">
            <a:avLst/>
          </a:prstGeom>
        </p:spPr>
      </p:pic>
      <p:pic>
        <p:nvPicPr>
          <p:cNvPr id="41" name="Picture 40" descr="A purple circle with a horizontal line">
            <a:extLst>
              <a:ext uri="{FF2B5EF4-FFF2-40B4-BE49-F238E27FC236}">
                <a16:creationId xmlns:a16="http://schemas.microsoft.com/office/drawing/2014/main" id="{9D724AD4-F851-25F4-E8F0-0A997FCA2C5F}"/>
              </a:ext>
            </a:extLst>
          </p:cNvPr>
          <p:cNvPicPr>
            <a:picLocks noChangeAspect="1"/>
          </p:cNvPicPr>
          <p:nvPr userDrawn="1"/>
        </p:nvPicPr>
        <p:blipFill>
          <a:blip r:embed="rId34" cstate="screen">
            <a:extLst>
              <a:ext uri="{28A0092B-C50C-407E-A947-70E740481C1C}">
                <a14:useLocalDpi xmlns:a14="http://schemas.microsoft.com/office/drawing/2010/main"/>
              </a:ext>
            </a:extLst>
          </a:blip>
          <a:srcRect/>
          <a:stretch/>
        </p:blipFill>
        <p:spPr>
          <a:xfrm>
            <a:off x="8898425" y="3429000"/>
            <a:ext cx="840821" cy="840821"/>
          </a:xfrm>
          <a:prstGeom prst="rect">
            <a:avLst/>
          </a:prstGeom>
        </p:spPr>
      </p:pic>
      <p:pic>
        <p:nvPicPr>
          <p:cNvPr id="42" name="Picture 41" descr="A cirle on inclined line in elevation">
            <a:extLst>
              <a:ext uri="{FF2B5EF4-FFF2-40B4-BE49-F238E27FC236}">
                <a16:creationId xmlns:a16="http://schemas.microsoft.com/office/drawing/2014/main" id="{AAB07C3E-AD6B-7CE0-42E4-AA6A0EE2AA6C}"/>
              </a:ext>
            </a:extLst>
          </p:cNvPr>
          <p:cNvPicPr>
            <a:picLocks noChangeAspect="1"/>
          </p:cNvPicPr>
          <p:nvPr userDrawn="1"/>
        </p:nvPicPr>
        <p:blipFill>
          <a:blip r:embed="rId35" cstate="screen">
            <a:extLst>
              <a:ext uri="{28A0092B-C50C-407E-A947-70E740481C1C}">
                <a14:useLocalDpi xmlns:a14="http://schemas.microsoft.com/office/drawing/2010/main"/>
              </a:ext>
            </a:extLst>
          </a:blip>
          <a:srcRect/>
          <a:stretch/>
        </p:blipFill>
        <p:spPr>
          <a:xfrm>
            <a:off x="9947479" y="3429000"/>
            <a:ext cx="840821" cy="840821"/>
          </a:xfrm>
          <a:prstGeom prst="rect">
            <a:avLst/>
          </a:prstGeom>
        </p:spPr>
      </p:pic>
      <p:pic>
        <p:nvPicPr>
          <p:cNvPr id="43" name="Picture 42" descr="A blue and white leaf&#10;">
            <a:extLst>
              <a:ext uri="{FF2B5EF4-FFF2-40B4-BE49-F238E27FC236}">
                <a16:creationId xmlns:a16="http://schemas.microsoft.com/office/drawing/2014/main" id="{5D3EC9C7-A5FF-CDD7-CA98-BD1FEAE82790}"/>
              </a:ext>
            </a:extLst>
          </p:cNvPr>
          <p:cNvPicPr>
            <a:picLocks noChangeAspect="1"/>
          </p:cNvPicPr>
          <p:nvPr userDrawn="1"/>
        </p:nvPicPr>
        <p:blipFill>
          <a:blip r:embed="rId36" cstate="screen">
            <a:extLst>
              <a:ext uri="{28A0092B-C50C-407E-A947-70E740481C1C}">
                <a14:useLocalDpi xmlns:a14="http://schemas.microsoft.com/office/drawing/2010/main"/>
              </a:ext>
            </a:extLst>
          </a:blip>
          <a:srcRect/>
          <a:stretch/>
        </p:blipFill>
        <p:spPr>
          <a:xfrm>
            <a:off x="10996536" y="3429000"/>
            <a:ext cx="840821" cy="840821"/>
          </a:xfrm>
          <a:prstGeom prst="rect">
            <a:avLst/>
          </a:prstGeom>
        </p:spPr>
      </p:pic>
      <p:pic>
        <p:nvPicPr>
          <p:cNvPr id="44" name="Picture 43" descr="4 circles with a square">
            <a:extLst>
              <a:ext uri="{FF2B5EF4-FFF2-40B4-BE49-F238E27FC236}">
                <a16:creationId xmlns:a16="http://schemas.microsoft.com/office/drawing/2014/main" id="{724C3709-E2FE-CF82-C6F9-72B333F814E0}"/>
              </a:ext>
            </a:extLst>
          </p:cNvPr>
          <p:cNvPicPr>
            <a:picLocks noChangeAspect="1"/>
          </p:cNvPicPr>
          <p:nvPr userDrawn="1"/>
        </p:nvPicPr>
        <p:blipFill>
          <a:blip r:embed="rId37" cstate="screen">
            <a:extLst>
              <a:ext uri="{28A0092B-C50C-407E-A947-70E740481C1C}">
                <a14:useLocalDpi xmlns:a14="http://schemas.microsoft.com/office/drawing/2010/main"/>
              </a:ext>
            </a:extLst>
          </a:blip>
          <a:srcRect/>
          <a:stretch/>
        </p:blipFill>
        <p:spPr>
          <a:xfrm>
            <a:off x="3653155" y="4331058"/>
            <a:ext cx="840821" cy="840821"/>
          </a:xfrm>
          <a:prstGeom prst="rect">
            <a:avLst/>
          </a:prstGeom>
        </p:spPr>
      </p:pic>
      <p:pic>
        <p:nvPicPr>
          <p:cNvPr id="45" name="Picture 44" descr="A building of institution&#10;">
            <a:extLst>
              <a:ext uri="{FF2B5EF4-FFF2-40B4-BE49-F238E27FC236}">
                <a16:creationId xmlns:a16="http://schemas.microsoft.com/office/drawing/2014/main" id="{3BDEC2C0-0B91-9DA3-360B-818B5E824BC6}"/>
              </a:ext>
            </a:extLst>
          </p:cNvPr>
          <p:cNvPicPr>
            <a:picLocks noChangeAspect="1"/>
          </p:cNvPicPr>
          <p:nvPr userDrawn="1"/>
        </p:nvPicPr>
        <p:blipFill>
          <a:blip r:embed="rId38" cstate="screen">
            <a:extLst>
              <a:ext uri="{28A0092B-C50C-407E-A947-70E740481C1C}">
                <a14:useLocalDpi xmlns:a14="http://schemas.microsoft.com/office/drawing/2010/main"/>
              </a:ext>
            </a:extLst>
          </a:blip>
          <a:srcRect/>
          <a:stretch/>
        </p:blipFill>
        <p:spPr>
          <a:xfrm>
            <a:off x="4702209" y="4331058"/>
            <a:ext cx="840821" cy="840821"/>
          </a:xfrm>
          <a:prstGeom prst="rect">
            <a:avLst/>
          </a:prstGeom>
        </p:spPr>
      </p:pic>
      <p:pic>
        <p:nvPicPr>
          <p:cNvPr id="46" name="Picture 45" descr="A building">
            <a:extLst>
              <a:ext uri="{FF2B5EF4-FFF2-40B4-BE49-F238E27FC236}">
                <a16:creationId xmlns:a16="http://schemas.microsoft.com/office/drawing/2014/main" id="{1C33CFA7-8B7F-3B62-35C7-F009E97CACE8}"/>
              </a:ext>
            </a:extLst>
          </p:cNvPr>
          <p:cNvPicPr>
            <a:picLocks noChangeAspect="1"/>
          </p:cNvPicPr>
          <p:nvPr userDrawn="1"/>
        </p:nvPicPr>
        <p:blipFill>
          <a:blip r:embed="rId39" cstate="screen">
            <a:extLst>
              <a:ext uri="{28A0092B-C50C-407E-A947-70E740481C1C}">
                <a14:useLocalDpi xmlns:a14="http://schemas.microsoft.com/office/drawing/2010/main"/>
              </a:ext>
            </a:extLst>
          </a:blip>
          <a:srcRect/>
          <a:stretch/>
        </p:blipFill>
        <p:spPr>
          <a:xfrm>
            <a:off x="5751263" y="4331058"/>
            <a:ext cx="840821" cy="840821"/>
          </a:xfrm>
          <a:prstGeom prst="rect">
            <a:avLst/>
          </a:prstGeom>
        </p:spPr>
      </p:pic>
      <p:pic>
        <p:nvPicPr>
          <p:cNvPr id="47" name="Picture 46" descr="A blue and white circle and triangle&#10;">
            <a:extLst>
              <a:ext uri="{FF2B5EF4-FFF2-40B4-BE49-F238E27FC236}">
                <a16:creationId xmlns:a16="http://schemas.microsoft.com/office/drawing/2014/main" id="{66B295D0-E0C1-D989-EC01-55A9DEA3D5C7}"/>
              </a:ext>
            </a:extLst>
          </p:cNvPr>
          <p:cNvPicPr>
            <a:picLocks noChangeAspect="1"/>
          </p:cNvPicPr>
          <p:nvPr userDrawn="1"/>
        </p:nvPicPr>
        <p:blipFill>
          <a:blip r:embed="rId40" cstate="screen">
            <a:extLst>
              <a:ext uri="{28A0092B-C50C-407E-A947-70E740481C1C}">
                <a14:useLocalDpi xmlns:a14="http://schemas.microsoft.com/office/drawing/2010/main"/>
              </a:ext>
            </a:extLst>
          </a:blip>
          <a:srcRect/>
          <a:stretch/>
        </p:blipFill>
        <p:spPr>
          <a:xfrm>
            <a:off x="6800317" y="4331058"/>
            <a:ext cx="840821" cy="840821"/>
          </a:xfrm>
          <a:prstGeom prst="rect">
            <a:avLst/>
          </a:prstGeom>
        </p:spPr>
      </p:pic>
      <p:pic>
        <p:nvPicPr>
          <p:cNvPr id="48" name="Picture 47" descr="A magnifying glass and a piece of paper">
            <a:extLst>
              <a:ext uri="{FF2B5EF4-FFF2-40B4-BE49-F238E27FC236}">
                <a16:creationId xmlns:a16="http://schemas.microsoft.com/office/drawing/2014/main" id="{6662CA20-3547-167E-C046-8FA17E2D2C36}"/>
              </a:ext>
            </a:extLst>
          </p:cNvPr>
          <p:cNvPicPr>
            <a:picLocks noChangeAspect="1"/>
          </p:cNvPicPr>
          <p:nvPr userDrawn="1"/>
        </p:nvPicPr>
        <p:blipFill>
          <a:blip r:embed="rId41" cstate="screen">
            <a:extLst>
              <a:ext uri="{28A0092B-C50C-407E-A947-70E740481C1C}">
                <a14:useLocalDpi xmlns:a14="http://schemas.microsoft.com/office/drawing/2010/main"/>
              </a:ext>
            </a:extLst>
          </a:blip>
          <a:srcRect/>
          <a:stretch/>
        </p:blipFill>
        <p:spPr>
          <a:xfrm>
            <a:off x="7849371" y="4331058"/>
            <a:ext cx="840821" cy="840821"/>
          </a:xfrm>
          <a:prstGeom prst="rect">
            <a:avLst/>
          </a:prstGeom>
        </p:spPr>
      </p:pic>
      <p:pic>
        <p:nvPicPr>
          <p:cNvPr id="49" name="Picture 48" descr="A white circle with a purple circle in the middle&#10;">
            <a:extLst>
              <a:ext uri="{FF2B5EF4-FFF2-40B4-BE49-F238E27FC236}">
                <a16:creationId xmlns:a16="http://schemas.microsoft.com/office/drawing/2014/main" id="{0A8C1679-C634-8374-A07C-87E60CA92092}"/>
              </a:ext>
            </a:extLst>
          </p:cNvPr>
          <p:cNvPicPr>
            <a:picLocks noChangeAspect="1"/>
          </p:cNvPicPr>
          <p:nvPr userDrawn="1"/>
        </p:nvPicPr>
        <p:blipFill>
          <a:blip r:embed="rId42" cstate="screen">
            <a:extLst>
              <a:ext uri="{28A0092B-C50C-407E-A947-70E740481C1C}">
                <a14:useLocalDpi xmlns:a14="http://schemas.microsoft.com/office/drawing/2010/main"/>
              </a:ext>
            </a:extLst>
          </a:blip>
          <a:srcRect/>
          <a:stretch/>
        </p:blipFill>
        <p:spPr>
          <a:xfrm>
            <a:off x="8898425" y="4331058"/>
            <a:ext cx="840821" cy="840821"/>
          </a:xfrm>
          <a:prstGeom prst="rect">
            <a:avLst/>
          </a:prstGeom>
        </p:spPr>
      </p:pic>
      <p:pic>
        <p:nvPicPr>
          <p:cNvPr id="50" name="Picture 49" descr="A diamond in a circle&#10;">
            <a:extLst>
              <a:ext uri="{FF2B5EF4-FFF2-40B4-BE49-F238E27FC236}">
                <a16:creationId xmlns:a16="http://schemas.microsoft.com/office/drawing/2014/main" id="{475B77B4-1C9A-C67F-4793-9C471957BA82}"/>
              </a:ext>
            </a:extLst>
          </p:cNvPr>
          <p:cNvPicPr>
            <a:picLocks noChangeAspect="1"/>
          </p:cNvPicPr>
          <p:nvPr userDrawn="1"/>
        </p:nvPicPr>
        <p:blipFill>
          <a:blip r:embed="rId43" cstate="screen">
            <a:extLst>
              <a:ext uri="{28A0092B-C50C-407E-A947-70E740481C1C}">
                <a14:useLocalDpi xmlns:a14="http://schemas.microsoft.com/office/drawing/2010/main"/>
              </a:ext>
            </a:extLst>
          </a:blip>
          <a:srcRect/>
          <a:stretch/>
        </p:blipFill>
        <p:spPr>
          <a:xfrm>
            <a:off x="9947479" y="4331058"/>
            <a:ext cx="840821" cy="840821"/>
          </a:xfrm>
          <a:prstGeom prst="rect">
            <a:avLst/>
          </a:prstGeom>
        </p:spPr>
      </p:pic>
      <p:pic>
        <p:nvPicPr>
          <p:cNvPr id="51" name="Picture 50" descr="Stacked circuit boards">
            <a:extLst>
              <a:ext uri="{FF2B5EF4-FFF2-40B4-BE49-F238E27FC236}">
                <a16:creationId xmlns:a16="http://schemas.microsoft.com/office/drawing/2014/main" id="{49C6E35F-9DF4-085F-89F2-A443A996AEF2}"/>
              </a:ext>
            </a:extLst>
          </p:cNvPr>
          <p:cNvPicPr>
            <a:picLocks noChangeAspect="1"/>
          </p:cNvPicPr>
          <p:nvPr userDrawn="1"/>
        </p:nvPicPr>
        <p:blipFill>
          <a:blip r:embed="rId44" cstate="screen">
            <a:extLst>
              <a:ext uri="{28A0092B-C50C-407E-A947-70E740481C1C}">
                <a14:useLocalDpi xmlns:a14="http://schemas.microsoft.com/office/drawing/2010/main"/>
              </a:ext>
            </a:extLst>
          </a:blip>
          <a:srcRect/>
          <a:stretch/>
        </p:blipFill>
        <p:spPr>
          <a:xfrm>
            <a:off x="10996536" y="4331058"/>
            <a:ext cx="840821" cy="840821"/>
          </a:xfrm>
          <a:prstGeom prst="rect">
            <a:avLst/>
          </a:prstGeom>
        </p:spPr>
      </p:pic>
      <p:pic>
        <p:nvPicPr>
          <p:cNvPr id="52" name="Picture 51" descr="A purple circle with arrows&#10;">
            <a:extLst>
              <a:ext uri="{FF2B5EF4-FFF2-40B4-BE49-F238E27FC236}">
                <a16:creationId xmlns:a16="http://schemas.microsoft.com/office/drawing/2014/main" id="{28ABBADF-2EEE-FCDF-578F-EF8DCEA8A6D8}"/>
              </a:ext>
            </a:extLst>
          </p:cNvPr>
          <p:cNvPicPr>
            <a:picLocks noChangeAspect="1"/>
          </p:cNvPicPr>
          <p:nvPr userDrawn="1"/>
        </p:nvPicPr>
        <p:blipFill>
          <a:blip r:embed="rId45" cstate="screen">
            <a:extLst>
              <a:ext uri="{28A0092B-C50C-407E-A947-70E740481C1C}">
                <a14:useLocalDpi xmlns:a14="http://schemas.microsoft.com/office/drawing/2010/main"/>
              </a:ext>
            </a:extLst>
          </a:blip>
          <a:srcRect/>
          <a:stretch/>
        </p:blipFill>
        <p:spPr>
          <a:xfrm>
            <a:off x="3653155" y="5233118"/>
            <a:ext cx="840821" cy="840821"/>
          </a:xfrm>
          <a:prstGeom prst="rect">
            <a:avLst/>
          </a:prstGeom>
        </p:spPr>
      </p:pic>
      <p:pic>
        <p:nvPicPr>
          <p:cNvPr id="53" name="Picture 52" descr="A circular arrows and circles&#10;">
            <a:extLst>
              <a:ext uri="{FF2B5EF4-FFF2-40B4-BE49-F238E27FC236}">
                <a16:creationId xmlns:a16="http://schemas.microsoft.com/office/drawing/2014/main" id="{448E86EF-F7F0-3486-6A21-806220E93A3F}"/>
              </a:ext>
            </a:extLst>
          </p:cNvPr>
          <p:cNvPicPr>
            <a:picLocks noChangeAspect="1"/>
          </p:cNvPicPr>
          <p:nvPr userDrawn="1"/>
        </p:nvPicPr>
        <p:blipFill>
          <a:blip r:embed="rId46" cstate="screen">
            <a:extLst>
              <a:ext uri="{28A0092B-C50C-407E-A947-70E740481C1C}">
                <a14:useLocalDpi xmlns:a14="http://schemas.microsoft.com/office/drawing/2010/main"/>
              </a:ext>
            </a:extLst>
          </a:blip>
          <a:srcRect/>
          <a:stretch/>
        </p:blipFill>
        <p:spPr>
          <a:xfrm>
            <a:off x="4702209" y="5233118"/>
            <a:ext cx="840821" cy="840821"/>
          </a:xfrm>
          <a:prstGeom prst="rect">
            <a:avLst/>
          </a:prstGeom>
        </p:spPr>
      </p:pic>
      <p:pic>
        <p:nvPicPr>
          <p:cNvPr id="54" name="Picture 53" descr="A blue and white square with a chess marker&#10;">
            <a:extLst>
              <a:ext uri="{FF2B5EF4-FFF2-40B4-BE49-F238E27FC236}">
                <a16:creationId xmlns:a16="http://schemas.microsoft.com/office/drawing/2014/main" id="{9122647F-C9D8-7F72-B2A8-454BC9AF2CA9}"/>
              </a:ext>
            </a:extLst>
          </p:cNvPr>
          <p:cNvPicPr>
            <a:picLocks noChangeAspect="1"/>
          </p:cNvPicPr>
          <p:nvPr userDrawn="1"/>
        </p:nvPicPr>
        <p:blipFill>
          <a:blip r:embed="rId47" cstate="screen">
            <a:extLst>
              <a:ext uri="{28A0092B-C50C-407E-A947-70E740481C1C}">
                <a14:useLocalDpi xmlns:a14="http://schemas.microsoft.com/office/drawing/2010/main"/>
              </a:ext>
            </a:extLst>
          </a:blip>
          <a:srcRect/>
          <a:stretch/>
        </p:blipFill>
        <p:spPr>
          <a:xfrm>
            <a:off x="5751263" y="5233118"/>
            <a:ext cx="840821" cy="840821"/>
          </a:xfrm>
          <a:prstGeom prst="rect">
            <a:avLst/>
          </a:prstGeom>
        </p:spPr>
      </p:pic>
      <p:pic>
        <p:nvPicPr>
          <p:cNvPr id="55" name="Picture 54" descr="A blue eye with white dots&#10;">
            <a:extLst>
              <a:ext uri="{FF2B5EF4-FFF2-40B4-BE49-F238E27FC236}">
                <a16:creationId xmlns:a16="http://schemas.microsoft.com/office/drawing/2014/main" id="{560F5F43-DB35-CB99-2022-57791B15ADF9}"/>
              </a:ext>
            </a:extLst>
          </p:cNvPr>
          <p:cNvPicPr>
            <a:picLocks noChangeAspect="1"/>
          </p:cNvPicPr>
          <p:nvPr userDrawn="1"/>
        </p:nvPicPr>
        <p:blipFill>
          <a:blip r:embed="rId48" cstate="screen">
            <a:extLst>
              <a:ext uri="{28A0092B-C50C-407E-A947-70E740481C1C}">
                <a14:useLocalDpi xmlns:a14="http://schemas.microsoft.com/office/drawing/2010/main"/>
              </a:ext>
            </a:extLst>
          </a:blip>
          <a:srcRect/>
          <a:stretch/>
        </p:blipFill>
        <p:spPr>
          <a:xfrm>
            <a:off x="6800317" y="5233118"/>
            <a:ext cx="840821" cy="840821"/>
          </a:xfrm>
          <a:prstGeom prst="rect">
            <a:avLst/>
          </a:prstGeom>
        </p:spPr>
      </p:pic>
      <p:pic>
        <p:nvPicPr>
          <p:cNvPr id="56" name="Picture 55" descr="A fingerprint scan&#10;">
            <a:extLst>
              <a:ext uri="{FF2B5EF4-FFF2-40B4-BE49-F238E27FC236}">
                <a16:creationId xmlns:a16="http://schemas.microsoft.com/office/drawing/2014/main" id="{05F1A7CA-8D45-4775-193A-BB58ABC5F30B}"/>
              </a:ext>
            </a:extLst>
          </p:cNvPr>
          <p:cNvPicPr>
            <a:picLocks noChangeAspect="1"/>
          </p:cNvPicPr>
          <p:nvPr userDrawn="1"/>
        </p:nvPicPr>
        <p:blipFill>
          <a:blip r:embed="rId49" cstate="screen">
            <a:extLst>
              <a:ext uri="{28A0092B-C50C-407E-A947-70E740481C1C}">
                <a14:useLocalDpi xmlns:a14="http://schemas.microsoft.com/office/drawing/2010/main"/>
              </a:ext>
            </a:extLst>
          </a:blip>
          <a:srcRect/>
          <a:stretch/>
        </p:blipFill>
        <p:spPr>
          <a:xfrm>
            <a:off x="7849371" y="5233118"/>
            <a:ext cx="840821" cy="840821"/>
          </a:xfrm>
          <a:prstGeom prst="rect">
            <a:avLst/>
          </a:prstGeom>
        </p:spPr>
      </p:pic>
      <p:pic>
        <p:nvPicPr>
          <p:cNvPr id="57" name="Picture 56" descr="A purple circle with squares and lines&#10;">
            <a:extLst>
              <a:ext uri="{FF2B5EF4-FFF2-40B4-BE49-F238E27FC236}">
                <a16:creationId xmlns:a16="http://schemas.microsoft.com/office/drawing/2014/main" id="{6008D849-77CE-0D1B-3611-13FC004DE314}"/>
              </a:ext>
            </a:extLst>
          </p:cNvPr>
          <p:cNvPicPr>
            <a:picLocks noChangeAspect="1"/>
          </p:cNvPicPr>
          <p:nvPr userDrawn="1"/>
        </p:nvPicPr>
        <p:blipFill>
          <a:blip r:embed="rId50" cstate="screen">
            <a:extLst>
              <a:ext uri="{28A0092B-C50C-407E-A947-70E740481C1C}">
                <a14:useLocalDpi xmlns:a14="http://schemas.microsoft.com/office/drawing/2010/main"/>
              </a:ext>
            </a:extLst>
          </a:blip>
          <a:srcRect/>
          <a:stretch/>
        </p:blipFill>
        <p:spPr>
          <a:xfrm>
            <a:off x="9947479" y="5233118"/>
            <a:ext cx="840821" cy="840821"/>
          </a:xfrm>
          <a:prstGeom prst="rect">
            <a:avLst/>
          </a:prstGeom>
        </p:spPr>
      </p:pic>
      <p:pic>
        <p:nvPicPr>
          <p:cNvPr id="58" name="Picture 57" descr="A purple head">
            <a:extLst>
              <a:ext uri="{FF2B5EF4-FFF2-40B4-BE49-F238E27FC236}">
                <a16:creationId xmlns:a16="http://schemas.microsoft.com/office/drawing/2014/main" id="{777E055D-88AA-5D71-D6D9-8D387E113543}"/>
              </a:ext>
            </a:extLst>
          </p:cNvPr>
          <p:cNvPicPr>
            <a:picLocks noChangeAspect="1"/>
          </p:cNvPicPr>
          <p:nvPr userDrawn="1"/>
        </p:nvPicPr>
        <p:blipFill>
          <a:blip r:embed="rId51" cstate="screen">
            <a:extLst>
              <a:ext uri="{28A0092B-C50C-407E-A947-70E740481C1C}">
                <a14:useLocalDpi xmlns:a14="http://schemas.microsoft.com/office/drawing/2010/main"/>
              </a:ext>
            </a:extLst>
          </a:blip>
          <a:srcRect/>
          <a:stretch/>
        </p:blipFill>
        <p:spPr>
          <a:xfrm>
            <a:off x="8898425" y="5233118"/>
            <a:ext cx="840821" cy="840821"/>
          </a:xfrm>
          <a:prstGeom prst="rect">
            <a:avLst/>
          </a:prstGeom>
        </p:spPr>
      </p:pic>
      <p:pic>
        <p:nvPicPr>
          <p:cNvPr id="59" name="Pearson Logo" descr="Pearson Logo">
            <a:extLst>
              <a:ext uri="{FF2B5EF4-FFF2-40B4-BE49-F238E27FC236}">
                <a16:creationId xmlns:a16="http://schemas.microsoft.com/office/drawing/2014/main" id="{7B94B3CB-CD59-3397-9219-E265352D6495}"/>
              </a:ext>
            </a:extLst>
          </p:cNvPr>
          <p:cNvPicPr/>
          <p:nvPr userDrawn="1"/>
        </p:nvPicPr>
        <p:blipFill>
          <a:blip r:embed="rId52">
            <a:extLst>
              <a:ext uri="{96DAC541-7B7A-43D3-8B79-37D633B846F1}">
                <asvg:svgBlip xmlns:asvg="http://schemas.microsoft.com/office/drawing/2016/SVG/main" r:embed="rId5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123680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Dark">
    <p:bg bwMode="gray">
      <p:bgRef idx="1001">
        <a:schemeClr val="bg2"/>
      </p:bgRef>
    </p:bg>
    <p:spTree>
      <p:nvGrpSpPr>
        <p:cNvPr id="1" name=""/>
        <p:cNvGrpSpPr/>
        <p:nvPr/>
      </p:nvGrpSpPr>
      <p:grpSpPr>
        <a:xfrm>
          <a:off x="0" y="0"/>
          <a:ext cx="0" cy="0"/>
          <a:chOff x="0" y="0"/>
          <a:chExt cx="0" cy="0"/>
        </a:xfrm>
      </p:grpSpPr>
      <p:pic>
        <p:nvPicPr>
          <p:cNvPr id="3" name="Pearson Logo" descr="Pearson Logo">
            <a:extLst>
              <a:ext uri="{FF2B5EF4-FFF2-40B4-BE49-F238E27FC236}">
                <a16:creationId xmlns:a16="http://schemas.microsoft.com/office/drawing/2014/main" id="{D50E3FEF-4225-652E-365D-289A15BB99D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683224849"/>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earson Logo" descr="Pearson Logo">
            <a:extLst>
              <a:ext uri="{FF2B5EF4-FFF2-40B4-BE49-F238E27FC236}">
                <a16:creationId xmlns:a16="http://schemas.microsoft.com/office/drawing/2014/main" id="{30573AE3-9C05-B929-75E7-A5CC0ED87249}"/>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7802786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r Guide: Visual Identity Overview">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B4CAF6E-EF57-881D-B808-1008F7021F6A}"/>
              </a:ext>
              <a:ext uri="{C183D7F6-B498-43B3-948B-1728B52AA6E4}">
                <adec:decorative xmlns:adec="http://schemas.microsoft.com/office/drawing/2017/decorative" val="1"/>
              </a:ext>
            </a:extLst>
          </p:cNvPr>
          <p:cNvSpPr/>
          <p:nvPr userDrawn="1"/>
        </p:nvSpPr>
        <p:spPr bwMode="gray">
          <a:xfrm>
            <a:off x="9200092" y="3424003"/>
            <a:ext cx="2991908" cy="3433997"/>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7" name="Section">
            <a:extLst>
              <a:ext uri="{FF2B5EF4-FFF2-40B4-BE49-F238E27FC236}">
                <a16:creationId xmlns:a16="http://schemas.microsoft.com/office/drawing/2014/main" id="{F5DEE79E-ACD7-E44F-A566-85F5BB2BBCDB}"/>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Visual Identity </a:t>
            </a:r>
            <a:b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b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Overview</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738855"/>
            <a:ext cx="2178824" cy="488376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600" dirty="0">
                <a:latin typeface="+mj-lt"/>
                <a:cs typeface="Segoe UI" panose="020B0502040204020203" pitchFamily="34" charset="0"/>
              </a:rPr>
              <a:t>This User Guide </a:t>
            </a:r>
            <a:r>
              <a:rPr lang="en-US" sz="1600" noProof="1">
                <a:latin typeface="+mj-lt"/>
                <a:cs typeface="Segoe UI" panose="020B0502040204020203" pitchFamily="34" charset="0"/>
              </a:rPr>
              <a:t>section is a concise guide through visual expressions that make up the Pearson brand and apply to PowerPoint presentations. </a:t>
            </a:r>
          </a:p>
          <a:p>
            <a:endParaRPr lang="en-US" sz="1600" noProof="1">
              <a:latin typeface="+mj-lt"/>
              <a:cs typeface="Segoe UI" panose="020B0502040204020203" pitchFamily="34" charset="0"/>
            </a:endParaRPr>
          </a:p>
          <a:p>
            <a:r>
              <a:rPr lang="en-US" sz="1600" noProof="1">
                <a:latin typeface="+mj-lt"/>
                <a:cs typeface="Segoe UI" panose="020B0502040204020203" pitchFamily="34" charset="0"/>
              </a:rPr>
              <a:t>From logo usage to typography, color palettes, and imagery, these guidelines will ensure consistency, clarity and impact in every interaction. </a:t>
            </a:r>
          </a:p>
        </p:txBody>
      </p:sp>
      <p:grpSp>
        <p:nvGrpSpPr>
          <p:cNvPr id="23" name="Group 22">
            <a:extLst>
              <a:ext uri="{FF2B5EF4-FFF2-40B4-BE49-F238E27FC236}">
                <a16:creationId xmlns:a16="http://schemas.microsoft.com/office/drawing/2014/main" id="{5F4DA418-0812-19B5-AED0-730FD1E04333}"/>
              </a:ext>
            </a:extLst>
          </p:cNvPr>
          <p:cNvGrpSpPr/>
          <p:nvPr userDrawn="1"/>
        </p:nvGrpSpPr>
        <p:grpSpPr>
          <a:xfrm>
            <a:off x="6522173" y="3664380"/>
            <a:ext cx="2382503" cy="2958239"/>
            <a:chOff x="6522173" y="3752068"/>
            <a:chExt cx="2382503" cy="2958239"/>
          </a:xfrm>
        </p:grpSpPr>
        <p:grpSp>
          <p:nvGrpSpPr>
            <p:cNvPr id="24" name="Group 23" descr="Pictograms">
              <a:extLst>
                <a:ext uri="{FF2B5EF4-FFF2-40B4-BE49-F238E27FC236}">
                  <a16:creationId xmlns:a16="http://schemas.microsoft.com/office/drawing/2014/main" id="{12EE70C3-B2A5-3C4F-2520-2C7C5E743815}"/>
                </a:ext>
              </a:extLst>
            </p:cNvPr>
            <p:cNvGrpSpPr/>
            <p:nvPr/>
          </p:nvGrpSpPr>
          <p:grpSpPr bwMode="gray">
            <a:xfrm>
              <a:off x="6537356" y="3752068"/>
              <a:ext cx="2352137" cy="2325648"/>
              <a:chOff x="6523974" y="3755934"/>
              <a:chExt cx="2352137" cy="2325648"/>
            </a:xfrm>
          </p:grpSpPr>
          <p:pic>
            <p:nvPicPr>
              <p:cNvPr id="35" name="Picture 34" descr="A circular object with arrows pointing to the center&#10;&#10;Description automatically generated">
                <a:extLst>
                  <a:ext uri="{FF2B5EF4-FFF2-40B4-BE49-F238E27FC236}">
                    <a16:creationId xmlns:a16="http://schemas.microsoft.com/office/drawing/2014/main" id="{A917109F-25A2-E3E2-59EA-48A30635FF0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gray">
              <a:xfrm>
                <a:off x="6523974" y="4594740"/>
                <a:ext cx="649224" cy="649224"/>
              </a:xfrm>
              <a:prstGeom prst="rect">
                <a:avLst/>
              </a:prstGeom>
            </p:spPr>
          </p:pic>
          <p:pic>
            <p:nvPicPr>
              <p:cNvPr id="36" name="Picture 35" descr="A circular arrows and circles with a purple circle around them&#10;&#10;Description automatically generated with medium confidence">
                <a:extLst>
                  <a:ext uri="{FF2B5EF4-FFF2-40B4-BE49-F238E27FC236}">
                    <a16:creationId xmlns:a16="http://schemas.microsoft.com/office/drawing/2014/main" id="{7EF81594-425D-859B-7CF0-C849B40B8FB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gray">
              <a:xfrm>
                <a:off x="8226887" y="3757122"/>
                <a:ext cx="649224" cy="649224"/>
              </a:xfrm>
              <a:prstGeom prst="rect">
                <a:avLst/>
              </a:prstGeom>
            </p:spPr>
          </p:pic>
          <p:pic>
            <p:nvPicPr>
              <p:cNvPr id="37" name="Picture 36" descr="A blue and white squares with a person silhouette&#10;&#10;Description automatically generated">
                <a:extLst>
                  <a:ext uri="{FF2B5EF4-FFF2-40B4-BE49-F238E27FC236}">
                    <a16:creationId xmlns:a16="http://schemas.microsoft.com/office/drawing/2014/main" id="{A173BFA9-918B-A863-C3C7-A5ACDAC7319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bwMode="gray">
              <a:xfrm>
                <a:off x="6523974" y="5432358"/>
                <a:ext cx="649224" cy="649224"/>
              </a:xfrm>
              <a:prstGeom prst="rect">
                <a:avLst/>
              </a:prstGeom>
            </p:spPr>
          </p:pic>
          <p:pic>
            <p:nvPicPr>
              <p:cNvPr id="38" name="Picture 37" descr="A magnifying glass with a graph&#10;&#10;Description automatically generated">
                <a:extLst>
                  <a:ext uri="{FF2B5EF4-FFF2-40B4-BE49-F238E27FC236}">
                    <a16:creationId xmlns:a16="http://schemas.microsoft.com/office/drawing/2014/main" id="{498BB379-BB56-4881-2DA1-CB675297334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bwMode="gray">
              <a:xfrm>
                <a:off x="8226887" y="5432358"/>
                <a:ext cx="649224" cy="649224"/>
              </a:xfrm>
              <a:prstGeom prst="rect">
                <a:avLst/>
              </a:prstGeom>
            </p:spPr>
          </p:pic>
          <p:pic>
            <p:nvPicPr>
              <p:cNvPr id="39" name="Picture 38" descr="A purple briefcase with a arrow pointing to the top&#10;&#10;Description automatically generated">
                <a:extLst>
                  <a:ext uri="{FF2B5EF4-FFF2-40B4-BE49-F238E27FC236}">
                    <a16:creationId xmlns:a16="http://schemas.microsoft.com/office/drawing/2014/main" id="{549DE231-CBA8-B514-BD42-03F5B6FDDA9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bwMode="gray">
              <a:xfrm>
                <a:off x="7375431" y="4594740"/>
                <a:ext cx="649224" cy="649224"/>
              </a:xfrm>
              <a:prstGeom prst="rect">
                <a:avLst/>
              </a:prstGeom>
            </p:spPr>
          </p:pic>
          <p:pic>
            <p:nvPicPr>
              <p:cNvPr id="40" name="Picture 39" descr="A purple head with a chip in the middle&#10;&#10;Description automatically generated">
                <a:extLst>
                  <a:ext uri="{FF2B5EF4-FFF2-40B4-BE49-F238E27FC236}">
                    <a16:creationId xmlns:a16="http://schemas.microsoft.com/office/drawing/2014/main" id="{9BCF2FE1-38ED-A6BA-BE42-0276AA7B5BB8}"/>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bwMode="gray">
              <a:xfrm>
                <a:off x="8226887" y="4594740"/>
                <a:ext cx="649224" cy="649224"/>
              </a:xfrm>
              <a:prstGeom prst="rect">
                <a:avLst/>
              </a:prstGeom>
            </p:spPr>
          </p:pic>
          <p:pic>
            <p:nvPicPr>
              <p:cNvPr id="41" name="Picture 40" descr="A purple and white cube with white squares&#10;&#10;Description automatically generated">
                <a:extLst>
                  <a:ext uri="{FF2B5EF4-FFF2-40B4-BE49-F238E27FC236}">
                    <a16:creationId xmlns:a16="http://schemas.microsoft.com/office/drawing/2014/main" id="{098F7173-956E-3A7D-A978-C39BDD90BFD0}"/>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bwMode="gray">
              <a:xfrm>
                <a:off x="7376620" y="5432358"/>
                <a:ext cx="649224" cy="649224"/>
              </a:xfrm>
              <a:prstGeom prst="rect">
                <a:avLst/>
              </a:prstGeom>
            </p:spPr>
          </p:pic>
          <p:pic>
            <p:nvPicPr>
              <p:cNvPr id="58" name="Picture 57" descr="A purple triangle with a flag on top&#10;&#10;Description automatically generated">
                <a:extLst>
                  <a:ext uri="{FF2B5EF4-FFF2-40B4-BE49-F238E27FC236}">
                    <a16:creationId xmlns:a16="http://schemas.microsoft.com/office/drawing/2014/main" id="{2DA985A5-5D1F-A711-0D42-652FCEFE0322}"/>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bwMode="gray">
              <a:xfrm>
                <a:off x="6523974" y="3755934"/>
                <a:ext cx="649224" cy="649224"/>
              </a:xfrm>
              <a:prstGeom prst="rect">
                <a:avLst/>
              </a:prstGeom>
            </p:spPr>
          </p:pic>
          <p:pic>
            <p:nvPicPr>
              <p:cNvPr id="62" name="Picture 61" descr="A purple and white building&#10;&#10;Description automatically generated">
                <a:extLst>
                  <a:ext uri="{FF2B5EF4-FFF2-40B4-BE49-F238E27FC236}">
                    <a16:creationId xmlns:a16="http://schemas.microsoft.com/office/drawing/2014/main" id="{8C090666-25F1-54AC-B885-A85E6BBE2C66}"/>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bwMode="gray">
              <a:xfrm>
                <a:off x="7375431" y="3757122"/>
                <a:ext cx="649224" cy="649224"/>
              </a:xfrm>
              <a:prstGeom prst="rect">
                <a:avLst/>
              </a:prstGeom>
            </p:spPr>
          </p:pic>
        </p:grpSp>
        <p:grpSp>
          <p:nvGrpSpPr>
            <p:cNvPr id="25" name="Group 24">
              <a:extLst>
                <a:ext uri="{FF2B5EF4-FFF2-40B4-BE49-F238E27FC236}">
                  <a16:creationId xmlns:a16="http://schemas.microsoft.com/office/drawing/2014/main" id="{E0BC9DFB-BD5F-0FB1-9CC8-2B02E781D7A5}"/>
                </a:ext>
              </a:extLst>
            </p:cNvPr>
            <p:cNvGrpSpPr/>
            <p:nvPr userDrawn="1"/>
          </p:nvGrpSpPr>
          <p:grpSpPr>
            <a:xfrm>
              <a:off x="6522173" y="6298827"/>
              <a:ext cx="2382503" cy="411480"/>
              <a:chOff x="6490929" y="6298827"/>
              <a:chExt cx="2382503" cy="411480"/>
            </a:xfrm>
          </p:grpSpPr>
          <p:pic>
            <p:nvPicPr>
              <p:cNvPr id="26" name="Graphic 25">
                <a:extLst>
                  <a:ext uri="{FF2B5EF4-FFF2-40B4-BE49-F238E27FC236}">
                    <a16:creationId xmlns:a16="http://schemas.microsoft.com/office/drawing/2014/main" id="{8786DFA5-7835-5B1C-F850-7CDBC57F7051}"/>
                  </a:ext>
                </a:extLst>
              </p:cNvPr>
              <p:cNvPicPr>
                <a:picLocks noChangeAspect="1"/>
              </p:cNvPicPr>
              <p:nvPr userDrawn="1"/>
            </p:nvPicPr>
            <p:blipFill>
              <a:blip r:embed="rId12">
                <a:extLst>
                  <a:ext uri="{96DAC541-7B7A-43D3-8B79-37D633B846F1}">
                    <asvg:svgBlip xmlns:asvg="http://schemas.microsoft.com/office/drawing/2016/SVG/main" r:embed="rId13"/>
                  </a:ext>
                </a:extLst>
              </a:blip>
              <a:srcRect/>
              <a:stretch/>
            </p:blipFill>
            <p:spPr>
              <a:xfrm>
                <a:off x="6983685" y="6298827"/>
                <a:ext cx="411480" cy="411480"/>
              </a:xfrm>
              <a:prstGeom prst="rect">
                <a:avLst/>
              </a:prstGeom>
            </p:spPr>
          </p:pic>
          <p:pic>
            <p:nvPicPr>
              <p:cNvPr id="31" name="Graphic 30">
                <a:extLst>
                  <a:ext uri="{FF2B5EF4-FFF2-40B4-BE49-F238E27FC236}">
                    <a16:creationId xmlns:a16="http://schemas.microsoft.com/office/drawing/2014/main" id="{91626D5D-BB31-E2AE-81FD-89B33E82F7EA}"/>
                  </a:ext>
                </a:extLst>
              </p:cNvPr>
              <p:cNvPicPr>
                <a:picLocks noChangeAspect="1"/>
              </p:cNvPicPr>
              <p:nvPr userDrawn="1"/>
            </p:nvPicPr>
            <p:blipFill>
              <a:blip r:embed="rId14">
                <a:extLst>
                  <a:ext uri="{96DAC541-7B7A-43D3-8B79-37D633B846F1}">
                    <asvg:svgBlip xmlns:asvg="http://schemas.microsoft.com/office/drawing/2016/SVG/main" r:embed="rId15"/>
                  </a:ext>
                </a:extLst>
              </a:blip>
              <a:srcRect/>
              <a:stretch/>
            </p:blipFill>
            <p:spPr>
              <a:xfrm>
                <a:off x="7476441" y="6298827"/>
                <a:ext cx="411480" cy="411480"/>
              </a:xfrm>
              <a:prstGeom prst="rect">
                <a:avLst/>
              </a:prstGeom>
            </p:spPr>
          </p:pic>
          <p:pic>
            <p:nvPicPr>
              <p:cNvPr id="32" name="Graphic 31">
                <a:extLst>
                  <a:ext uri="{FF2B5EF4-FFF2-40B4-BE49-F238E27FC236}">
                    <a16:creationId xmlns:a16="http://schemas.microsoft.com/office/drawing/2014/main" id="{6F88F4AD-5371-21A8-9D21-4DFF290E6BAF}"/>
                  </a:ext>
                </a:extLst>
              </p:cNvPr>
              <p:cNvPicPr>
                <a:picLocks noChangeAspect="1"/>
              </p:cNvPicPr>
              <p:nvPr userDrawn="1"/>
            </p:nvPicPr>
            <p:blipFill>
              <a:blip r:embed="rId16">
                <a:extLst>
                  <a:ext uri="{96DAC541-7B7A-43D3-8B79-37D633B846F1}">
                    <asvg:svgBlip xmlns:asvg="http://schemas.microsoft.com/office/drawing/2016/SVG/main" r:embed="rId17"/>
                  </a:ext>
                </a:extLst>
              </a:blip>
              <a:srcRect/>
              <a:stretch/>
            </p:blipFill>
            <p:spPr>
              <a:xfrm>
                <a:off x="6490929" y="6298827"/>
                <a:ext cx="411480" cy="411480"/>
              </a:xfrm>
              <a:prstGeom prst="rect">
                <a:avLst/>
              </a:prstGeom>
            </p:spPr>
          </p:pic>
          <p:pic>
            <p:nvPicPr>
              <p:cNvPr id="33" name="Graphic 32">
                <a:extLst>
                  <a:ext uri="{FF2B5EF4-FFF2-40B4-BE49-F238E27FC236}">
                    <a16:creationId xmlns:a16="http://schemas.microsoft.com/office/drawing/2014/main" id="{8EBD9DF6-9496-75B0-BAB6-2F9CD35B4AF0}"/>
                  </a:ext>
                </a:extLst>
              </p:cNvPr>
              <p:cNvPicPr>
                <a:picLocks noChangeAspect="1"/>
              </p:cNvPicPr>
              <p:nvPr userDrawn="1"/>
            </p:nvPicPr>
            <p:blipFill>
              <a:blip r:embed="rId18">
                <a:extLst>
                  <a:ext uri="{96DAC541-7B7A-43D3-8B79-37D633B846F1}">
                    <asvg:svgBlip xmlns:asvg="http://schemas.microsoft.com/office/drawing/2016/SVG/main" r:embed="rId19"/>
                  </a:ext>
                </a:extLst>
              </a:blip>
              <a:srcRect/>
              <a:stretch/>
            </p:blipFill>
            <p:spPr>
              <a:xfrm>
                <a:off x="8461952" y="6298827"/>
                <a:ext cx="411480" cy="411480"/>
              </a:xfrm>
              <a:prstGeom prst="rect">
                <a:avLst/>
              </a:prstGeom>
            </p:spPr>
          </p:pic>
          <p:pic>
            <p:nvPicPr>
              <p:cNvPr id="34" name="Graphic 33">
                <a:extLst>
                  <a:ext uri="{FF2B5EF4-FFF2-40B4-BE49-F238E27FC236}">
                    <a16:creationId xmlns:a16="http://schemas.microsoft.com/office/drawing/2014/main" id="{D37428F6-6809-3EB9-7BF2-7C1D56939273}"/>
                  </a:ext>
                </a:extLst>
              </p:cNvPr>
              <p:cNvPicPr>
                <a:picLocks noChangeAspect="1"/>
              </p:cNvPicPr>
              <p:nvPr userDrawn="1"/>
            </p:nvPicPr>
            <p:blipFill>
              <a:blip r:embed="rId20">
                <a:extLst>
                  <a:ext uri="{96DAC541-7B7A-43D3-8B79-37D633B846F1}">
                    <asvg:svgBlip xmlns:asvg="http://schemas.microsoft.com/office/drawing/2016/SVG/main" r:embed="rId21"/>
                  </a:ext>
                </a:extLst>
              </a:blip>
              <a:srcRect/>
              <a:stretch/>
            </p:blipFill>
            <p:spPr>
              <a:xfrm>
                <a:off x="7969197" y="6298827"/>
                <a:ext cx="411480" cy="411480"/>
              </a:xfrm>
              <a:prstGeom prst="rect">
                <a:avLst/>
              </a:prstGeom>
            </p:spPr>
          </p:pic>
        </p:grpSp>
      </p:grpSp>
      <p:pic>
        <p:nvPicPr>
          <p:cNvPr id="63" name="Picture 62">
            <a:extLst>
              <a:ext uri="{FF2B5EF4-FFF2-40B4-BE49-F238E27FC236}">
                <a16:creationId xmlns:a16="http://schemas.microsoft.com/office/drawing/2014/main" id="{9FFD688C-49E6-2C30-91DB-32225BB97234}"/>
              </a:ext>
            </a:extLst>
          </p:cNvPr>
          <p:cNvPicPr>
            <a:picLocks noChangeAspect="1"/>
          </p:cNvPicPr>
          <p:nvPr userDrawn="1"/>
        </p:nvPicPr>
        <p:blipFill>
          <a:blip r:embed="rId22"/>
          <a:stretch>
            <a:fillRect/>
          </a:stretch>
        </p:blipFill>
        <p:spPr>
          <a:xfrm>
            <a:off x="3216271" y="5143500"/>
            <a:ext cx="2990089" cy="1716405"/>
          </a:xfrm>
          <a:prstGeom prst="rect">
            <a:avLst/>
          </a:prstGeom>
        </p:spPr>
      </p:pic>
      <p:grpSp>
        <p:nvGrpSpPr>
          <p:cNvPr id="64" name="Group 63" descr="Font and primary color">
            <a:extLst>
              <a:ext uri="{FF2B5EF4-FFF2-40B4-BE49-F238E27FC236}">
                <a16:creationId xmlns:a16="http://schemas.microsoft.com/office/drawing/2014/main" id="{A6DFA56E-A2FC-BCD1-A5CA-FD4E00B78973}"/>
              </a:ext>
            </a:extLst>
          </p:cNvPr>
          <p:cNvGrpSpPr/>
          <p:nvPr userDrawn="1"/>
        </p:nvGrpSpPr>
        <p:grpSpPr bwMode="gray">
          <a:xfrm>
            <a:off x="3216273" y="3429000"/>
            <a:ext cx="2990088" cy="1714500"/>
            <a:chOff x="3216273" y="3429000"/>
            <a:chExt cx="2990088" cy="1714500"/>
          </a:xfrm>
        </p:grpSpPr>
        <p:sp>
          <p:nvSpPr>
            <p:cNvPr id="65" name="Rectangle 64" descr="Font and Primary Color">
              <a:extLst>
                <a:ext uri="{FF2B5EF4-FFF2-40B4-BE49-F238E27FC236}">
                  <a16:creationId xmlns:a16="http://schemas.microsoft.com/office/drawing/2014/main" id="{749BCF6B-91E0-768E-D580-994569D65F25}"/>
                </a:ext>
                <a:ext uri="{C183D7F6-B498-43B3-948B-1728B52AA6E4}">
                  <adec:decorative xmlns:adec="http://schemas.microsoft.com/office/drawing/2017/decorative" val="0"/>
                </a:ext>
              </a:extLst>
            </p:cNvPr>
            <p:cNvSpPr/>
            <p:nvPr/>
          </p:nvSpPr>
          <p:spPr bwMode="gray">
            <a:xfrm>
              <a:off x="3216273" y="3429000"/>
              <a:ext cx="2990088" cy="1714500"/>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66" name="Title 1">
              <a:extLst>
                <a:ext uri="{FF2B5EF4-FFF2-40B4-BE49-F238E27FC236}">
                  <a16:creationId xmlns:a16="http://schemas.microsoft.com/office/drawing/2014/main" id="{A43B1642-633C-9AE6-F717-D1B3687F2DF1}"/>
                </a:ext>
              </a:extLst>
            </p:cNvPr>
            <p:cNvSpPr txBox="1">
              <a:spLocks/>
            </p:cNvSpPr>
            <p:nvPr/>
          </p:nvSpPr>
          <p:spPr bwMode="gray">
            <a:xfrm>
              <a:off x="3483144" y="3912301"/>
              <a:ext cx="2500246" cy="7478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j-lt"/>
                  <a:ea typeface="+mj-ea"/>
                  <a:cs typeface="Segoe UI" panose="020B0502040204020203" pitchFamily="34" charset="0"/>
                </a:rPr>
                <a:t>Helping people realize the life they imagine</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j-lt"/>
                  <a:ea typeface="+mj-ea"/>
                  <a:cs typeface="Segoe UI" panose="020B0502040204020203" pitchFamily="34" charset="0"/>
                </a:rPr>
                <a:t>through learning</a:t>
              </a:r>
            </a:p>
          </p:txBody>
        </p:sp>
      </p:grpSp>
      <p:pic>
        <p:nvPicPr>
          <p:cNvPr id="68" name="Picture 67" descr="Imagery">
            <a:extLst>
              <a:ext uri="{FF2B5EF4-FFF2-40B4-BE49-F238E27FC236}">
                <a16:creationId xmlns:a16="http://schemas.microsoft.com/office/drawing/2014/main" id="{FEB86737-7087-0CDE-FD20-C190D69F924A}"/>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bwMode="gray">
          <a:xfrm>
            <a:off x="9200092" y="0"/>
            <a:ext cx="2990088" cy="3429000"/>
          </a:xfrm>
          <a:custGeom>
            <a:avLst/>
            <a:gdLst>
              <a:gd name="connsiteX0" fmla="*/ 0 w 2990088"/>
              <a:gd name="connsiteY0" fmla="*/ 0 h 3429000"/>
              <a:gd name="connsiteX1" fmla="*/ 2990088 w 2990088"/>
              <a:gd name="connsiteY1" fmla="*/ 0 h 3429000"/>
              <a:gd name="connsiteX2" fmla="*/ 2990088 w 2990088"/>
              <a:gd name="connsiteY2" fmla="*/ 3429000 h 3429000"/>
              <a:gd name="connsiteX3" fmla="*/ 0 w 2990088"/>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2990088" h="3429000">
                <a:moveTo>
                  <a:pt x="0" y="0"/>
                </a:moveTo>
                <a:lnTo>
                  <a:pt x="2990088" y="0"/>
                </a:lnTo>
                <a:lnTo>
                  <a:pt x="2990088" y="3429000"/>
                </a:lnTo>
                <a:lnTo>
                  <a:pt x="0" y="3429000"/>
                </a:lnTo>
                <a:close/>
              </a:path>
            </a:pathLst>
          </a:custGeom>
        </p:spPr>
      </p:pic>
      <p:grpSp>
        <p:nvGrpSpPr>
          <p:cNvPr id="69" name="Group 68" descr="Line Waves accent image">
            <a:extLst>
              <a:ext uri="{FF2B5EF4-FFF2-40B4-BE49-F238E27FC236}">
                <a16:creationId xmlns:a16="http://schemas.microsoft.com/office/drawing/2014/main" id="{297B05D1-98CF-A20B-9558-2304CCAF3B29}"/>
              </a:ext>
            </a:extLst>
          </p:cNvPr>
          <p:cNvGrpSpPr/>
          <p:nvPr userDrawn="1"/>
        </p:nvGrpSpPr>
        <p:grpSpPr bwMode="gray">
          <a:xfrm>
            <a:off x="5256703" y="-319"/>
            <a:ext cx="3943388" cy="3429319"/>
            <a:chOff x="5256703" y="-319"/>
            <a:chExt cx="3943388" cy="3429319"/>
          </a:xfrm>
        </p:grpSpPr>
        <p:sp>
          <p:nvSpPr>
            <p:cNvPr id="70" name="Rectangle 69" descr="Line Waves accent image">
              <a:extLst>
                <a:ext uri="{FF2B5EF4-FFF2-40B4-BE49-F238E27FC236}">
                  <a16:creationId xmlns:a16="http://schemas.microsoft.com/office/drawing/2014/main" id="{6F040833-E700-B738-7047-5FDF148C053E}"/>
                </a:ext>
                <a:ext uri="{C183D7F6-B498-43B3-948B-1728B52AA6E4}">
                  <adec:decorative xmlns:adec="http://schemas.microsoft.com/office/drawing/2017/decorative" val="0"/>
                </a:ext>
              </a:extLst>
            </p:cNvPr>
            <p:cNvSpPr/>
            <p:nvPr/>
          </p:nvSpPr>
          <p:spPr bwMode="gray">
            <a:xfrm>
              <a:off x="6208183" y="0"/>
              <a:ext cx="2991908" cy="3429000"/>
            </a:xfrm>
            <a:prstGeom prst="rect">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71" name="Freeform 54" descr="Line Waves accent design">
              <a:extLst>
                <a:ext uri="{FF2B5EF4-FFF2-40B4-BE49-F238E27FC236}">
                  <a16:creationId xmlns:a16="http://schemas.microsoft.com/office/drawing/2014/main" id="{EA945C34-CE91-602E-E4BA-535DC3FC6CA4}"/>
                </a:ext>
                <a:ext uri="{C183D7F6-B498-43B3-948B-1728B52AA6E4}">
                  <adec:decorative xmlns:adec="http://schemas.microsoft.com/office/drawing/2017/decorative" val="0"/>
                </a:ext>
              </a:extLst>
            </p:cNvPr>
            <p:cNvSpPr/>
            <p:nvPr/>
          </p:nvSpPr>
          <p:spPr bwMode="gray">
            <a:xfrm>
              <a:off x="5256703" y="-319"/>
              <a:ext cx="3835368" cy="3424322"/>
            </a:xfrm>
            <a:custGeom>
              <a:avLst/>
              <a:gdLst>
                <a:gd name="connsiteX0" fmla="*/ 2624913 w 3835368"/>
                <a:gd name="connsiteY0" fmla="*/ 522161 h 3424322"/>
                <a:gd name="connsiteX1" fmla="*/ 2851617 w 3835368"/>
                <a:gd name="connsiteY1" fmla="*/ 687337 h 3424322"/>
                <a:gd name="connsiteX2" fmla="*/ 3472452 w 3835368"/>
                <a:gd name="connsiteY2" fmla="*/ 1679982 h 3424322"/>
                <a:gd name="connsiteX3" fmla="*/ 2851617 w 3835368"/>
                <a:gd name="connsiteY3" fmla="*/ 2672626 h 3424322"/>
                <a:gd name="connsiteX4" fmla="*/ 2650137 w 3835368"/>
                <a:gd name="connsiteY4" fmla="*/ 2821000 h 3424322"/>
                <a:gd name="connsiteX5" fmla="*/ 2650137 w 3835368"/>
                <a:gd name="connsiteY5" fmla="*/ 2821317 h 3424322"/>
                <a:gd name="connsiteX6" fmla="*/ 3819288 w 3835368"/>
                <a:gd name="connsiteY6" fmla="*/ 1677446 h 3424322"/>
                <a:gd name="connsiteX7" fmla="*/ 2624913 w 3835368"/>
                <a:gd name="connsiteY7" fmla="*/ 522161 h 3424322"/>
                <a:gd name="connsiteX8" fmla="*/ 2223214 w 3835368"/>
                <a:gd name="connsiteY8" fmla="*/ 314184 h 3424322"/>
                <a:gd name="connsiteX9" fmla="*/ 3109851 w 3835368"/>
                <a:gd name="connsiteY9" fmla="*/ 1683152 h 3424322"/>
                <a:gd name="connsiteX10" fmla="*/ 2244655 w 3835368"/>
                <a:gd name="connsiteY10" fmla="*/ 3036585 h 3424322"/>
                <a:gd name="connsiteX11" fmla="*/ 2244970 w 3835368"/>
                <a:gd name="connsiteY11" fmla="*/ 3036902 h 3424322"/>
                <a:gd name="connsiteX12" fmla="*/ 2502574 w 3835368"/>
                <a:gd name="connsiteY12" fmla="*/ 2898357 h 3424322"/>
                <a:gd name="connsiteX13" fmla="*/ 2481764 w 3835368"/>
                <a:gd name="connsiteY13" fmla="*/ 2903112 h 3424322"/>
                <a:gd name="connsiteX14" fmla="*/ 2481764 w 3835368"/>
                <a:gd name="connsiteY14" fmla="*/ 2887261 h 3424322"/>
                <a:gd name="connsiteX15" fmla="*/ 2568158 w 3835368"/>
                <a:gd name="connsiteY15" fmla="*/ 2857142 h 3424322"/>
                <a:gd name="connsiteX16" fmla="*/ 2842158 w 3835368"/>
                <a:gd name="connsiteY16" fmla="*/ 2660579 h 3424322"/>
                <a:gd name="connsiteX17" fmla="*/ 3457002 w 3835368"/>
                <a:gd name="connsiteY17" fmla="*/ 1680299 h 3424322"/>
                <a:gd name="connsiteX18" fmla="*/ 2842158 w 3835368"/>
                <a:gd name="connsiteY18" fmla="*/ 700019 h 3424322"/>
                <a:gd name="connsiteX19" fmla="*/ 2543879 w 3835368"/>
                <a:gd name="connsiteY19" fmla="*/ 487921 h 3424322"/>
                <a:gd name="connsiteX20" fmla="*/ 2481449 w 3835368"/>
                <a:gd name="connsiteY20" fmla="*/ 467313 h 3424322"/>
                <a:gd name="connsiteX21" fmla="*/ 2481449 w 3835368"/>
                <a:gd name="connsiteY21" fmla="*/ 451461 h 3424322"/>
                <a:gd name="connsiteX22" fmla="*/ 2485863 w 3835368"/>
                <a:gd name="connsiteY22" fmla="*/ 452095 h 3424322"/>
                <a:gd name="connsiteX23" fmla="*/ 2223214 w 3835368"/>
                <a:gd name="connsiteY23" fmla="*/ 314184 h 3424322"/>
                <a:gd name="connsiteX24" fmla="*/ 1853362 w 3835368"/>
                <a:gd name="connsiteY24" fmla="*/ 121425 h 3424322"/>
                <a:gd name="connsiteX25" fmla="*/ 2747251 w 3835368"/>
                <a:gd name="connsiteY25" fmla="*/ 1686005 h 3424322"/>
                <a:gd name="connsiteX26" fmla="*/ 2746936 w 3835368"/>
                <a:gd name="connsiteY26" fmla="*/ 1686323 h 3424322"/>
                <a:gd name="connsiteX27" fmla="*/ 1865343 w 3835368"/>
                <a:gd name="connsiteY27" fmla="*/ 3241075 h 3424322"/>
                <a:gd name="connsiteX28" fmla="*/ 2157000 w 3835368"/>
                <a:gd name="connsiteY28" fmla="*/ 3077483 h 3424322"/>
                <a:gd name="connsiteX29" fmla="*/ 2157000 w 3835368"/>
                <a:gd name="connsiteY29" fmla="*/ 3067338 h 3424322"/>
                <a:gd name="connsiteX30" fmla="*/ 2178441 w 3835368"/>
                <a:gd name="connsiteY30" fmla="*/ 3062582 h 3424322"/>
                <a:gd name="connsiteX31" fmla="*/ 2512979 w 3835368"/>
                <a:gd name="connsiteY31" fmla="*/ 2789296 h 3424322"/>
                <a:gd name="connsiteX32" fmla="*/ 3093771 w 3835368"/>
                <a:gd name="connsiteY32" fmla="*/ 1682835 h 3424322"/>
                <a:gd name="connsiteX33" fmla="*/ 2512979 w 3835368"/>
                <a:gd name="connsiteY33" fmla="*/ 576374 h 3424322"/>
                <a:gd name="connsiteX34" fmla="*/ 2164568 w 3835368"/>
                <a:gd name="connsiteY34" fmla="*/ 293577 h 3424322"/>
                <a:gd name="connsiteX35" fmla="*/ 2157315 w 3835368"/>
                <a:gd name="connsiteY35" fmla="*/ 292309 h 3424322"/>
                <a:gd name="connsiteX36" fmla="*/ 2157315 w 3835368"/>
                <a:gd name="connsiteY36" fmla="*/ 288504 h 3424322"/>
                <a:gd name="connsiteX37" fmla="*/ 1853362 w 3835368"/>
                <a:gd name="connsiteY37" fmla="*/ 121425 h 3424322"/>
                <a:gd name="connsiteX38" fmla="*/ 609799 w 3835368"/>
                <a:gd name="connsiteY38" fmla="*/ 317 h 3424322"/>
                <a:gd name="connsiteX39" fmla="*/ 626825 w 3835368"/>
                <a:gd name="connsiteY39" fmla="*/ 317 h 3424322"/>
                <a:gd name="connsiteX40" fmla="*/ 933932 w 3835368"/>
                <a:gd name="connsiteY40" fmla="*/ 1700589 h 3424322"/>
                <a:gd name="connsiteX41" fmla="*/ 617681 w 3835368"/>
                <a:gd name="connsiteY41" fmla="*/ 3424322 h 3424322"/>
                <a:gd name="connsiteX42" fmla="*/ 600655 w 3835368"/>
                <a:gd name="connsiteY42" fmla="*/ 3424322 h 3424322"/>
                <a:gd name="connsiteX43" fmla="*/ 918167 w 3835368"/>
                <a:gd name="connsiteY43" fmla="*/ 1700589 h 3424322"/>
                <a:gd name="connsiteX44" fmla="*/ 609799 w 3835368"/>
                <a:gd name="connsiteY44" fmla="*/ 317 h 3424322"/>
                <a:gd name="connsiteX45" fmla="*/ 312782 w 3835368"/>
                <a:gd name="connsiteY45" fmla="*/ 317 h 3424322"/>
                <a:gd name="connsiteX46" fmla="*/ 329178 w 3835368"/>
                <a:gd name="connsiteY46" fmla="*/ 317 h 3424322"/>
                <a:gd name="connsiteX47" fmla="*/ 571332 w 3835368"/>
                <a:gd name="connsiteY47" fmla="*/ 1703443 h 3424322"/>
                <a:gd name="connsiteX48" fmla="*/ 323818 w 3835368"/>
                <a:gd name="connsiteY48" fmla="*/ 3424322 h 3424322"/>
                <a:gd name="connsiteX49" fmla="*/ 307422 w 3835368"/>
                <a:gd name="connsiteY49" fmla="*/ 3424322 h 3424322"/>
                <a:gd name="connsiteX50" fmla="*/ 555567 w 3835368"/>
                <a:gd name="connsiteY50" fmla="*/ 1703443 h 3424322"/>
                <a:gd name="connsiteX51" fmla="*/ 312782 w 3835368"/>
                <a:gd name="connsiteY51" fmla="*/ 317 h 3424322"/>
                <a:gd name="connsiteX52" fmla="*/ 2838 w 3835368"/>
                <a:gd name="connsiteY52" fmla="*/ 317 h 3424322"/>
                <a:gd name="connsiteX53" fmla="*/ 19234 w 3835368"/>
                <a:gd name="connsiteY53" fmla="*/ 317 h 3424322"/>
                <a:gd name="connsiteX54" fmla="*/ 208732 w 3835368"/>
                <a:gd name="connsiteY54" fmla="*/ 1706296 h 3424322"/>
                <a:gd name="connsiteX55" fmla="*/ 16396 w 3835368"/>
                <a:gd name="connsiteY55" fmla="*/ 3424322 h 3424322"/>
                <a:gd name="connsiteX56" fmla="*/ 0 w 3835368"/>
                <a:gd name="connsiteY56" fmla="*/ 3424322 h 3424322"/>
                <a:gd name="connsiteX57" fmla="*/ 192967 w 3835368"/>
                <a:gd name="connsiteY57" fmla="*/ 1706296 h 3424322"/>
                <a:gd name="connsiteX58" fmla="*/ 2838 w 3835368"/>
                <a:gd name="connsiteY58" fmla="*/ 317 h 3424322"/>
                <a:gd name="connsiteX59" fmla="*/ 890420 w 3835368"/>
                <a:gd name="connsiteY59" fmla="*/ 317 h 3424322"/>
                <a:gd name="connsiteX60" fmla="*/ 908077 w 3835368"/>
                <a:gd name="connsiteY60" fmla="*/ 317 h 3424322"/>
                <a:gd name="connsiteX61" fmla="*/ 1296533 w 3835368"/>
                <a:gd name="connsiteY61" fmla="*/ 1697419 h 3424322"/>
                <a:gd name="connsiteX62" fmla="*/ 893258 w 3835368"/>
                <a:gd name="connsiteY62" fmla="*/ 3424322 h 3424322"/>
                <a:gd name="connsiteX63" fmla="*/ 875601 w 3835368"/>
                <a:gd name="connsiteY63" fmla="*/ 3424322 h 3424322"/>
                <a:gd name="connsiteX64" fmla="*/ 1280768 w 3835368"/>
                <a:gd name="connsiteY64" fmla="*/ 1697419 h 3424322"/>
                <a:gd name="connsiteX65" fmla="*/ 890420 w 3835368"/>
                <a:gd name="connsiteY65" fmla="*/ 317 h 3424322"/>
                <a:gd name="connsiteX66" fmla="*/ 1374414 w 3835368"/>
                <a:gd name="connsiteY66" fmla="*/ 317 h 3424322"/>
                <a:gd name="connsiteX67" fmla="*/ 1394593 w 3835368"/>
                <a:gd name="connsiteY67" fmla="*/ 317 h 3424322"/>
                <a:gd name="connsiteX68" fmla="*/ 1540895 w 3835368"/>
                <a:gd name="connsiteY68" fmla="*/ 198782 h 3424322"/>
                <a:gd name="connsiteX69" fmla="*/ 2021735 w 3835368"/>
                <a:gd name="connsiteY69" fmla="*/ 1691712 h 3424322"/>
                <a:gd name="connsiteX70" fmla="*/ 2021104 w 3835368"/>
                <a:gd name="connsiteY70" fmla="*/ 1691712 h 3424322"/>
                <a:gd name="connsiteX71" fmla="*/ 1540264 w 3835368"/>
                <a:gd name="connsiteY71" fmla="*/ 3184642 h 3424322"/>
                <a:gd name="connsiteX72" fmla="*/ 1359594 w 3835368"/>
                <a:gd name="connsiteY72" fmla="*/ 3424322 h 3424322"/>
                <a:gd name="connsiteX73" fmla="*/ 1339415 w 3835368"/>
                <a:gd name="connsiteY73" fmla="*/ 3424322 h 3424322"/>
                <a:gd name="connsiteX74" fmla="*/ 1527337 w 3835368"/>
                <a:gd name="connsiteY74" fmla="*/ 3175765 h 3424322"/>
                <a:gd name="connsiteX75" fmla="*/ 2005654 w 3835368"/>
                <a:gd name="connsiteY75" fmla="*/ 1691712 h 3424322"/>
                <a:gd name="connsiteX76" fmla="*/ 1527652 w 3835368"/>
                <a:gd name="connsiteY76" fmla="*/ 207660 h 3424322"/>
                <a:gd name="connsiteX77" fmla="*/ 1374414 w 3835368"/>
                <a:gd name="connsiteY77" fmla="*/ 317 h 3424322"/>
                <a:gd name="connsiteX78" fmla="*/ 1148656 w 3835368"/>
                <a:gd name="connsiteY78" fmla="*/ 317 h 3424322"/>
                <a:gd name="connsiteX79" fmla="*/ 1165051 w 3835368"/>
                <a:gd name="connsiteY79" fmla="*/ 317 h 3424322"/>
                <a:gd name="connsiteX80" fmla="*/ 1659134 w 3835368"/>
                <a:gd name="connsiteY80" fmla="*/ 1694565 h 3424322"/>
                <a:gd name="connsiteX81" fmla="*/ 1142349 w 3835368"/>
                <a:gd name="connsiteY81" fmla="*/ 3424322 h 3424322"/>
                <a:gd name="connsiteX82" fmla="*/ 1126269 w 3835368"/>
                <a:gd name="connsiteY82" fmla="*/ 3424322 h 3424322"/>
                <a:gd name="connsiteX83" fmla="*/ 1643369 w 3835368"/>
                <a:gd name="connsiteY83" fmla="*/ 1694565 h 3424322"/>
                <a:gd name="connsiteX84" fmla="*/ 1148656 w 3835368"/>
                <a:gd name="connsiteY84" fmla="*/ 317 h 3424322"/>
                <a:gd name="connsiteX85" fmla="*/ 1650620 w 3835368"/>
                <a:gd name="connsiteY85" fmla="*/ 0 h 3424322"/>
                <a:gd name="connsiteX86" fmla="*/ 1680890 w 3835368"/>
                <a:gd name="connsiteY86" fmla="*/ 0 h 3424322"/>
                <a:gd name="connsiteX87" fmla="*/ 1833497 w 3835368"/>
                <a:gd name="connsiteY87" fmla="*/ 105573 h 3424322"/>
                <a:gd name="connsiteX88" fmla="*/ 1833497 w 3835368"/>
                <a:gd name="connsiteY88" fmla="*/ 102086 h 3424322"/>
                <a:gd name="connsiteX89" fmla="*/ 2174657 w 3835368"/>
                <a:gd name="connsiteY89" fmla="*/ 279627 h 3424322"/>
                <a:gd name="connsiteX90" fmla="*/ 2549239 w 3835368"/>
                <a:gd name="connsiteY90" fmla="*/ 472703 h 3424322"/>
                <a:gd name="connsiteX91" fmla="*/ 3179219 w 3835368"/>
                <a:gd name="connsiteY91" fmla="*/ 809080 h 3424322"/>
                <a:gd name="connsiteX92" fmla="*/ 3179534 w 3835368"/>
                <a:gd name="connsiteY92" fmla="*/ 809080 h 3424322"/>
                <a:gd name="connsiteX93" fmla="*/ 3835368 w 3835368"/>
                <a:gd name="connsiteY93" fmla="*/ 1676811 h 3424322"/>
                <a:gd name="connsiteX94" fmla="*/ 3179534 w 3835368"/>
                <a:gd name="connsiteY94" fmla="*/ 2544543 h 3424322"/>
                <a:gd name="connsiteX95" fmla="*/ 2574149 w 3835368"/>
                <a:gd name="connsiteY95" fmla="*/ 2871092 h 3424322"/>
                <a:gd name="connsiteX96" fmla="*/ 2190738 w 3835368"/>
                <a:gd name="connsiteY96" fmla="*/ 3074947 h 3424322"/>
                <a:gd name="connsiteX97" fmla="*/ 1837596 w 3835368"/>
                <a:gd name="connsiteY97" fmla="*/ 3262633 h 3424322"/>
                <a:gd name="connsiteX98" fmla="*/ 1581569 w 3835368"/>
                <a:gd name="connsiteY98" fmla="*/ 3424005 h 3424322"/>
                <a:gd name="connsiteX99" fmla="*/ 1534273 w 3835368"/>
                <a:gd name="connsiteY99" fmla="*/ 3424005 h 3424322"/>
                <a:gd name="connsiteX100" fmla="*/ 2185062 w 3835368"/>
                <a:gd name="connsiteY100" fmla="*/ 2918013 h 3424322"/>
                <a:gd name="connsiteX101" fmla="*/ 2731801 w 3835368"/>
                <a:gd name="connsiteY101" fmla="*/ 1685688 h 3424322"/>
                <a:gd name="connsiteX102" fmla="*/ 2185062 w 3835368"/>
                <a:gd name="connsiteY102" fmla="*/ 453364 h 3424322"/>
                <a:gd name="connsiteX103" fmla="*/ 1650620 w 3835368"/>
                <a:gd name="connsiteY103" fmla="*/ 0 h 3424322"/>
                <a:gd name="connsiteX104" fmla="*/ 1552876 w 3835368"/>
                <a:gd name="connsiteY104" fmla="*/ 0 h 3424322"/>
                <a:gd name="connsiteX105" fmla="*/ 1576524 w 3835368"/>
                <a:gd name="connsiteY105" fmla="*/ 0 h 3424322"/>
                <a:gd name="connsiteX106" fmla="*/ 1868811 w 3835368"/>
                <a:gd name="connsiteY106" fmla="*/ 320525 h 3424322"/>
                <a:gd name="connsiteX107" fmla="*/ 2384650 w 3835368"/>
                <a:gd name="connsiteY107" fmla="*/ 1688542 h 3424322"/>
                <a:gd name="connsiteX108" fmla="*/ 1868811 w 3835368"/>
                <a:gd name="connsiteY108" fmla="*/ 3056559 h 3424322"/>
                <a:gd name="connsiteX109" fmla="*/ 1868496 w 3835368"/>
                <a:gd name="connsiteY109" fmla="*/ 3056242 h 3424322"/>
                <a:gd name="connsiteX110" fmla="*/ 1523868 w 3835368"/>
                <a:gd name="connsiteY110" fmla="*/ 3424005 h 3424322"/>
                <a:gd name="connsiteX111" fmla="*/ 1499274 w 3835368"/>
                <a:gd name="connsiteY111" fmla="*/ 3424005 h 3424322"/>
                <a:gd name="connsiteX112" fmla="*/ 1856199 w 3835368"/>
                <a:gd name="connsiteY112" fmla="*/ 3046730 h 3424322"/>
                <a:gd name="connsiteX113" fmla="*/ 2368570 w 3835368"/>
                <a:gd name="connsiteY113" fmla="*/ 1688542 h 3424322"/>
                <a:gd name="connsiteX114" fmla="*/ 1856199 w 3835368"/>
                <a:gd name="connsiteY114" fmla="*/ 330353 h 3424322"/>
                <a:gd name="connsiteX115" fmla="*/ 1552876 w 3835368"/>
                <a:gd name="connsiteY115" fmla="*/ 0 h 342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3835368" h="3424322">
                  <a:moveTo>
                    <a:pt x="2624913" y="522161"/>
                  </a:moveTo>
                  <a:cubicBezTo>
                    <a:pt x="2699009" y="571302"/>
                    <a:pt x="2776259" y="626783"/>
                    <a:pt x="2851617" y="687337"/>
                  </a:cubicBezTo>
                  <a:cubicBezTo>
                    <a:pt x="3134761" y="914336"/>
                    <a:pt x="3472452" y="1271003"/>
                    <a:pt x="3472452" y="1679982"/>
                  </a:cubicBezTo>
                  <a:cubicBezTo>
                    <a:pt x="3472452" y="2088960"/>
                    <a:pt x="3134761" y="2445627"/>
                    <a:pt x="2851617" y="2672626"/>
                  </a:cubicBezTo>
                  <a:cubicBezTo>
                    <a:pt x="2784457" y="2726523"/>
                    <a:pt x="2716351" y="2775981"/>
                    <a:pt x="2650137" y="2821000"/>
                  </a:cubicBezTo>
                  <a:lnTo>
                    <a:pt x="2650137" y="2821317"/>
                  </a:lnTo>
                  <a:cubicBezTo>
                    <a:pt x="3011161" y="2656457"/>
                    <a:pt x="3819288" y="2215141"/>
                    <a:pt x="3819288" y="1677446"/>
                  </a:cubicBezTo>
                  <a:cubicBezTo>
                    <a:pt x="3819288" y="1139750"/>
                    <a:pt x="2971748" y="676875"/>
                    <a:pt x="2624913" y="522161"/>
                  </a:cubicBezTo>
                  <a:close/>
                  <a:moveTo>
                    <a:pt x="2223214" y="314184"/>
                  </a:moveTo>
                  <a:cubicBezTo>
                    <a:pt x="2602211" y="586836"/>
                    <a:pt x="3109851" y="1107412"/>
                    <a:pt x="3109851" y="1683152"/>
                  </a:cubicBezTo>
                  <a:cubicBezTo>
                    <a:pt x="3109851" y="2258892"/>
                    <a:pt x="2620814" y="2760446"/>
                    <a:pt x="2244655" y="3036585"/>
                  </a:cubicBezTo>
                  <a:lnTo>
                    <a:pt x="2244970" y="3036902"/>
                  </a:lnTo>
                  <a:cubicBezTo>
                    <a:pt x="2307716" y="3008686"/>
                    <a:pt x="2397893" y="2962081"/>
                    <a:pt x="2502574" y="2898357"/>
                  </a:cubicBezTo>
                  <a:cubicBezTo>
                    <a:pt x="2492800" y="2901210"/>
                    <a:pt x="2485233" y="2903112"/>
                    <a:pt x="2481764" y="2903112"/>
                  </a:cubicBezTo>
                  <a:lnTo>
                    <a:pt x="2481764" y="2887261"/>
                  </a:lnTo>
                  <a:cubicBezTo>
                    <a:pt x="2489331" y="2887261"/>
                    <a:pt x="2520547" y="2876799"/>
                    <a:pt x="2568158" y="2857142"/>
                  </a:cubicBezTo>
                  <a:cubicBezTo>
                    <a:pt x="2654867" y="2801661"/>
                    <a:pt x="2748197" y="2736034"/>
                    <a:pt x="2842158" y="2660579"/>
                  </a:cubicBezTo>
                  <a:cubicBezTo>
                    <a:pt x="3122779" y="2435799"/>
                    <a:pt x="3457002" y="2082937"/>
                    <a:pt x="3457002" y="1680299"/>
                  </a:cubicBezTo>
                  <a:cubicBezTo>
                    <a:pt x="3457002" y="1277661"/>
                    <a:pt x="3122779" y="924798"/>
                    <a:pt x="2842158" y="700019"/>
                  </a:cubicBezTo>
                  <a:cubicBezTo>
                    <a:pt x="2739368" y="617589"/>
                    <a:pt x="2637210" y="546573"/>
                    <a:pt x="2543879" y="487921"/>
                  </a:cubicBezTo>
                  <a:cubicBezTo>
                    <a:pt x="2509826" y="474288"/>
                    <a:pt x="2487755" y="467313"/>
                    <a:pt x="2481449" y="467313"/>
                  </a:cubicBezTo>
                  <a:lnTo>
                    <a:pt x="2481449" y="451461"/>
                  </a:lnTo>
                  <a:cubicBezTo>
                    <a:pt x="2482395" y="451461"/>
                    <a:pt x="2484287" y="452095"/>
                    <a:pt x="2485863" y="452095"/>
                  </a:cubicBezTo>
                  <a:cubicBezTo>
                    <a:pt x="2375822" y="385835"/>
                    <a:pt x="2282807" y="339230"/>
                    <a:pt x="2223214" y="314184"/>
                  </a:cubicBezTo>
                  <a:close/>
                  <a:moveTo>
                    <a:pt x="1853362" y="121425"/>
                  </a:moveTo>
                  <a:cubicBezTo>
                    <a:pt x="2226683" y="414368"/>
                    <a:pt x="2747251" y="1008496"/>
                    <a:pt x="2747251" y="1686005"/>
                  </a:cubicBezTo>
                  <a:lnTo>
                    <a:pt x="2746936" y="1686323"/>
                  </a:lnTo>
                  <a:cubicBezTo>
                    <a:pt x="2746936" y="2356540"/>
                    <a:pt x="2237718" y="2944961"/>
                    <a:pt x="1865343" y="3241075"/>
                  </a:cubicBezTo>
                  <a:cubicBezTo>
                    <a:pt x="1922729" y="3222369"/>
                    <a:pt x="2029617" y="3164985"/>
                    <a:pt x="2157000" y="3077483"/>
                  </a:cubicBezTo>
                  <a:lnTo>
                    <a:pt x="2157000" y="3067338"/>
                  </a:lnTo>
                  <a:cubicBezTo>
                    <a:pt x="2161099" y="3067338"/>
                    <a:pt x="2168982" y="3065436"/>
                    <a:pt x="2178441" y="3062582"/>
                  </a:cubicBezTo>
                  <a:cubicBezTo>
                    <a:pt x="2283122" y="2989347"/>
                    <a:pt x="2399470" y="2896772"/>
                    <a:pt x="2512979" y="2789296"/>
                  </a:cubicBezTo>
                  <a:cubicBezTo>
                    <a:pt x="2777835" y="2537885"/>
                    <a:pt x="3093771" y="2142222"/>
                    <a:pt x="3093771" y="1682835"/>
                  </a:cubicBezTo>
                  <a:cubicBezTo>
                    <a:pt x="3093771" y="1223448"/>
                    <a:pt x="2777835" y="827468"/>
                    <a:pt x="2512979" y="576374"/>
                  </a:cubicBezTo>
                  <a:cubicBezTo>
                    <a:pt x="2394425" y="464143"/>
                    <a:pt x="2272717" y="368398"/>
                    <a:pt x="2164568" y="293577"/>
                  </a:cubicBezTo>
                  <a:cubicBezTo>
                    <a:pt x="2162045" y="292943"/>
                    <a:pt x="2159207" y="292309"/>
                    <a:pt x="2157315" y="292309"/>
                  </a:cubicBezTo>
                  <a:lnTo>
                    <a:pt x="2157315" y="288504"/>
                  </a:lnTo>
                  <a:cubicBezTo>
                    <a:pt x="2020158" y="194344"/>
                    <a:pt x="1906648" y="135058"/>
                    <a:pt x="1853362" y="121425"/>
                  </a:cubicBezTo>
                  <a:close/>
                  <a:moveTo>
                    <a:pt x="609799" y="317"/>
                  </a:moveTo>
                  <a:lnTo>
                    <a:pt x="626825" y="317"/>
                  </a:lnTo>
                  <a:cubicBezTo>
                    <a:pt x="764298" y="356350"/>
                    <a:pt x="933932" y="931456"/>
                    <a:pt x="933932" y="1700589"/>
                  </a:cubicBezTo>
                  <a:cubicBezTo>
                    <a:pt x="933932" y="2469722"/>
                    <a:pt x="756416" y="3071142"/>
                    <a:pt x="617681" y="3424322"/>
                  </a:cubicBezTo>
                  <a:lnTo>
                    <a:pt x="600655" y="3424322"/>
                  </a:lnTo>
                  <a:cubicBezTo>
                    <a:pt x="739389" y="3073362"/>
                    <a:pt x="918167" y="2454505"/>
                    <a:pt x="918167" y="1700589"/>
                  </a:cubicBezTo>
                  <a:cubicBezTo>
                    <a:pt x="918167" y="946674"/>
                    <a:pt x="746957" y="354131"/>
                    <a:pt x="609799" y="317"/>
                  </a:cubicBezTo>
                  <a:close/>
                  <a:moveTo>
                    <a:pt x="312782" y="317"/>
                  </a:moveTo>
                  <a:lnTo>
                    <a:pt x="329178" y="317"/>
                  </a:lnTo>
                  <a:cubicBezTo>
                    <a:pt x="486200" y="512016"/>
                    <a:pt x="571332" y="1097901"/>
                    <a:pt x="571332" y="1703443"/>
                  </a:cubicBezTo>
                  <a:cubicBezTo>
                    <a:pt x="571332" y="2308984"/>
                    <a:pt x="483993" y="2908502"/>
                    <a:pt x="323818" y="3424322"/>
                  </a:cubicBezTo>
                  <a:lnTo>
                    <a:pt x="307422" y="3424322"/>
                  </a:lnTo>
                  <a:cubicBezTo>
                    <a:pt x="467912" y="2908819"/>
                    <a:pt x="555567" y="2302009"/>
                    <a:pt x="555567" y="1703443"/>
                  </a:cubicBezTo>
                  <a:cubicBezTo>
                    <a:pt x="555567" y="1104876"/>
                    <a:pt x="470119" y="511698"/>
                    <a:pt x="312782" y="317"/>
                  </a:cubicBezTo>
                  <a:close/>
                  <a:moveTo>
                    <a:pt x="2838" y="317"/>
                  </a:moveTo>
                  <a:lnTo>
                    <a:pt x="19234" y="317"/>
                  </a:lnTo>
                  <a:cubicBezTo>
                    <a:pt x="142203" y="510113"/>
                    <a:pt x="208732" y="1095682"/>
                    <a:pt x="208732" y="1706296"/>
                  </a:cubicBezTo>
                  <a:cubicBezTo>
                    <a:pt x="208732" y="2316910"/>
                    <a:pt x="141257" y="2911673"/>
                    <a:pt x="16396" y="3424322"/>
                  </a:cubicBezTo>
                  <a:lnTo>
                    <a:pt x="0" y="3424322"/>
                  </a:lnTo>
                  <a:cubicBezTo>
                    <a:pt x="125176" y="2912307"/>
                    <a:pt x="192967" y="2312472"/>
                    <a:pt x="192967" y="1706296"/>
                  </a:cubicBezTo>
                  <a:cubicBezTo>
                    <a:pt x="192967" y="1100120"/>
                    <a:pt x="126122" y="509796"/>
                    <a:pt x="2838" y="317"/>
                  </a:cubicBezTo>
                  <a:close/>
                  <a:moveTo>
                    <a:pt x="890420" y="317"/>
                  </a:moveTo>
                  <a:lnTo>
                    <a:pt x="908077" y="317"/>
                  </a:lnTo>
                  <a:cubicBezTo>
                    <a:pt x="1063207" y="317355"/>
                    <a:pt x="1296533" y="898484"/>
                    <a:pt x="1296533" y="1697419"/>
                  </a:cubicBezTo>
                  <a:cubicBezTo>
                    <a:pt x="1296533" y="2496353"/>
                    <a:pt x="1047757" y="3116479"/>
                    <a:pt x="893258" y="3424322"/>
                  </a:cubicBezTo>
                  <a:lnTo>
                    <a:pt x="875601" y="3424322"/>
                  </a:lnTo>
                  <a:cubicBezTo>
                    <a:pt x="1029154" y="3120283"/>
                    <a:pt x="1280768" y="2473844"/>
                    <a:pt x="1280768" y="1697419"/>
                  </a:cubicBezTo>
                  <a:cubicBezTo>
                    <a:pt x="1280768" y="920994"/>
                    <a:pt x="1044604" y="313867"/>
                    <a:pt x="890420" y="317"/>
                  </a:cubicBezTo>
                  <a:close/>
                  <a:moveTo>
                    <a:pt x="1374414" y="317"/>
                  </a:moveTo>
                  <a:lnTo>
                    <a:pt x="1394593" y="317"/>
                  </a:lnTo>
                  <a:cubicBezTo>
                    <a:pt x="1443466" y="60871"/>
                    <a:pt x="1492653" y="127132"/>
                    <a:pt x="1540895" y="198782"/>
                  </a:cubicBezTo>
                  <a:cubicBezTo>
                    <a:pt x="1720619" y="466362"/>
                    <a:pt x="2021735" y="1015788"/>
                    <a:pt x="2021735" y="1691712"/>
                  </a:cubicBezTo>
                  <a:lnTo>
                    <a:pt x="2021104" y="1691712"/>
                  </a:lnTo>
                  <a:cubicBezTo>
                    <a:pt x="2021104" y="2367953"/>
                    <a:pt x="1719988" y="2917379"/>
                    <a:pt x="1540264" y="3184642"/>
                  </a:cubicBezTo>
                  <a:cubicBezTo>
                    <a:pt x="1480672" y="3273095"/>
                    <a:pt x="1419818" y="3352989"/>
                    <a:pt x="1359594" y="3424322"/>
                  </a:cubicBezTo>
                  <a:lnTo>
                    <a:pt x="1339415" y="3424322"/>
                  </a:lnTo>
                  <a:cubicBezTo>
                    <a:pt x="1401845" y="3351087"/>
                    <a:pt x="1465222" y="3268023"/>
                    <a:pt x="1527337" y="3175765"/>
                  </a:cubicBezTo>
                  <a:cubicBezTo>
                    <a:pt x="1706115" y="2909770"/>
                    <a:pt x="2005654" y="2363515"/>
                    <a:pt x="2005654" y="1691712"/>
                  </a:cubicBezTo>
                  <a:cubicBezTo>
                    <a:pt x="2005654" y="1019910"/>
                    <a:pt x="1706115" y="473654"/>
                    <a:pt x="1527652" y="207660"/>
                  </a:cubicBezTo>
                  <a:cubicBezTo>
                    <a:pt x="1477203" y="132205"/>
                    <a:pt x="1425493" y="63090"/>
                    <a:pt x="1374414" y="317"/>
                  </a:cubicBezTo>
                  <a:close/>
                  <a:moveTo>
                    <a:pt x="1148656" y="317"/>
                  </a:moveTo>
                  <a:lnTo>
                    <a:pt x="1165051" y="317"/>
                  </a:lnTo>
                  <a:cubicBezTo>
                    <a:pt x="1427700" y="421660"/>
                    <a:pt x="1659134" y="1009130"/>
                    <a:pt x="1659134" y="1694565"/>
                  </a:cubicBezTo>
                  <a:cubicBezTo>
                    <a:pt x="1659134" y="2380001"/>
                    <a:pt x="1414142" y="3002028"/>
                    <a:pt x="1142349" y="3424322"/>
                  </a:cubicBezTo>
                  <a:lnTo>
                    <a:pt x="1126269" y="3424322"/>
                  </a:lnTo>
                  <a:cubicBezTo>
                    <a:pt x="1397431" y="3004565"/>
                    <a:pt x="1643369" y="2362564"/>
                    <a:pt x="1643369" y="1694565"/>
                  </a:cubicBezTo>
                  <a:cubicBezTo>
                    <a:pt x="1643369" y="1026567"/>
                    <a:pt x="1410674" y="419124"/>
                    <a:pt x="1148656" y="317"/>
                  </a:cubicBezTo>
                  <a:close/>
                  <a:moveTo>
                    <a:pt x="1650620" y="0"/>
                  </a:moveTo>
                  <a:lnTo>
                    <a:pt x="1680890" y="0"/>
                  </a:lnTo>
                  <a:cubicBezTo>
                    <a:pt x="1726609" y="27899"/>
                    <a:pt x="1778004" y="63090"/>
                    <a:pt x="1833497" y="105573"/>
                  </a:cubicBezTo>
                  <a:lnTo>
                    <a:pt x="1833497" y="102086"/>
                  </a:lnTo>
                  <a:cubicBezTo>
                    <a:pt x="1876694" y="102086"/>
                    <a:pt x="2009753" y="166445"/>
                    <a:pt x="2174657" y="279627"/>
                  </a:cubicBezTo>
                  <a:cubicBezTo>
                    <a:pt x="2230151" y="294211"/>
                    <a:pt x="2376452" y="363959"/>
                    <a:pt x="2549239" y="472703"/>
                  </a:cubicBezTo>
                  <a:cubicBezTo>
                    <a:pt x="2669686" y="519624"/>
                    <a:pt x="2926975" y="640416"/>
                    <a:pt x="3179219" y="809080"/>
                  </a:cubicBezTo>
                  <a:lnTo>
                    <a:pt x="3179534" y="809080"/>
                  </a:lnTo>
                  <a:cubicBezTo>
                    <a:pt x="3478758" y="1009130"/>
                    <a:pt x="3835368" y="1322046"/>
                    <a:pt x="3835368" y="1676811"/>
                  </a:cubicBezTo>
                  <a:cubicBezTo>
                    <a:pt x="3835368" y="2031576"/>
                    <a:pt x="3478758" y="2344493"/>
                    <a:pt x="3179534" y="2544543"/>
                  </a:cubicBezTo>
                  <a:cubicBezTo>
                    <a:pt x="2943055" y="2702745"/>
                    <a:pt x="2702793" y="2818463"/>
                    <a:pt x="2574149" y="2871092"/>
                  </a:cubicBezTo>
                  <a:cubicBezTo>
                    <a:pt x="2405460" y="2978884"/>
                    <a:pt x="2258528" y="3052120"/>
                    <a:pt x="2190738" y="3074947"/>
                  </a:cubicBezTo>
                  <a:cubicBezTo>
                    <a:pt x="2022680" y="3192251"/>
                    <a:pt x="1885523" y="3259463"/>
                    <a:pt x="1837596" y="3262633"/>
                  </a:cubicBezTo>
                  <a:cubicBezTo>
                    <a:pt x="1735438" y="3341258"/>
                    <a:pt x="1645576" y="3396740"/>
                    <a:pt x="1581569" y="3424005"/>
                  </a:cubicBezTo>
                  <a:lnTo>
                    <a:pt x="1534273" y="3424005"/>
                  </a:lnTo>
                  <a:cubicBezTo>
                    <a:pt x="1644945" y="3396423"/>
                    <a:pt x="1926197" y="3205566"/>
                    <a:pt x="2185062" y="2918013"/>
                  </a:cubicBezTo>
                  <a:cubicBezTo>
                    <a:pt x="2636894" y="2416460"/>
                    <a:pt x="2731801" y="1971022"/>
                    <a:pt x="2731801" y="1685688"/>
                  </a:cubicBezTo>
                  <a:cubicBezTo>
                    <a:pt x="2731801" y="1400355"/>
                    <a:pt x="2636894" y="954917"/>
                    <a:pt x="2185062" y="453364"/>
                  </a:cubicBezTo>
                  <a:cubicBezTo>
                    <a:pt x="1993042" y="240314"/>
                    <a:pt x="1788724" y="79893"/>
                    <a:pt x="1650620" y="0"/>
                  </a:cubicBezTo>
                  <a:close/>
                  <a:moveTo>
                    <a:pt x="1552876" y="0"/>
                  </a:moveTo>
                  <a:lnTo>
                    <a:pt x="1576524" y="0"/>
                  </a:lnTo>
                  <a:cubicBezTo>
                    <a:pt x="1672061" y="88453"/>
                    <a:pt x="1772959" y="196880"/>
                    <a:pt x="1868811" y="320525"/>
                  </a:cubicBezTo>
                  <a:cubicBezTo>
                    <a:pt x="2061463" y="569082"/>
                    <a:pt x="2384650" y="1076659"/>
                    <a:pt x="2384650" y="1688542"/>
                  </a:cubicBezTo>
                  <a:cubicBezTo>
                    <a:pt x="2384650" y="2300424"/>
                    <a:pt x="2061463" y="2808318"/>
                    <a:pt x="1868811" y="3056559"/>
                  </a:cubicBezTo>
                  <a:lnTo>
                    <a:pt x="1868496" y="3056242"/>
                  </a:lnTo>
                  <a:cubicBezTo>
                    <a:pt x="1754986" y="3202713"/>
                    <a:pt x="1633909" y="3328260"/>
                    <a:pt x="1523868" y="3424005"/>
                  </a:cubicBezTo>
                  <a:lnTo>
                    <a:pt x="1499274" y="3424005"/>
                  </a:lnTo>
                  <a:cubicBezTo>
                    <a:pt x="1609315" y="3331113"/>
                    <a:pt x="1733861" y="3204298"/>
                    <a:pt x="1856199" y="3046730"/>
                  </a:cubicBezTo>
                  <a:cubicBezTo>
                    <a:pt x="2047589" y="2800075"/>
                    <a:pt x="2368570" y="2295669"/>
                    <a:pt x="2368570" y="1688542"/>
                  </a:cubicBezTo>
                  <a:cubicBezTo>
                    <a:pt x="2368570" y="1081415"/>
                    <a:pt x="2047589" y="577008"/>
                    <a:pt x="1856199" y="330353"/>
                  </a:cubicBezTo>
                  <a:cubicBezTo>
                    <a:pt x="1753410" y="197831"/>
                    <a:pt x="1649044" y="87185"/>
                    <a:pt x="1552876" y="0"/>
                  </a:cubicBezTo>
                  <a:close/>
                </a:path>
              </a:pathLst>
            </a:custGeom>
            <a:solidFill>
              <a:srgbClr val="0D004D"/>
            </a:solidFill>
            <a:ln w="204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72" name="Group 71" descr="Pearson logo, Graphic Waves accent image">
            <a:extLst>
              <a:ext uri="{FF2B5EF4-FFF2-40B4-BE49-F238E27FC236}">
                <a16:creationId xmlns:a16="http://schemas.microsoft.com/office/drawing/2014/main" id="{26F73939-7B28-5AB5-A84E-E923B3E0561C}"/>
              </a:ext>
            </a:extLst>
          </p:cNvPr>
          <p:cNvGrpSpPr/>
          <p:nvPr userDrawn="1"/>
        </p:nvGrpSpPr>
        <p:grpSpPr bwMode="gray">
          <a:xfrm>
            <a:off x="3216271" y="-2"/>
            <a:ext cx="2990089" cy="3429002"/>
            <a:chOff x="3216271" y="-2"/>
            <a:chExt cx="2990089" cy="3429002"/>
          </a:xfrm>
        </p:grpSpPr>
        <p:pic>
          <p:nvPicPr>
            <p:cNvPr id="73" name="Graphic Waves" descr="Graphic Waves accent image">
              <a:extLst>
                <a:ext uri="{FF2B5EF4-FFF2-40B4-BE49-F238E27FC236}">
                  <a16:creationId xmlns:a16="http://schemas.microsoft.com/office/drawing/2014/main" id="{8B3889FA-B81F-DA53-036A-0F8C91695850}"/>
                </a:ext>
                <a:ext uri="{C183D7F6-B498-43B3-948B-1728B52AA6E4}">
                  <adec:decorative xmlns:adec="http://schemas.microsoft.com/office/drawing/2017/decorative" val="0"/>
                </a:ext>
              </a:extLst>
            </p:cNvPr>
            <p:cNvPicPr/>
            <p:nvPr/>
          </p:nvPicPr>
          <p:blipFill>
            <a:blip r:embed="rId24" cstate="screen">
              <a:extLst>
                <a:ext uri="{28A0092B-C50C-407E-A947-70E740481C1C}">
                  <a14:useLocalDpi xmlns:a14="http://schemas.microsoft.com/office/drawing/2010/main"/>
                </a:ext>
              </a:extLst>
            </a:blip>
            <a:srcRect/>
            <a:stretch/>
          </p:blipFill>
          <p:spPr bwMode="gray">
            <a:xfrm rot="16200000">
              <a:off x="2996815" y="219454"/>
              <a:ext cx="3429002" cy="2990089"/>
            </a:xfrm>
            <a:prstGeom prst="rect">
              <a:avLst/>
            </a:prstGeom>
          </p:spPr>
        </p:pic>
        <p:pic>
          <p:nvPicPr>
            <p:cNvPr id="74" name="Pearson Logo" descr="Pearson Logo">
              <a:extLst>
                <a:ext uri="{FF2B5EF4-FFF2-40B4-BE49-F238E27FC236}">
                  <a16:creationId xmlns:a16="http://schemas.microsoft.com/office/drawing/2014/main" id="{61EE9138-C0BD-1933-F011-16F8029DABE6}"/>
                </a:ext>
                <a:ext uri="{C183D7F6-B498-43B3-948B-1728B52AA6E4}">
                  <adec:decorative xmlns:adec="http://schemas.microsoft.com/office/drawing/2017/decorative" val="0"/>
                </a:ext>
              </a:extLst>
            </p:cNvPr>
            <p:cNvPicPr/>
            <p:nvPr/>
          </p:nvPicPr>
          <p:blipFill>
            <a:blip r:embed="rId25">
              <a:extLst>
                <a:ext uri="{96DAC541-7B7A-43D3-8B79-37D633B846F1}">
                  <asvg:svgBlip xmlns:asvg="http://schemas.microsoft.com/office/drawing/2016/SVG/main" r:embed="rId26"/>
                </a:ext>
              </a:extLst>
            </a:blip>
            <a:stretch>
              <a:fillRect/>
            </a:stretch>
          </p:blipFill>
          <p:spPr bwMode="gray">
            <a:xfrm>
              <a:off x="3782677" y="1528770"/>
              <a:ext cx="1857278" cy="371456"/>
            </a:xfrm>
            <a:prstGeom prst="rect">
              <a:avLst/>
            </a:prstGeom>
          </p:spPr>
        </p:pic>
      </p:grpSp>
    </p:spTree>
    <p:extLst>
      <p:ext uri="{BB962C8B-B14F-4D97-AF65-F5344CB8AC3E}">
        <p14:creationId xmlns:p14="http://schemas.microsoft.com/office/powerpoint/2010/main" val="19956531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User Guide: PowerPoint Template Overview">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9" name="Section">
            <a:extLst>
              <a:ext uri="{FF2B5EF4-FFF2-40B4-BE49-F238E27FC236}">
                <a16:creationId xmlns:a16="http://schemas.microsoft.com/office/drawing/2014/main" id="{BFCB3A81-1EE5-0199-ACC2-9BC7391F76DA}"/>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33609"/>
            <a:ext cx="2529586"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PowerPoint</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Template Overview</a:t>
            </a:r>
          </a:p>
        </p:txBody>
      </p:sp>
      <p:grpSp>
        <p:nvGrpSpPr>
          <p:cNvPr id="23" name="Group 22" descr="Slide Preview">
            <a:extLst>
              <a:ext uri="{FF2B5EF4-FFF2-40B4-BE49-F238E27FC236}">
                <a16:creationId xmlns:a16="http://schemas.microsoft.com/office/drawing/2014/main" id="{795660F2-A973-1C54-CBC9-B909B929814D}"/>
              </a:ext>
            </a:extLst>
          </p:cNvPr>
          <p:cNvGrpSpPr/>
          <p:nvPr userDrawn="1"/>
        </p:nvGrpSpPr>
        <p:grpSpPr>
          <a:xfrm>
            <a:off x="3629914" y="772631"/>
            <a:ext cx="8181226" cy="5312738"/>
            <a:chOff x="4160429" y="548640"/>
            <a:chExt cx="4747673" cy="3083052"/>
          </a:xfrm>
        </p:grpSpPr>
        <p:pic>
          <p:nvPicPr>
            <p:cNvPr id="29" name="Picture 28">
              <a:extLst>
                <a:ext uri="{FF2B5EF4-FFF2-40B4-BE49-F238E27FC236}">
                  <a16:creationId xmlns:a16="http://schemas.microsoft.com/office/drawing/2014/main" id="{59EA7322-BBC6-C4CC-9D13-EF15BA4FF6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4160429" y="552450"/>
              <a:ext cx="1105408" cy="621792"/>
            </a:xfrm>
            <a:prstGeom prst="rect">
              <a:avLst/>
            </a:prstGeom>
          </p:spPr>
        </p:pic>
        <p:pic>
          <p:nvPicPr>
            <p:cNvPr id="31" name="Picture 30">
              <a:extLst>
                <a:ext uri="{FF2B5EF4-FFF2-40B4-BE49-F238E27FC236}">
                  <a16:creationId xmlns:a16="http://schemas.microsoft.com/office/drawing/2014/main" id="{F5620CB6-639A-BBDC-3B3E-D93AB3B3438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gray">
            <a:xfrm>
              <a:off x="5365956" y="552450"/>
              <a:ext cx="1105408" cy="621792"/>
            </a:xfrm>
            <a:prstGeom prst="rect">
              <a:avLst/>
            </a:prstGeom>
          </p:spPr>
        </p:pic>
        <p:pic>
          <p:nvPicPr>
            <p:cNvPr id="41" name="Picture 40">
              <a:extLst>
                <a:ext uri="{FF2B5EF4-FFF2-40B4-BE49-F238E27FC236}">
                  <a16:creationId xmlns:a16="http://schemas.microsoft.com/office/drawing/2014/main" id="{E89A5837-04CB-099D-6F1C-A79BF60A445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gray">
            <a:xfrm>
              <a:off x="6571482" y="548640"/>
              <a:ext cx="1105408" cy="621792"/>
            </a:xfrm>
            <a:prstGeom prst="rect">
              <a:avLst/>
            </a:prstGeom>
          </p:spPr>
        </p:pic>
        <p:pic>
          <p:nvPicPr>
            <p:cNvPr id="46" name="Picture 45">
              <a:extLst>
                <a:ext uri="{FF2B5EF4-FFF2-40B4-BE49-F238E27FC236}">
                  <a16:creationId xmlns:a16="http://schemas.microsoft.com/office/drawing/2014/main" id="{7FAFDD96-C393-BC56-B04F-2942113F02C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bwMode="gray">
            <a:xfrm>
              <a:off x="5365954" y="3009899"/>
              <a:ext cx="1105408" cy="621792"/>
            </a:xfrm>
            <a:prstGeom prst="rect">
              <a:avLst/>
            </a:prstGeom>
          </p:spPr>
        </p:pic>
        <p:pic>
          <p:nvPicPr>
            <p:cNvPr id="47" name="Picture 46">
              <a:extLst>
                <a:ext uri="{FF2B5EF4-FFF2-40B4-BE49-F238E27FC236}">
                  <a16:creationId xmlns:a16="http://schemas.microsoft.com/office/drawing/2014/main" id="{BB17D0E1-06C7-25F0-6C8D-24A2ACD15702}"/>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bwMode="gray">
            <a:xfrm>
              <a:off x="6571482" y="1371600"/>
              <a:ext cx="1105408" cy="621792"/>
            </a:xfrm>
            <a:prstGeom prst="rect">
              <a:avLst/>
            </a:prstGeom>
          </p:spPr>
        </p:pic>
        <p:pic>
          <p:nvPicPr>
            <p:cNvPr id="48" name="Picture 47">
              <a:extLst>
                <a:ext uri="{FF2B5EF4-FFF2-40B4-BE49-F238E27FC236}">
                  <a16:creationId xmlns:a16="http://schemas.microsoft.com/office/drawing/2014/main" id="{3D2E0097-C257-B820-226A-29921D001B69}"/>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bwMode="gray">
            <a:xfrm>
              <a:off x="7777008" y="1371600"/>
              <a:ext cx="1105408" cy="621792"/>
            </a:xfrm>
            <a:prstGeom prst="rect">
              <a:avLst/>
            </a:prstGeom>
          </p:spPr>
        </p:pic>
        <p:pic>
          <p:nvPicPr>
            <p:cNvPr id="50" name="Picture 49">
              <a:extLst>
                <a:ext uri="{FF2B5EF4-FFF2-40B4-BE49-F238E27FC236}">
                  <a16:creationId xmlns:a16="http://schemas.microsoft.com/office/drawing/2014/main" id="{E76B5754-5231-6A1C-C527-F834C94802BB}"/>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bwMode="gray">
            <a:xfrm>
              <a:off x="5365956" y="1371600"/>
              <a:ext cx="1105408" cy="621792"/>
            </a:xfrm>
            <a:prstGeom prst="rect">
              <a:avLst/>
            </a:prstGeom>
          </p:spPr>
        </p:pic>
        <p:pic>
          <p:nvPicPr>
            <p:cNvPr id="66" name="Picture 65">
              <a:extLst>
                <a:ext uri="{FF2B5EF4-FFF2-40B4-BE49-F238E27FC236}">
                  <a16:creationId xmlns:a16="http://schemas.microsoft.com/office/drawing/2014/main" id="{DD7CE829-C8EC-6192-1F31-08A2D200BC52}"/>
                </a:ext>
              </a:extLst>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bwMode="gray">
            <a:xfrm>
              <a:off x="7802694" y="2190750"/>
              <a:ext cx="1105408" cy="621792"/>
            </a:xfrm>
            <a:prstGeom prst="rect">
              <a:avLst/>
            </a:prstGeom>
          </p:spPr>
        </p:pic>
        <p:pic>
          <p:nvPicPr>
            <p:cNvPr id="76" name="Picture 75">
              <a:extLst>
                <a:ext uri="{FF2B5EF4-FFF2-40B4-BE49-F238E27FC236}">
                  <a16:creationId xmlns:a16="http://schemas.microsoft.com/office/drawing/2014/main" id="{4EC736C4-87C8-E3A5-4649-272ABBBC4533}"/>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bwMode="gray">
            <a:xfrm>
              <a:off x="7777008" y="3009899"/>
              <a:ext cx="1105408" cy="621792"/>
            </a:xfrm>
            <a:prstGeom prst="rect">
              <a:avLst/>
            </a:prstGeom>
            <a:ln w="3175">
              <a:solidFill>
                <a:srgbClr val="C1BFFF"/>
              </a:solidFill>
            </a:ln>
          </p:spPr>
        </p:pic>
        <p:pic>
          <p:nvPicPr>
            <p:cNvPr id="79" name="Picture 78">
              <a:extLst>
                <a:ext uri="{FF2B5EF4-FFF2-40B4-BE49-F238E27FC236}">
                  <a16:creationId xmlns:a16="http://schemas.microsoft.com/office/drawing/2014/main" id="{2139647E-7084-C988-BBAA-315FF0DF1F55}"/>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bwMode="gray">
            <a:xfrm>
              <a:off x="6569400" y="2190750"/>
              <a:ext cx="1105408" cy="621792"/>
            </a:xfrm>
            <a:prstGeom prst="rect">
              <a:avLst/>
            </a:prstGeom>
          </p:spPr>
        </p:pic>
        <p:pic>
          <p:nvPicPr>
            <p:cNvPr id="81" name="Picture 80">
              <a:extLst>
                <a:ext uri="{FF2B5EF4-FFF2-40B4-BE49-F238E27FC236}">
                  <a16:creationId xmlns:a16="http://schemas.microsoft.com/office/drawing/2014/main" id="{5BD7527B-CE87-869D-30A3-817A82440DB1}"/>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bwMode="gray">
            <a:xfrm>
              <a:off x="4160429" y="2190750"/>
              <a:ext cx="1105408" cy="621792"/>
            </a:xfrm>
            <a:prstGeom prst="rect">
              <a:avLst/>
            </a:prstGeom>
          </p:spPr>
        </p:pic>
        <p:pic>
          <p:nvPicPr>
            <p:cNvPr id="83" name="Picture 82">
              <a:extLst>
                <a:ext uri="{FF2B5EF4-FFF2-40B4-BE49-F238E27FC236}">
                  <a16:creationId xmlns:a16="http://schemas.microsoft.com/office/drawing/2014/main" id="{8984C9CC-368A-4029-D1BC-939E46F40CC6}"/>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bwMode="gray">
            <a:xfrm>
              <a:off x="6569400" y="3009899"/>
              <a:ext cx="1105408" cy="621792"/>
            </a:xfrm>
            <a:prstGeom prst="rect">
              <a:avLst/>
            </a:prstGeom>
          </p:spPr>
        </p:pic>
        <p:pic>
          <p:nvPicPr>
            <p:cNvPr id="88" name="Picture 87">
              <a:extLst>
                <a:ext uri="{FF2B5EF4-FFF2-40B4-BE49-F238E27FC236}">
                  <a16:creationId xmlns:a16="http://schemas.microsoft.com/office/drawing/2014/main" id="{250E2C0C-640E-1EC9-8254-B45ED181423C}"/>
                </a:ext>
              </a:extLst>
            </p:cNvPr>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bwMode="gray">
            <a:xfrm>
              <a:off x="5365955" y="2190750"/>
              <a:ext cx="1105408" cy="621792"/>
            </a:xfrm>
            <a:prstGeom prst="rect">
              <a:avLst/>
            </a:prstGeom>
            <a:ln w="3175">
              <a:solidFill>
                <a:srgbClr val="C1BFFF"/>
              </a:solidFill>
            </a:ln>
          </p:spPr>
        </p:pic>
        <p:pic>
          <p:nvPicPr>
            <p:cNvPr id="89" name="Picture 88">
              <a:extLst>
                <a:ext uri="{FF2B5EF4-FFF2-40B4-BE49-F238E27FC236}">
                  <a16:creationId xmlns:a16="http://schemas.microsoft.com/office/drawing/2014/main" id="{73D3599F-D3C7-F989-203A-EE043AB2EF91}"/>
                </a:ext>
              </a:extLst>
            </p:cNvPr>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4160429" y="3009900"/>
              <a:ext cx="1105408" cy="621792"/>
            </a:xfrm>
            <a:prstGeom prst="rect">
              <a:avLst/>
            </a:prstGeom>
          </p:spPr>
        </p:pic>
        <p:pic>
          <p:nvPicPr>
            <p:cNvPr id="90" name="Picture 89">
              <a:extLst>
                <a:ext uri="{FF2B5EF4-FFF2-40B4-BE49-F238E27FC236}">
                  <a16:creationId xmlns:a16="http://schemas.microsoft.com/office/drawing/2014/main" id="{E495B4B1-8B6E-44F0-8837-BA0D467DEC9B}"/>
                </a:ext>
              </a:extLst>
            </p:cNvPr>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7777008" y="548640"/>
              <a:ext cx="1105408" cy="621792"/>
            </a:xfrm>
            <a:prstGeom prst="rect">
              <a:avLst/>
            </a:prstGeom>
          </p:spPr>
        </p:pic>
        <p:pic>
          <p:nvPicPr>
            <p:cNvPr id="91" name="Picture 90">
              <a:extLst>
                <a:ext uri="{FF2B5EF4-FFF2-40B4-BE49-F238E27FC236}">
                  <a16:creationId xmlns:a16="http://schemas.microsoft.com/office/drawing/2014/main" id="{A694B096-DFD3-ACC0-EF48-D34C836372BD}"/>
                </a:ext>
              </a:extLst>
            </p:cNvPr>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4160429" y="1371600"/>
              <a:ext cx="1105408" cy="621792"/>
            </a:xfrm>
            <a:prstGeom prst="rect">
              <a:avLst/>
            </a:prstGeom>
          </p:spPr>
        </p:pic>
      </p:grpSp>
      <p:sp>
        <p:nvSpPr>
          <p:cNvPr id="2" name="Text Placeholder 1">
            <a:extLst>
              <a:ext uri="{FF2B5EF4-FFF2-40B4-BE49-F238E27FC236}">
                <a16:creationId xmlns:a16="http://schemas.microsoft.com/office/drawing/2014/main" id="{2AE14173-EE69-CB64-E6B1-1C7C7E3622B5}"/>
              </a:ext>
            </a:extLst>
          </p:cNvPr>
          <p:cNvSpPr txBox="1">
            <a:spLocks/>
          </p:cNvSpPr>
          <p:nvPr userDrawn="1"/>
        </p:nvSpPr>
        <p:spPr bwMode="gray">
          <a:xfrm>
            <a:off x="567880" y="1397187"/>
            <a:ext cx="2432772" cy="368083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b="1" kern="1200" dirty="0">
                <a:solidFill>
                  <a:schemeClr val="tx2"/>
                </a:solidFill>
                <a:effectLst/>
                <a:latin typeface="+mj-lt"/>
                <a:ea typeface="+mn-ea"/>
                <a:cs typeface="+mn-cs"/>
              </a:rPr>
              <a:t>This template is designed to help you create effective video course slides. With various layouts available, you can tailor your content to fit your topic. </a:t>
            </a:r>
            <a:endParaRPr lang="en-US" sz="1100" kern="1200" dirty="0">
              <a:solidFill>
                <a:schemeClr val="tx2"/>
              </a:solidFill>
              <a:effectLst/>
              <a:latin typeface="+mj-lt"/>
              <a:ea typeface="+mn-ea"/>
              <a:cs typeface="+mn-cs"/>
            </a:endParaRP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kern="1200" dirty="0">
                <a:solidFill>
                  <a:schemeClr val="tx2"/>
                </a:solidFill>
                <a:effectLst/>
                <a:latin typeface="+mj-lt"/>
                <a:ea typeface="+mn-ea"/>
                <a:cs typeface="+mn-cs"/>
              </a:rPr>
              <a:t>Be sure to craft clear, concise language and break down complex information into smaller segments. Highlight key points with bullet points and avoid overcrowding slides with text. Enhance your content with visuals like images, graphs, and charts to make your points memorable. Practice presenting your content confidently to enrich the learning experience. </a:t>
            </a: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kern="1200" dirty="0">
                <a:solidFill>
                  <a:schemeClr val="tx2"/>
                </a:solidFill>
                <a:effectLst/>
                <a:latin typeface="+mj-lt"/>
                <a:ea typeface="+mn-ea"/>
                <a:cs typeface="+mn-cs"/>
              </a:rPr>
              <a:t>Refer to the </a:t>
            </a:r>
            <a:r>
              <a:rPr lang="en-US" sz="1100" b="1" kern="1200" dirty="0">
                <a:solidFill>
                  <a:schemeClr val="tx2"/>
                </a:solidFill>
                <a:effectLst/>
                <a:latin typeface="+mj-lt"/>
                <a:ea typeface="+mn-ea"/>
                <a:cs typeface="+mn-cs"/>
              </a:rPr>
              <a:t>User Guide </a:t>
            </a:r>
            <a:r>
              <a:rPr lang="en-US" sz="1100" b="0" kern="1200" dirty="0">
                <a:solidFill>
                  <a:schemeClr val="tx2"/>
                </a:solidFill>
                <a:effectLst/>
                <a:latin typeface="+mj-lt"/>
                <a:ea typeface="+mn-ea"/>
                <a:cs typeface="+mn-cs"/>
              </a:rPr>
              <a:t>in</a:t>
            </a:r>
            <a:r>
              <a:rPr lang="en-US" sz="1100" b="1" kern="1200" dirty="0">
                <a:solidFill>
                  <a:schemeClr val="tx2"/>
                </a:solidFill>
                <a:effectLst/>
                <a:latin typeface="+mj-lt"/>
                <a:ea typeface="+mn-ea"/>
                <a:cs typeface="+mn-cs"/>
              </a:rPr>
              <a:t> Slides 37-44 </a:t>
            </a:r>
            <a:r>
              <a:rPr lang="en-US" sz="1100" kern="1200" dirty="0">
                <a:solidFill>
                  <a:schemeClr val="tx2"/>
                </a:solidFill>
                <a:effectLst/>
                <a:latin typeface="+mj-lt"/>
                <a:ea typeface="+mn-ea"/>
                <a:cs typeface="+mn-cs"/>
              </a:rPr>
              <a:t>for more details on design, color, and icons you can use to create visually appealing slides with ease.</a:t>
            </a:r>
          </a:p>
        </p:txBody>
      </p:sp>
      <p:pic>
        <p:nvPicPr>
          <p:cNvPr id="5" name="Pearson Logo" descr="Pearson Logo">
            <a:extLst>
              <a:ext uri="{FF2B5EF4-FFF2-40B4-BE49-F238E27FC236}">
                <a16:creationId xmlns:a16="http://schemas.microsoft.com/office/drawing/2014/main" id="{88E577D6-E363-6115-B906-8B3928DF670F}"/>
              </a:ext>
            </a:extLst>
          </p:cNvPr>
          <p:cNvPicPr/>
          <p:nvPr userDrawn="1"/>
        </p:nvPicPr>
        <p:blipFill>
          <a:blip r:embed="rId18">
            <a:extLst>
              <a:ext uri="{96DAC541-7B7A-43D3-8B79-37D633B846F1}">
                <asvg:svgBlip xmlns:asvg="http://schemas.microsoft.com/office/drawing/2016/SVG/main" r:embed="rId19"/>
              </a:ext>
            </a:extLst>
          </a:blip>
          <a:stretch>
            <a:fillRect/>
          </a:stretch>
        </p:blipFill>
        <p:spPr>
          <a:xfrm>
            <a:off x="420229" y="6430897"/>
            <a:ext cx="1115612" cy="223122"/>
          </a:xfrm>
          <a:prstGeom prst="rect">
            <a:avLst/>
          </a:prstGeom>
        </p:spPr>
      </p:pic>
      <p:sp>
        <p:nvSpPr>
          <p:cNvPr id="7" name="Rounded Rectangle text">
            <a:extLst>
              <a:ext uri="{FF2B5EF4-FFF2-40B4-BE49-F238E27FC236}">
                <a16:creationId xmlns:a16="http://schemas.microsoft.com/office/drawing/2014/main" id="{6053DDE2-1275-56C7-2993-E2282A376E60}"/>
              </a:ext>
            </a:extLst>
          </p:cNvPr>
          <p:cNvSpPr>
            <a:spLocks/>
          </p:cNvSpPr>
          <p:nvPr userDrawn="1"/>
        </p:nvSpPr>
        <p:spPr>
          <a:xfrm>
            <a:off x="488782" y="4941880"/>
            <a:ext cx="2500945" cy="128503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endParaRPr lang="en-US" sz="1100" b="1" kern="1200" dirty="0">
              <a:solidFill>
                <a:srgbClr val="512EAB"/>
              </a:solidFill>
              <a:effectLst/>
              <a:latin typeface="+mj-lt"/>
              <a:ea typeface="+mn-ea"/>
              <a:cs typeface="+mn-cs"/>
            </a:endParaRP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b="1" i="1" kern="1200" dirty="0">
                <a:solidFill>
                  <a:srgbClr val="12A2F3"/>
                </a:solidFill>
                <a:effectLst/>
                <a:latin typeface="+mj-lt"/>
                <a:ea typeface="+mn-ea"/>
                <a:cs typeface="+mn-cs"/>
              </a:rPr>
              <a:t>NOTE: </a:t>
            </a:r>
            <a:r>
              <a:rPr lang="en-US" sz="1100" i="1" kern="1200" dirty="0">
                <a:solidFill>
                  <a:srgbClr val="12A2F3"/>
                </a:solidFill>
                <a:effectLst/>
                <a:latin typeface="+mj-lt"/>
                <a:ea typeface="+mn-ea"/>
                <a:cs typeface="+mn-cs"/>
              </a:rPr>
              <a:t>If your video course is Microsoft Press branded, use </a:t>
            </a:r>
            <a:r>
              <a:rPr lang="en-US" sz="1100" b="1" i="1" kern="1200" dirty="0">
                <a:solidFill>
                  <a:srgbClr val="12A2F3"/>
                </a:solidFill>
                <a:effectLst/>
                <a:latin typeface="+mj-lt"/>
                <a:ea typeface="+mn-ea"/>
                <a:cs typeface="+mn-cs"/>
              </a:rPr>
              <a:t>Slides 45-50</a:t>
            </a:r>
            <a:r>
              <a:rPr lang="en-US" sz="1100" i="1" kern="1200" dirty="0">
                <a:solidFill>
                  <a:srgbClr val="12A2F3"/>
                </a:solidFill>
                <a:effectLst/>
                <a:latin typeface="+mj-lt"/>
                <a:ea typeface="+mn-ea"/>
                <a:cs typeface="+mn-cs"/>
              </a:rPr>
              <a:t> at the end of the deck when building your presentation. </a:t>
            </a:r>
          </a:p>
        </p:txBody>
      </p:sp>
      <p:pic>
        <p:nvPicPr>
          <p:cNvPr id="4" name="Picture 3" descr="A black background with grey text&#10;&#10;AI-generated content may be incorrect.">
            <a:extLst>
              <a:ext uri="{FF2B5EF4-FFF2-40B4-BE49-F238E27FC236}">
                <a16:creationId xmlns:a16="http://schemas.microsoft.com/office/drawing/2014/main" id="{F553760A-0F52-FAE5-08FC-E8906991AA2C}"/>
              </a:ext>
            </a:extLst>
          </p:cNvPr>
          <p:cNvPicPr>
            <a:picLocks noChangeAspect="1"/>
          </p:cNvPicPr>
          <p:nvPr userDrawn="1"/>
        </p:nvPicPr>
        <p:blipFill>
          <a:blip r:embed="rId20"/>
          <a:stretch>
            <a:fillRect/>
          </a:stretch>
        </p:blipFill>
        <p:spPr>
          <a:xfrm>
            <a:off x="650567" y="4915381"/>
            <a:ext cx="858640" cy="482985"/>
          </a:xfrm>
          <a:prstGeom prst="rect">
            <a:avLst/>
          </a:prstGeom>
        </p:spPr>
      </p:pic>
    </p:spTree>
    <p:extLst>
      <p:ext uri="{BB962C8B-B14F-4D97-AF65-F5344CB8AC3E}">
        <p14:creationId xmlns:p14="http://schemas.microsoft.com/office/powerpoint/2010/main" val="37648681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User Guide: Color Palette">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 name="Section">
            <a:extLst>
              <a:ext uri="{FF2B5EF4-FFF2-40B4-BE49-F238E27FC236}">
                <a16:creationId xmlns:a16="http://schemas.microsoft.com/office/drawing/2014/main" id="{267FD5A7-2F40-29A2-DD34-E71622772FE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Color Palette</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3" y="1091953"/>
            <a:ext cx="2432733" cy="549527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1" noProof="0" dirty="0">
                <a:latin typeface="+mj-lt"/>
                <a:cs typeface="Segoe UI" panose="020B0502040204020203" pitchFamily="34" charset="0"/>
              </a:rPr>
              <a:t>Pearson Purple is the cornerstone of our brand identity. This lead color is the foundation for all design and branding touchpoints, supported by the primary purples.</a:t>
            </a:r>
          </a:p>
          <a:p>
            <a:endParaRPr lang="en-US" sz="1200" b="1" noProof="0" dirty="0">
              <a:latin typeface="+mj-lt"/>
              <a:cs typeface="Segoe UI" panose="020B0502040204020203" pitchFamily="34" charset="0"/>
            </a:endParaRPr>
          </a:p>
          <a:p>
            <a:r>
              <a:rPr lang="en-US" sz="1200" b="1" noProof="0" dirty="0">
                <a:latin typeface="+mj-lt"/>
                <a:cs typeface="Segoe UI" panose="020B0502040204020203" pitchFamily="34" charset="0"/>
              </a:rPr>
              <a:t>Primary colors: </a:t>
            </a:r>
            <a:r>
              <a:rPr lang="en-US" sz="1200" noProof="0" dirty="0">
                <a:latin typeface="+mj-lt"/>
                <a:cs typeface="Segoe UI" panose="020B0502040204020203" pitchFamily="34" charset="0"/>
              </a:rPr>
              <a:t>The key supporting colors, reinforcing Pearson Purple as the backbone of this brand system. Use these in backgrounds, gradients, and as primary colors within graphic elements.</a:t>
            </a:r>
          </a:p>
          <a:p>
            <a:r>
              <a:rPr lang="en-US" sz="1200" b="1" noProof="0" dirty="0">
                <a:latin typeface="+mj-lt"/>
                <a:cs typeface="Segoe UI" panose="020B0502040204020203" pitchFamily="34" charset="0"/>
              </a:rPr>
              <a:t>Secondary color: </a:t>
            </a:r>
            <a:r>
              <a:rPr lang="en-US" sz="1200" noProof="0" dirty="0">
                <a:latin typeface="+mj-lt"/>
                <a:cs typeface="Segoe UI" panose="020B0502040204020203" pitchFamily="34" charset="0"/>
              </a:rPr>
              <a:t>Use Amethyst to complement the primary palette and to emphasize shifts in content or highlight key messaging. </a:t>
            </a:r>
          </a:p>
          <a:p>
            <a:r>
              <a:rPr lang="en-US" sz="1200" b="1" noProof="0" dirty="0">
                <a:latin typeface="+mj-lt"/>
                <a:cs typeface="Segoe UI" panose="020B0502040204020203" pitchFamily="34" charset="0"/>
              </a:rPr>
              <a:t>Accent colors: </a:t>
            </a:r>
            <a:r>
              <a:rPr lang="en-US" sz="1200" noProof="0" dirty="0">
                <a:latin typeface="+mj-lt"/>
                <a:cs typeface="Segoe UI" panose="020B0502040204020203" pitchFamily="34" charset="0"/>
              </a:rPr>
              <a:t>Whenever possible, use the full-strength version of each accent color. When differentiation is needed, tints of these colors can be applied thoughtfully to maintain visual clarity and consistency.</a:t>
            </a:r>
          </a:p>
          <a:p>
            <a:endParaRPr lang="en-US" sz="1200" noProof="0" dirty="0">
              <a:latin typeface="+mj-lt"/>
              <a:cs typeface="Segoe UI" panose="020B0502040204020203" pitchFamily="34" charset="0"/>
            </a:endParaRPr>
          </a:p>
        </p:txBody>
      </p:sp>
      <p:grpSp>
        <p:nvGrpSpPr>
          <p:cNvPr id="20" name="Group 19">
            <a:extLst>
              <a:ext uri="{FF2B5EF4-FFF2-40B4-BE49-F238E27FC236}">
                <a16:creationId xmlns:a16="http://schemas.microsoft.com/office/drawing/2014/main" id="{D1107CD9-65E0-13D9-46AB-8F5EBBCC8A4D}"/>
              </a:ext>
              <a:ext uri="{C183D7F6-B498-43B3-948B-1728B52AA6E4}">
                <adec:decorative xmlns:adec="http://schemas.microsoft.com/office/drawing/2017/decorative" val="1"/>
              </a:ext>
            </a:extLst>
          </p:cNvPr>
          <p:cNvGrpSpPr/>
          <p:nvPr userDrawn="1"/>
        </p:nvGrpSpPr>
        <p:grpSpPr bwMode="gray">
          <a:xfrm>
            <a:off x="4294187" y="1185478"/>
            <a:ext cx="1730376" cy="4833245"/>
            <a:chOff x="4294187" y="1368396"/>
            <a:chExt cx="1730376" cy="4273416"/>
          </a:xfrm>
        </p:grpSpPr>
        <p:sp>
          <p:nvSpPr>
            <p:cNvPr id="21" name="Rectangle 20">
              <a:extLst>
                <a:ext uri="{FF2B5EF4-FFF2-40B4-BE49-F238E27FC236}">
                  <a16:creationId xmlns:a16="http://schemas.microsoft.com/office/drawing/2014/main" id="{6E986EC7-2AD2-DB77-AF26-C6EE859722EC}"/>
                </a:ext>
              </a:extLst>
            </p:cNvPr>
            <p:cNvSpPr/>
            <p:nvPr/>
          </p:nvSpPr>
          <p:spPr bwMode="gray">
            <a:xfrm>
              <a:off x="4294188" y="1368396"/>
              <a:ext cx="1730374" cy="2177551"/>
            </a:xfrm>
            <a:prstGeom prst="rect">
              <a:avLst/>
            </a:prstGeom>
            <a:solidFill>
              <a:srgbClr val="0D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2" name="Rectangle 21">
              <a:extLst>
                <a:ext uri="{FF2B5EF4-FFF2-40B4-BE49-F238E27FC236}">
                  <a16:creationId xmlns:a16="http://schemas.microsoft.com/office/drawing/2014/main" id="{0A324378-83D1-D5EF-0BBE-1EE2FF67E0F3}"/>
                </a:ext>
              </a:extLst>
            </p:cNvPr>
            <p:cNvSpPr/>
            <p:nvPr/>
          </p:nvSpPr>
          <p:spPr bwMode="gray">
            <a:xfrm>
              <a:off x="4294187" y="3545947"/>
              <a:ext cx="930483" cy="1110902"/>
            </a:xfrm>
            <a:prstGeom prst="rect">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nvGrpSpPr>
            <p:cNvPr id="23" name="Group 22">
              <a:extLst>
                <a:ext uri="{FF2B5EF4-FFF2-40B4-BE49-F238E27FC236}">
                  <a16:creationId xmlns:a16="http://schemas.microsoft.com/office/drawing/2014/main" id="{727E7931-7069-B7D5-BFF3-4D9B6A8D692E}"/>
                </a:ext>
              </a:extLst>
            </p:cNvPr>
            <p:cNvGrpSpPr/>
            <p:nvPr/>
          </p:nvGrpSpPr>
          <p:grpSpPr bwMode="gray">
            <a:xfrm>
              <a:off x="4294187" y="5083857"/>
              <a:ext cx="1730374" cy="557955"/>
              <a:chOff x="548639" y="5537577"/>
              <a:chExt cx="2667635" cy="640052"/>
            </a:xfrm>
          </p:grpSpPr>
          <p:sp>
            <p:nvSpPr>
              <p:cNvPr id="31" name="Rectangle 30">
                <a:extLst>
                  <a:ext uri="{FF2B5EF4-FFF2-40B4-BE49-F238E27FC236}">
                    <a16:creationId xmlns:a16="http://schemas.microsoft.com/office/drawing/2014/main" id="{037ECA06-D18B-8942-7506-9CB037696E8D}"/>
                  </a:ext>
                </a:extLst>
              </p:cNvPr>
              <p:cNvSpPr/>
              <p:nvPr/>
            </p:nvSpPr>
            <p:spPr bwMode="gray">
              <a:xfrm>
                <a:off x="548639" y="5537577"/>
                <a:ext cx="2667635" cy="213217"/>
              </a:xfrm>
              <a:prstGeom prst="rect">
                <a:avLst/>
              </a:prstGeom>
              <a:solidFill>
                <a:srgbClr val="DF41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2" name="Rectangle 31">
                <a:extLst>
                  <a:ext uri="{FF2B5EF4-FFF2-40B4-BE49-F238E27FC236}">
                    <a16:creationId xmlns:a16="http://schemas.microsoft.com/office/drawing/2014/main" id="{77973ED2-1002-5E34-F5B7-F2852DD59D30}"/>
                  </a:ext>
                </a:extLst>
              </p:cNvPr>
              <p:cNvSpPr/>
              <p:nvPr/>
            </p:nvSpPr>
            <p:spPr bwMode="gray">
              <a:xfrm>
                <a:off x="548639" y="5752812"/>
                <a:ext cx="2667635" cy="213218"/>
              </a:xfrm>
              <a:prstGeom prst="rect">
                <a:avLst/>
              </a:prstGeom>
              <a:solidFill>
                <a:srgbClr val="FFC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3" name="Rectangle 32">
                <a:extLst>
                  <a:ext uri="{FF2B5EF4-FFF2-40B4-BE49-F238E27FC236}">
                    <a16:creationId xmlns:a16="http://schemas.microsoft.com/office/drawing/2014/main" id="{25103BCF-85AC-430B-A63D-42C6A6AB8E7A}"/>
                  </a:ext>
                </a:extLst>
              </p:cNvPr>
              <p:cNvSpPr/>
              <p:nvPr/>
            </p:nvSpPr>
            <p:spPr bwMode="gray">
              <a:xfrm>
                <a:off x="548639" y="5964411"/>
                <a:ext cx="2667635" cy="213218"/>
              </a:xfrm>
              <a:prstGeom prst="rect">
                <a:avLst/>
              </a:prstGeom>
              <a:solidFill>
                <a:srgbClr val="56E2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sp>
          <p:nvSpPr>
            <p:cNvPr id="24" name="Rectangle 23">
              <a:extLst>
                <a:ext uri="{FF2B5EF4-FFF2-40B4-BE49-F238E27FC236}">
                  <a16:creationId xmlns:a16="http://schemas.microsoft.com/office/drawing/2014/main" id="{0006FF7A-B2F1-65D5-E5F7-D46AB47010AF}"/>
                </a:ext>
              </a:extLst>
            </p:cNvPr>
            <p:cNvSpPr/>
            <p:nvPr/>
          </p:nvSpPr>
          <p:spPr bwMode="gray">
            <a:xfrm>
              <a:off x="5623493" y="1368396"/>
              <a:ext cx="401070" cy="2177551"/>
            </a:xfrm>
            <a:prstGeom prst="rect">
              <a:avLst/>
            </a:prstGeom>
            <a:solidFill>
              <a:srgbClr val="0D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5" name="Rectangle 24">
              <a:extLst>
                <a:ext uri="{FF2B5EF4-FFF2-40B4-BE49-F238E27FC236}">
                  <a16:creationId xmlns:a16="http://schemas.microsoft.com/office/drawing/2014/main" id="{7A7CA108-34F3-55BF-57C4-C08DFB86A5B3}"/>
                </a:ext>
              </a:extLst>
            </p:cNvPr>
            <p:cNvSpPr/>
            <p:nvPr/>
          </p:nvSpPr>
          <p:spPr bwMode="gray">
            <a:xfrm>
              <a:off x="5224670" y="3545947"/>
              <a:ext cx="799893" cy="1110902"/>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nvGrpSpPr>
            <p:cNvPr id="26" name="Group 25">
              <a:extLst>
                <a:ext uri="{FF2B5EF4-FFF2-40B4-BE49-F238E27FC236}">
                  <a16:creationId xmlns:a16="http://schemas.microsoft.com/office/drawing/2014/main" id="{F56274A5-8035-D7CC-D422-F52877731AA3}"/>
                </a:ext>
              </a:extLst>
            </p:cNvPr>
            <p:cNvGrpSpPr/>
            <p:nvPr/>
          </p:nvGrpSpPr>
          <p:grpSpPr bwMode="gray">
            <a:xfrm>
              <a:off x="5623493" y="5083857"/>
              <a:ext cx="401070" cy="557954"/>
              <a:chOff x="548639" y="5537577"/>
              <a:chExt cx="2667635" cy="640052"/>
            </a:xfrm>
          </p:grpSpPr>
          <p:sp>
            <p:nvSpPr>
              <p:cNvPr id="28" name="Rectangle 27">
                <a:extLst>
                  <a:ext uri="{FF2B5EF4-FFF2-40B4-BE49-F238E27FC236}">
                    <a16:creationId xmlns:a16="http://schemas.microsoft.com/office/drawing/2014/main" id="{8ACB260B-5130-A7C0-D074-374147DE992E}"/>
                  </a:ext>
                </a:extLst>
              </p:cNvPr>
              <p:cNvSpPr/>
              <p:nvPr/>
            </p:nvSpPr>
            <p:spPr bwMode="gray">
              <a:xfrm>
                <a:off x="548639" y="5537577"/>
                <a:ext cx="2667635" cy="213218"/>
              </a:xfrm>
              <a:prstGeom prst="rect">
                <a:avLst/>
              </a:prstGeom>
              <a:solidFill>
                <a:srgbClr val="EFA0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9" name="Rectangle 28">
                <a:extLst>
                  <a:ext uri="{FF2B5EF4-FFF2-40B4-BE49-F238E27FC236}">
                    <a16:creationId xmlns:a16="http://schemas.microsoft.com/office/drawing/2014/main" id="{D90D97F1-4994-E763-7575-9C7294D22915}"/>
                  </a:ext>
                </a:extLst>
              </p:cNvPr>
              <p:cNvSpPr/>
              <p:nvPr/>
            </p:nvSpPr>
            <p:spPr bwMode="gray">
              <a:xfrm>
                <a:off x="548639" y="5752813"/>
                <a:ext cx="2667635" cy="213218"/>
              </a:xfrm>
              <a:prstGeom prst="rect">
                <a:avLst/>
              </a:prstGeom>
              <a:solidFill>
                <a:srgbClr val="FFE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0" name="Rectangle 29">
                <a:extLst>
                  <a:ext uri="{FF2B5EF4-FFF2-40B4-BE49-F238E27FC236}">
                    <a16:creationId xmlns:a16="http://schemas.microsoft.com/office/drawing/2014/main" id="{24DC421A-46CF-147D-E315-C11ED06596C6}"/>
                  </a:ext>
                </a:extLst>
              </p:cNvPr>
              <p:cNvSpPr/>
              <p:nvPr/>
            </p:nvSpPr>
            <p:spPr bwMode="gray">
              <a:xfrm>
                <a:off x="548639" y="5964411"/>
                <a:ext cx="2667635" cy="213218"/>
              </a:xfrm>
              <a:prstGeom prst="rect">
                <a:avLst/>
              </a:prstGeom>
              <a:solidFill>
                <a:srgbClr val="B3F2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sp>
          <p:nvSpPr>
            <p:cNvPr id="27" name="Rectangle 26">
              <a:extLst>
                <a:ext uri="{FF2B5EF4-FFF2-40B4-BE49-F238E27FC236}">
                  <a16:creationId xmlns:a16="http://schemas.microsoft.com/office/drawing/2014/main" id="{C5650621-A00F-C333-274D-C7A743B381FA}"/>
                </a:ext>
              </a:extLst>
            </p:cNvPr>
            <p:cNvSpPr/>
            <p:nvPr/>
          </p:nvSpPr>
          <p:spPr bwMode="gray">
            <a:xfrm>
              <a:off x="4294187" y="4648757"/>
              <a:ext cx="1730374" cy="442414"/>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sp>
        <p:nvSpPr>
          <p:cNvPr id="34" name="Subhead 1">
            <a:extLst>
              <a:ext uri="{FF2B5EF4-FFF2-40B4-BE49-F238E27FC236}">
                <a16:creationId xmlns:a16="http://schemas.microsoft.com/office/drawing/2014/main" id="{052232CE-5162-C5BC-3B5C-E6129E74FC2C}"/>
              </a:ext>
            </a:extLst>
          </p:cNvPr>
          <p:cNvSpPr txBox="1">
            <a:spLocks/>
          </p:cNvSpPr>
          <p:nvPr userDrawn="1"/>
        </p:nvSpPr>
        <p:spPr bwMode="gray">
          <a:xfrm>
            <a:off x="7094973" y="938169"/>
            <a:ext cx="800175"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mj-cs"/>
              </a:rPr>
              <a:t>Pearson Purple</a:t>
            </a:r>
          </a:p>
        </p:txBody>
      </p:sp>
      <p:cxnSp>
        <p:nvCxnSpPr>
          <p:cNvPr id="35" name="Straight Connector 34">
            <a:extLst>
              <a:ext uri="{FF2B5EF4-FFF2-40B4-BE49-F238E27FC236}">
                <a16:creationId xmlns:a16="http://schemas.microsoft.com/office/drawing/2014/main" id="{A876E7CF-68A5-1193-2438-A9FFF99E4169}"/>
              </a:ext>
              <a:ext uri="{C183D7F6-B498-43B3-948B-1728B52AA6E4}">
                <adec:decorative xmlns:adec="http://schemas.microsoft.com/office/drawing/2017/decorative" val="1"/>
              </a:ext>
            </a:extLst>
          </p:cNvPr>
          <p:cNvCxnSpPr>
            <a:cxnSpLocks/>
          </p:cNvCxnSpPr>
          <p:nvPr userDrawn="1"/>
        </p:nvCxnSpPr>
        <p:spPr bwMode="gray">
          <a:xfrm>
            <a:off x="7094972" y="1185478"/>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36" name="Swatch 1">
            <a:extLst>
              <a:ext uri="{FF2B5EF4-FFF2-40B4-BE49-F238E27FC236}">
                <a16:creationId xmlns:a16="http://schemas.microsoft.com/office/drawing/2014/main" id="{1CE9060D-0348-F49D-2593-609CB6832DD0}"/>
              </a:ext>
              <a:ext uri="{C183D7F6-B498-43B3-948B-1728B52AA6E4}">
                <adec:decorative xmlns:adec="http://schemas.microsoft.com/office/drawing/2017/decorative" val="1"/>
              </a:ext>
            </a:extLst>
          </p:cNvPr>
          <p:cNvSpPr/>
          <p:nvPr userDrawn="1"/>
        </p:nvSpPr>
        <p:spPr bwMode="gray">
          <a:xfrm>
            <a:off x="7094972" y="1270515"/>
            <a:ext cx="800175" cy="244360"/>
          </a:xfrm>
          <a:prstGeom prst="rect">
            <a:avLst/>
          </a:prstGeom>
          <a:solidFill>
            <a:srgbClr val="0D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Text</a:t>
            </a:r>
          </a:p>
        </p:txBody>
      </p:sp>
      <p:sp>
        <p:nvSpPr>
          <p:cNvPr id="37" name="Color 1">
            <a:extLst>
              <a:ext uri="{FF2B5EF4-FFF2-40B4-BE49-F238E27FC236}">
                <a16:creationId xmlns:a16="http://schemas.microsoft.com/office/drawing/2014/main" id="{4E5B2A94-D280-1CEA-36AD-3DC041FD9E6A}"/>
              </a:ext>
            </a:extLst>
          </p:cNvPr>
          <p:cNvSpPr txBox="1">
            <a:spLocks/>
          </p:cNvSpPr>
          <p:nvPr userDrawn="1"/>
        </p:nvSpPr>
        <p:spPr bwMode="gray">
          <a:xfrm>
            <a:off x="8029411" y="1270516"/>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Pearson Purple</a:t>
            </a:r>
          </a:p>
        </p:txBody>
      </p:sp>
      <p:sp>
        <p:nvSpPr>
          <p:cNvPr id="38" name="HEX 1">
            <a:extLst>
              <a:ext uri="{FF2B5EF4-FFF2-40B4-BE49-F238E27FC236}">
                <a16:creationId xmlns:a16="http://schemas.microsoft.com/office/drawing/2014/main" id="{0C326F51-2D19-C1F1-E825-5F7E224F9F3B}"/>
              </a:ext>
            </a:extLst>
          </p:cNvPr>
          <p:cNvSpPr txBox="1">
            <a:spLocks/>
          </p:cNvSpPr>
          <p:nvPr userDrawn="1"/>
        </p:nvSpPr>
        <p:spPr bwMode="gray">
          <a:xfrm>
            <a:off x="8971017" y="1270516"/>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#0D004D</a:t>
            </a:r>
          </a:p>
        </p:txBody>
      </p:sp>
      <p:sp>
        <p:nvSpPr>
          <p:cNvPr id="39" name="RGB 1">
            <a:extLst>
              <a:ext uri="{FF2B5EF4-FFF2-40B4-BE49-F238E27FC236}">
                <a16:creationId xmlns:a16="http://schemas.microsoft.com/office/drawing/2014/main" id="{629845AA-E2D2-0003-4C13-6046322A95E0}"/>
              </a:ext>
            </a:extLst>
          </p:cNvPr>
          <p:cNvSpPr txBox="1">
            <a:spLocks/>
          </p:cNvSpPr>
          <p:nvPr userDrawn="1"/>
        </p:nvSpPr>
        <p:spPr bwMode="gray">
          <a:xfrm>
            <a:off x="9765449" y="1270516"/>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R13 G0 B77</a:t>
            </a:r>
          </a:p>
        </p:txBody>
      </p:sp>
      <p:sp>
        <p:nvSpPr>
          <p:cNvPr id="40" name="Subhead 2">
            <a:extLst>
              <a:ext uri="{FF2B5EF4-FFF2-40B4-BE49-F238E27FC236}">
                <a16:creationId xmlns:a16="http://schemas.microsoft.com/office/drawing/2014/main" id="{D69037FD-5176-4397-664D-2A2294443715}"/>
              </a:ext>
            </a:extLst>
          </p:cNvPr>
          <p:cNvSpPr txBox="1">
            <a:spLocks/>
          </p:cNvSpPr>
          <p:nvPr userDrawn="1"/>
        </p:nvSpPr>
        <p:spPr bwMode="gray">
          <a:xfrm>
            <a:off x="7094973" y="1774883"/>
            <a:ext cx="800175"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mj-cs"/>
              </a:rPr>
              <a:t>Primary Colors</a:t>
            </a:r>
          </a:p>
        </p:txBody>
      </p:sp>
      <p:cxnSp>
        <p:nvCxnSpPr>
          <p:cNvPr id="41" name="Straight Connector 40">
            <a:extLst>
              <a:ext uri="{FF2B5EF4-FFF2-40B4-BE49-F238E27FC236}">
                <a16:creationId xmlns:a16="http://schemas.microsoft.com/office/drawing/2014/main" id="{18890CAB-CB18-F8DC-DA2B-77F8A906FF73}"/>
              </a:ext>
              <a:ext uri="{C183D7F6-B498-43B3-948B-1728B52AA6E4}">
                <adec:decorative xmlns:adec="http://schemas.microsoft.com/office/drawing/2017/decorative" val="1"/>
              </a:ext>
            </a:extLst>
          </p:cNvPr>
          <p:cNvCxnSpPr>
            <a:cxnSpLocks/>
          </p:cNvCxnSpPr>
          <p:nvPr userDrawn="1"/>
        </p:nvCxnSpPr>
        <p:spPr bwMode="gray">
          <a:xfrm>
            <a:off x="7094972" y="2022019"/>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42" name="Swatch 2">
            <a:extLst>
              <a:ext uri="{FF2B5EF4-FFF2-40B4-BE49-F238E27FC236}">
                <a16:creationId xmlns:a16="http://schemas.microsoft.com/office/drawing/2014/main" id="{B4CC379D-2B26-06C3-B433-AC2F54D6A098}"/>
              </a:ext>
              <a:ext uri="{C183D7F6-B498-43B3-948B-1728B52AA6E4}">
                <adec:decorative xmlns:adec="http://schemas.microsoft.com/office/drawing/2017/decorative" val="1"/>
              </a:ext>
            </a:extLst>
          </p:cNvPr>
          <p:cNvSpPr/>
          <p:nvPr userDrawn="1"/>
        </p:nvSpPr>
        <p:spPr bwMode="gray">
          <a:xfrm>
            <a:off x="7094972" y="2082882"/>
            <a:ext cx="800175" cy="244360"/>
          </a:xfrm>
          <a:prstGeom prst="rect">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Text</a:t>
            </a:r>
          </a:p>
        </p:txBody>
      </p:sp>
      <p:sp>
        <p:nvSpPr>
          <p:cNvPr id="43" name="Color 2">
            <a:extLst>
              <a:ext uri="{FF2B5EF4-FFF2-40B4-BE49-F238E27FC236}">
                <a16:creationId xmlns:a16="http://schemas.microsoft.com/office/drawing/2014/main" id="{ACEB3293-F257-0271-2A15-9E55FE2F8444}"/>
              </a:ext>
            </a:extLst>
          </p:cNvPr>
          <p:cNvSpPr txBox="1">
            <a:spLocks/>
          </p:cNvSpPr>
          <p:nvPr userDrawn="1"/>
        </p:nvSpPr>
        <p:spPr bwMode="gray">
          <a:xfrm>
            <a:off x="8029411" y="208288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Light Purple</a:t>
            </a:r>
          </a:p>
        </p:txBody>
      </p:sp>
      <p:sp>
        <p:nvSpPr>
          <p:cNvPr id="44" name="HEX 2">
            <a:extLst>
              <a:ext uri="{FF2B5EF4-FFF2-40B4-BE49-F238E27FC236}">
                <a16:creationId xmlns:a16="http://schemas.microsoft.com/office/drawing/2014/main" id="{73A8D1E7-C90F-3253-DDE2-ED90603FBD48}"/>
              </a:ext>
            </a:extLst>
          </p:cNvPr>
          <p:cNvSpPr txBox="1">
            <a:spLocks/>
          </p:cNvSpPr>
          <p:nvPr userDrawn="1"/>
        </p:nvSpPr>
        <p:spPr bwMode="gray">
          <a:xfrm>
            <a:off x="8971017" y="208288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#C1BFFF</a:t>
            </a:r>
          </a:p>
        </p:txBody>
      </p:sp>
      <p:sp>
        <p:nvSpPr>
          <p:cNvPr id="45" name="RGB 2">
            <a:extLst>
              <a:ext uri="{FF2B5EF4-FFF2-40B4-BE49-F238E27FC236}">
                <a16:creationId xmlns:a16="http://schemas.microsoft.com/office/drawing/2014/main" id="{57F1D5CE-12CB-EC70-9F7A-958836867956}"/>
              </a:ext>
            </a:extLst>
          </p:cNvPr>
          <p:cNvSpPr txBox="1">
            <a:spLocks/>
          </p:cNvSpPr>
          <p:nvPr userDrawn="1"/>
        </p:nvSpPr>
        <p:spPr bwMode="gray">
          <a:xfrm>
            <a:off x="9765449" y="208288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R193 G191 B255</a:t>
            </a:r>
          </a:p>
        </p:txBody>
      </p:sp>
      <p:cxnSp>
        <p:nvCxnSpPr>
          <p:cNvPr id="46" name="Straight Connector 45">
            <a:extLst>
              <a:ext uri="{FF2B5EF4-FFF2-40B4-BE49-F238E27FC236}">
                <a16:creationId xmlns:a16="http://schemas.microsoft.com/office/drawing/2014/main" id="{5B0E85AD-5A5F-1607-2BD4-344A8FD66C96}"/>
              </a:ext>
              <a:ext uri="{C183D7F6-B498-43B3-948B-1728B52AA6E4}">
                <adec:decorative xmlns:adec="http://schemas.microsoft.com/office/drawing/2017/decorative" val="1"/>
              </a:ext>
            </a:extLst>
          </p:cNvPr>
          <p:cNvCxnSpPr>
            <a:cxnSpLocks/>
          </p:cNvCxnSpPr>
          <p:nvPr userDrawn="1"/>
        </p:nvCxnSpPr>
        <p:spPr bwMode="gray">
          <a:xfrm>
            <a:off x="7094972" y="2390083"/>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47" name="Swatch 3">
            <a:extLst>
              <a:ext uri="{FF2B5EF4-FFF2-40B4-BE49-F238E27FC236}">
                <a16:creationId xmlns:a16="http://schemas.microsoft.com/office/drawing/2014/main" id="{FACD8218-F95B-1BD2-E107-E86FF79E5167}"/>
              </a:ext>
              <a:ext uri="{C183D7F6-B498-43B3-948B-1728B52AA6E4}">
                <adec:decorative xmlns:adec="http://schemas.microsoft.com/office/drawing/2017/decorative" val="1"/>
              </a:ext>
            </a:extLst>
          </p:cNvPr>
          <p:cNvSpPr/>
          <p:nvPr userDrawn="1"/>
        </p:nvSpPr>
        <p:spPr bwMode="gray">
          <a:xfrm>
            <a:off x="7094972" y="2453362"/>
            <a:ext cx="800175" cy="24436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D004D"/>
              </a:solidFill>
              <a:effectLst/>
              <a:uLnTx/>
              <a:uFillTx/>
              <a:latin typeface="+mj-lt"/>
              <a:ea typeface="+mn-ea"/>
              <a:cs typeface="+mn-cs"/>
            </a:endParaRPr>
          </a:p>
        </p:txBody>
      </p:sp>
      <p:sp>
        <p:nvSpPr>
          <p:cNvPr id="48" name="Color 3">
            <a:extLst>
              <a:ext uri="{FF2B5EF4-FFF2-40B4-BE49-F238E27FC236}">
                <a16:creationId xmlns:a16="http://schemas.microsoft.com/office/drawing/2014/main" id="{34D8ACCD-355F-B4F3-9DCC-9D2063A75624}"/>
              </a:ext>
            </a:extLst>
          </p:cNvPr>
          <p:cNvSpPr txBox="1">
            <a:spLocks/>
          </p:cNvSpPr>
          <p:nvPr userDrawn="1"/>
        </p:nvSpPr>
        <p:spPr bwMode="gray">
          <a:xfrm>
            <a:off x="8029411" y="245336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Mist Purple</a:t>
            </a:r>
          </a:p>
        </p:txBody>
      </p:sp>
      <p:sp>
        <p:nvSpPr>
          <p:cNvPr id="49" name="HEX 3">
            <a:extLst>
              <a:ext uri="{FF2B5EF4-FFF2-40B4-BE49-F238E27FC236}">
                <a16:creationId xmlns:a16="http://schemas.microsoft.com/office/drawing/2014/main" id="{38604BEF-9E86-68CE-5660-C6AD4EB471BB}"/>
              </a:ext>
            </a:extLst>
          </p:cNvPr>
          <p:cNvSpPr txBox="1">
            <a:spLocks/>
          </p:cNvSpPr>
          <p:nvPr userDrawn="1"/>
        </p:nvSpPr>
        <p:spPr bwMode="gray">
          <a:xfrm>
            <a:off x="8971017" y="245336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#EDECF6</a:t>
            </a:r>
          </a:p>
        </p:txBody>
      </p:sp>
      <p:sp>
        <p:nvSpPr>
          <p:cNvPr id="50" name="RGB 3">
            <a:extLst>
              <a:ext uri="{FF2B5EF4-FFF2-40B4-BE49-F238E27FC236}">
                <a16:creationId xmlns:a16="http://schemas.microsoft.com/office/drawing/2014/main" id="{0D9BE44A-C2D2-7CCF-0B49-2E8C1EBB1751}"/>
              </a:ext>
            </a:extLst>
          </p:cNvPr>
          <p:cNvSpPr txBox="1">
            <a:spLocks/>
          </p:cNvSpPr>
          <p:nvPr userDrawn="1"/>
        </p:nvSpPr>
        <p:spPr bwMode="gray">
          <a:xfrm>
            <a:off x="9765449" y="245336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R237 G236 B246</a:t>
            </a:r>
          </a:p>
        </p:txBody>
      </p:sp>
      <p:sp>
        <p:nvSpPr>
          <p:cNvPr id="51" name="Subhead 3">
            <a:extLst>
              <a:ext uri="{FF2B5EF4-FFF2-40B4-BE49-F238E27FC236}">
                <a16:creationId xmlns:a16="http://schemas.microsoft.com/office/drawing/2014/main" id="{FD988E66-8E42-9FBF-A57A-BE979756051D}"/>
              </a:ext>
            </a:extLst>
          </p:cNvPr>
          <p:cNvSpPr txBox="1">
            <a:spLocks/>
          </p:cNvSpPr>
          <p:nvPr userDrawn="1"/>
        </p:nvSpPr>
        <p:spPr bwMode="gray">
          <a:xfrm>
            <a:off x="7094973" y="2931330"/>
            <a:ext cx="1115200"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Secondary Color</a:t>
            </a:r>
          </a:p>
        </p:txBody>
      </p:sp>
      <p:cxnSp>
        <p:nvCxnSpPr>
          <p:cNvPr id="52" name="Straight Connector 51">
            <a:extLst>
              <a:ext uri="{FF2B5EF4-FFF2-40B4-BE49-F238E27FC236}">
                <a16:creationId xmlns:a16="http://schemas.microsoft.com/office/drawing/2014/main" id="{776F1FEA-33F7-7BB2-7EE0-A8C1A473891F}"/>
              </a:ext>
              <a:ext uri="{C183D7F6-B498-43B3-948B-1728B52AA6E4}">
                <adec:decorative xmlns:adec="http://schemas.microsoft.com/office/drawing/2017/decorative" val="1"/>
              </a:ext>
            </a:extLst>
          </p:cNvPr>
          <p:cNvCxnSpPr>
            <a:cxnSpLocks/>
          </p:cNvCxnSpPr>
          <p:nvPr userDrawn="1"/>
        </p:nvCxnSpPr>
        <p:spPr bwMode="gray">
          <a:xfrm>
            <a:off x="7094972" y="3179215"/>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53" name="Swatch 4">
            <a:extLst>
              <a:ext uri="{FF2B5EF4-FFF2-40B4-BE49-F238E27FC236}">
                <a16:creationId xmlns:a16="http://schemas.microsoft.com/office/drawing/2014/main" id="{2A7595F5-D95F-C513-5A14-0B713B2A3BE1}"/>
              </a:ext>
              <a:ext uri="{C183D7F6-B498-43B3-948B-1728B52AA6E4}">
                <adec:decorative xmlns:adec="http://schemas.microsoft.com/office/drawing/2017/decorative" val="1"/>
              </a:ext>
            </a:extLst>
          </p:cNvPr>
          <p:cNvSpPr/>
          <p:nvPr userDrawn="1"/>
        </p:nvSpPr>
        <p:spPr bwMode="gray">
          <a:xfrm>
            <a:off x="7094972" y="3243212"/>
            <a:ext cx="800175" cy="244360"/>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Text</a:t>
            </a:r>
          </a:p>
        </p:txBody>
      </p:sp>
      <p:sp>
        <p:nvSpPr>
          <p:cNvPr id="54" name="Color 4">
            <a:extLst>
              <a:ext uri="{FF2B5EF4-FFF2-40B4-BE49-F238E27FC236}">
                <a16:creationId xmlns:a16="http://schemas.microsoft.com/office/drawing/2014/main" id="{6DDE742A-49BE-D347-177C-8E62614B8298}"/>
              </a:ext>
            </a:extLst>
          </p:cNvPr>
          <p:cNvSpPr txBox="1">
            <a:spLocks/>
          </p:cNvSpPr>
          <p:nvPr userDrawn="1"/>
        </p:nvSpPr>
        <p:spPr bwMode="gray">
          <a:xfrm>
            <a:off x="8029411" y="324321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Amethyst</a:t>
            </a:r>
          </a:p>
        </p:txBody>
      </p:sp>
      <p:sp>
        <p:nvSpPr>
          <p:cNvPr id="87" name="HEX 4">
            <a:extLst>
              <a:ext uri="{FF2B5EF4-FFF2-40B4-BE49-F238E27FC236}">
                <a16:creationId xmlns:a16="http://schemas.microsoft.com/office/drawing/2014/main" id="{F542E182-5F51-1965-B10D-509006FFC9C8}"/>
              </a:ext>
            </a:extLst>
          </p:cNvPr>
          <p:cNvSpPr txBox="1">
            <a:spLocks/>
          </p:cNvSpPr>
          <p:nvPr userDrawn="1"/>
        </p:nvSpPr>
        <p:spPr bwMode="gray">
          <a:xfrm>
            <a:off x="8971017" y="324321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#512EAB</a:t>
            </a:r>
          </a:p>
        </p:txBody>
      </p:sp>
      <p:sp>
        <p:nvSpPr>
          <p:cNvPr id="88" name="RGB 4">
            <a:extLst>
              <a:ext uri="{FF2B5EF4-FFF2-40B4-BE49-F238E27FC236}">
                <a16:creationId xmlns:a16="http://schemas.microsoft.com/office/drawing/2014/main" id="{3F6DED43-FE9A-C5E4-DB90-7CC689EDEEA0}"/>
              </a:ext>
            </a:extLst>
          </p:cNvPr>
          <p:cNvSpPr txBox="1">
            <a:spLocks/>
          </p:cNvSpPr>
          <p:nvPr userDrawn="1"/>
        </p:nvSpPr>
        <p:spPr bwMode="gray">
          <a:xfrm>
            <a:off x="9765449" y="324321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R81 G46 B171</a:t>
            </a:r>
          </a:p>
        </p:txBody>
      </p:sp>
      <p:sp>
        <p:nvSpPr>
          <p:cNvPr id="89" name="Subhead 4">
            <a:extLst>
              <a:ext uri="{FF2B5EF4-FFF2-40B4-BE49-F238E27FC236}">
                <a16:creationId xmlns:a16="http://schemas.microsoft.com/office/drawing/2014/main" id="{5AC652B5-AA78-9A4A-E79F-91EAB159650A}"/>
              </a:ext>
            </a:extLst>
          </p:cNvPr>
          <p:cNvSpPr txBox="1">
            <a:spLocks/>
          </p:cNvSpPr>
          <p:nvPr userDrawn="1"/>
        </p:nvSpPr>
        <p:spPr bwMode="gray">
          <a:xfrm>
            <a:off x="7094973" y="3630577"/>
            <a:ext cx="800175"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Accent Colors</a:t>
            </a:r>
          </a:p>
        </p:txBody>
      </p:sp>
      <p:cxnSp>
        <p:nvCxnSpPr>
          <p:cNvPr id="90" name="Straight Connector 89">
            <a:extLst>
              <a:ext uri="{FF2B5EF4-FFF2-40B4-BE49-F238E27FC236}">
                <a16:creationId xmlns:a16="http://schemas.microsoft.com/office/drawing/2014/main" id="{788D7C84-EBBC-CB3B-6524-487DBC32AB08}"/>
              </a:ext>
              <a:ext uri="{C183D7F6-B498-43B3-948B-1728B52AA6E4}">
                <adec:decorative xmlns:adec="http://schemas.microsoft.com/office/drawing/2017/decorative" val="1"/>
              </a:ext>
            </a:extLst>
          </p:cNvPr>
          <p:cNvCxnSpPr>
            <a:cxnSpLocks/>
          </p:cNvCxnSpPr>
          <p:nvPr userDrawn="1"/>
        </p:nvCxnSpPr>
        <p:spPr bwMode="gray">
          <a:xfrm>
            <a:off x="7094972" y="3873368"/>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91" name="Swatch 5">
            <a:extLst>
              <a:ext uri="{FF2B5EF4-FFF2-40B4-BE49-F238E27FC236}">
                <a16:creationId xmlns:a16="http://schemas.microsoft.com/office/drawing/2014/main" id="{BEF4A4E1-1162-A7E7-88E3-433E97DC2935}"/>
              </a:ext>
              <a:ext uri="{C183D7F6-B498-43B3-948B-1728B52AA6E4}">
                <adec:decorative xmlns:adec="http://schemas.microsoft.com/office/drawing/2017/decorative" val="1"/>
              </a:ext>
            </a:extLst>
          </p:cNvPr>
          <p:cNvSpPr/>
          <p:nvPr userDrawn="1"/>
        </p:nvSpPr>
        <p:spPr bwMode="gray">
          <a:xfrm>
            <a:off x="7094972" y="3949014"/>
            <a:ext cx="800175" cy="244360"/>
          </a:xfrm>
          <a:prstGeom prst="rect">
            <a:avLst/>
          </a:prstGeom>
          <a:solidFill>
            <a:srgbClr val="DF41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92" name="Color 5">
            <a:extLst>
              <a:ext uri="{FF2B5EF4-FFF2-40B4-BE49-F238E27FC236}">
                <a16:creationId xmlns:a16="http://schemas.microsoft.com/office/drawing/2014/main" id="{54026D56-DAC2-8B2F-6587-ACF45F5EB602}"/>
              </a:ext>
            </a:extLst>
          </p:cNvPr>
          <p:cNvSpPr txBox="1">
            <a:spLocks/>
          </p:cNvSpPr>
          <p:nvPr userDrawn="1"/>
        </p:nvSpPr>
        <p:spPr bwMode="gray">
          <a:xfrm>
            <a:off x="8029411" y="3949015"/>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Fuchsia</a:t>
            </a:r>
          </a:p>
        </p:txBody>
      </p:sp>
      <p:sp>
        <p:nvSpPr>
          <p:cNvPr id="93" name="HEX 5">
            <a:extLst>
              <a:ext uri="{FF2B5EF4-FFF2-40B4-BE49-F238E27FC236}">
                <a16:creationId xmlns:a16="http://schemas.microsoft.com/office/drawing/2014/main" id="{EDA6BE34-41F3-7F94-7DE7-428BD2FCFD5E}"/>
              </a:ext>
            </a:extLst>
          </p:cNvPr>
          <p:cNvSpPr txBox="1">
            <a:spLocks/>
          </p:cNvSpPr>
          <p:nvPr userDrawn="1"/>
        </p:nvSpPr>
        <p:spPr bwMode="gray">
          <a:xfrm>
            <a:off x="8971017" y="3949015"/>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#DF41CF</a:t>
            </a:r>
          </a:p>
        </p:txBody>
      </p:sp>
      <p:sp>
        <p:nvSpPr>
          <p:cNvPr id="94" name="RGB 5">
            <a:extLst>
              <a:ext uri="{FF2B5EF4-FFF2-40B4-BE49-F238E27FC236}">
                <a16:creationId xmlns:a16="http://schemas.microsoft.com/office/drawing/2014/main" id="{10CD26E1-6DCF-69A1-DF8B-7CEC9809054D}"/>
              </a:ext>
            </a:extLst>
          </p:cNvPr>
          <p:cNvSpPr txBox="1">
            <a:spLocks/>
          </p:cNvSpPr>
          <p:nvPr userDrawn="1"/>
        </p:nvSpPr>
        <p:spPr bwMode="gray">
          <a:xfrm>
            <a:off x="9765449" y="3949015"/>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R223 G65 B207</a:t>
            </a:r>
          </a:p>
        </p:txBody>
      </p:sp>
      <p:cxnSp>
        <p:nvCxnSpPr>
          <p:cNvPr id="95" name="Straight Connector 94">
            <a:extLst>
              <a:ext uri="{FF2B5EF4-FFF2-40B4-BE49-F238E27FC236}">
                <a16:creationId xmlns:a16="http://schemas.microsoft.com/office/drawing/2014/main" id="{32C27058-4373-9F93-D21F-C50BC41AA53C}"/>
              </a:ext>
              <a:ext uri="{C183D7F6-B498-43B3-948B-1728B52AA6E4}">
                <adec:decorative xmlns:adec="http://schemas.microsoft.com/office/drawing/2017/decorative" val="1"/>
              </a:ext>
            </a:extLst>
          </p:cNvPr>
          <p:cNvCxnSpPr>
            <a:cxnSpLocks/>
          </p:cNvCxnSpPr>
          <p:nvPr userDrawn="1"/>
        </p:nvCxnSpPr>
        <p:spPr bwMode="gray">
          <a:xfrm>
            <a:off x="7094972" y="4241432"/>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96" name="Swatch 6">
            <a:extLst>
              <a:ext uri="{FF2B5EF4-FFF2-40B4-BE49-F238E27FC236}">
                <a16:creationId xmlns:a16="http://schemas.microsoft.com/office/drawing/2014/main" id="{7C86E24B-E2BE-76AA-03CE-9C5C01AE70CC}"/>
              </a:ext>
              <a:ext uri="{C183D7F6-B498-43B3-948B-1728B52AA6E4}">
                <adec:decorative xmlns:adec="http://schemas.microsoft.com/office/drawing/2017/decorative" val="1"/>
              </a:ext>
            </a:extLst>
          </p:cNvPr>
          <p:cNvSpPr/>
          <p:nvPr userDrawn="1"/>
        </p:nvSpPr>
        <p:spPr bwMode="gray">
          <a:xfrm>
            <a:off x="7094972" y="4315200"/>
            <a:ext cx="800175" cy="244360"/>
          </a:xfrm>
          <a:prstGeom prst="rect">
            <a:avLst/>
          </a:prstGeom>
          <a:solidFill>
            <a:srgbClr val="EFA0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97" name="Color 6">
            <a:extLst>
              <a:ext uri="{FF2B5EF4-FFF2-40B4-BE49-F238E27FC236}">
                <a16:creationId xmlns:a16="http://schemas.microsoft.com/office/drawing/2014/main" id="{71DDD714-C6DA-67F6-FDBF-E1958DC9B9EF}"/>
              </a:ext>
            </a:extLst>
          </p:cNvPr>
          <p:cNvSpPr txBox="1">
            <a:spLocks/>
          </p:cNvSpPr>
          <p:nvPr userDrawn="1"/>
        </p:nvSpPr>
        <p:spPr bwMode="gray">
          <a:xfrm>
            <a:off x="8029411" y="4315201"/>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Fuchsia Tint</a:t>
            </a:r>
          </a:p>
        </p:txBody>
      </p:sp>
      <p:sp>
        <p:nvSpPr>
          <p:cNvPr id="98" name="HEX 6">
            <a:extLst>
              <a:ext uri="{FF2B5EF4-FFF2-40B4-BE49-F238E27FC236}">
                <a16:creationId xmlns:a16="http://schemas.microsoft.com/office/drawing/2014/main" id="{E499438C-EB29-960E-E878-6C9218A27FB3}"/>
              </a:ext>
            </a:extLst>
          </p:cNvPr>
          <p:cNvSpPr txBox="1">
            <a:spLocks/>
          </p:cNvSpPr>
          <p:nvPr userDrawn="1"/>
        </p:nvSpPr>
        <p:spPr bwMode="gray">
          <a:xfrm>
            <a:off x="8971017" y="4315201"/>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#EFA0E7</a:t>
            </a:r>
          </a:p>
        </p:txBody>
      </p:sp>
      <p:sp>
        <p:nvSpPr>
          <p:cNvPr id="99" name="RGB 6">
            <a:extLst>
              <a:ext uri="{FF2B5EF4-FFF2-40B4-BE49-F238E27FC236}">
                <a16:creationId xmlns:a16="http://schemas.microsoft.com/office/drawing/2014/main" id="{7D970AEE-B073-0324-E1E7-5449620DE0F7}"/>
              </a:ext>
            </a:extLst>
          </p:cNvPr>
          <p:cNvSpPr txBox="1">
            <a:spLocks/>
          </p:cNvSpPr>
          <p:nvPr userDrawn="1"/>
        </p:nvSpPr>
        <p:spPr bwMode="gray">
          <a:xfrm>
            <a:off x="9765449" y="4315201"/>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R239 G160 B231</a:t>
            </a:r>
          </a:p>
        </p:txBody>
      </p:sp>
      <p:cxnSp>
        <p:nvCxnSpPr>
          <p:cNvPr id="100" name="Straight Connector 99">
            <a:extLst>
              <a:ext uri="{FF2B5EF4-FFF2-40B4-BE49-F238E27FC236}">
                <a16:creationId xmlns:a16="http://schemas.microsoft.com/office/drawing/2014/main" id="{1A7028D4-40D0-AEAD-07EF-1A36B2DB43DB}"/>
              </a:ext>
              <a:ext uri="{C183D7F6-B498-43B3-948B-1728B52AA6E4}">
                <adec:decorative xmlns:adec="http://schemas.microsoft.com/office/drawing/2017/decorative" val="1"/>
              </a:ext>
            </a:extLst>
          </p:cNvPr>
          <p:cNvCxnSpPr>
            <a:cxnSpLocks/>
          </p:cNvCxnSpPr>
          <p:nvPr userDrawn="1"/>
        </p:nvCxnSpPr>
        <p:spPr bwMode="gray">
          <a:xfrm>
            <a:off x="7094972" y="4609496"/>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01" name="Swatch 7">
            <a:extLst>
              <a:ext uri="{FF2B5EF4-FFF2-40B4-BE49-F238E27FC236}">
                <a16:creationId xmlns:a16="http://schemas.microsoft.com/office/drawing/2014/main" id="{A79C73E4-4B4D-4C09-6F99-B9E7D0F57209}"/>
              </a:ext>
              <a:ext uri="{C183D7F6-B498-43B3-948B-1728B52AA6E4}">
                <adec:decorative xmlns:adec="http://schemas.microsoft.com/office/drawing/2017/decorative" val="1"/>
              </a:ext>
            </a:extLst>
          </p:cNvPr>
          <p:cNvSpPr/>
          <p:nvPr userDrawn="1"/>
        </p:nvSpPr>
        <p:spPr bwMode="gray">
          <a:xfrm>
            <a:off x="7094972" y="4681386"/>
            <a:ext cx="800175" cy="244360"/>
          </a:xfrm>
          <a:prstGeom prst="rect">
            <a:avLst/>
          </a:prstGeom>
          <a:solidFill>
            <a:srgbClr val="FFC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02" name="Color 7">
            <a:extLst>
              <a:ext uri="{FF2B5EF4-FFF2-40B4-BE49-F238E27FC236}">
                <a16:creationId xmlns:a16="http://schemas.microsoft.com/office/drawing/2014/main" id="{4B1B38BB-DE58-A312-08F9-0A7A38180381}"/>
              </a:ext>
            </a:extLst>
          </p:cNvPr>
          <p:cNvSpPr txBox="1">
            <a:spLocks/>
          </p:cNvSpPr>
          <p:nvPr userDrawn="1"/>
        </p:nvSpPr>
        <p:spPr bwMode="gray">
          <a:xfrm>
            <a:off x="8029411" y="4681387"/>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Amber</a:t>
            </a:r>
          </a:p>
        </p:txBody>
      </p:sp>
      <p:sp>
        <p:nvSpPr>
          <p:cNvPr id="103" name="HEX 7">
            <a:extLst>
              <a:ext uri="{FF2B5EF4-FFF2-40B4-BE49-F238E27FC236}">
                <a16:creationId xmlns:a16="http://schemas.microsoft.com/office/drawing/2014/main" id="{84DE7ECA-C3C3-0836-0A59-6EB424A538A7}"/>
              </a:ext>
            </a:extLst>
          </p:cNvPr>
          <p:cNvSpPr txBox="1">
            <a:spLocks/>
          </p:cNvSpPr>
          <p:nvPr userDrawn="1"/>
        </p:nvSpPr>
        <p:spPr bwMode="gray">
          <a:xfrm>
            <a:off x="8971017" y="4681387"/>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#FFCE00</a:t>
            </a:r>
          </a:p>
        </p:txBody>
      </p:sp>
      <p:sp>
        <p:nvSpPr>
          <p:cNvPr id="104" name="RGB 7">
            <a:extLst>
              <a:ext uri="{FF2B5EF4-FFF2-40B4-BE49-F238E27FC236}">
                <a16:creationId xmlns:a16="http://schemas.microsoft.com/office/drawing/2014/main" id="{FE58B3E4-70FE-8BCE-E4CC-4FE4F914A0A1}"/>
              </a:ext>
            </a:extLst>
          </p:cNvPr>
          <p:cNvSpPr txBox="1">
            <a:spLocks/>
          </p:cNvSpPr>
          <p:nvPr userDrawn="1"/>
        </p:nvSpPr>
        <p:spPr bwMode="gray">
          <a:xfrm>
            <a:off x="9765449" y="4681387"/>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R255 G206 B0</a:t>
            </a:r>
          </a:p>
        </p:txBody>
      </p:sp>
      <p:cxnSp>
        <p:nvCxnSpPr>
          <p:cNvPr id="105" name="Straight Connector 104">
            <a:extLst>
              <a:ext uri="{FF2B5EF4-FFF2-40B4-BE49-F238E27FC236}">
                <a16:creationId xmlns:a16="http://schemas.microsoft.com/office/drawing/2014/main" id="{BE5741B2-B402-C50C-5F24-CB4A487C6803}"/>
              </a:ext>
              <a:ext uri="{C183D7F6-B498-43B3-948B-1728B52AA6E4}">
                <adec:decorative xmlns:adec="http://schemas.microsoft.com/office/drawing/2017/decorative" val="1"/>
              </a:ext>
            </a:extLst>
          </p:cNvPr>
          <p:cNvCxnSpPr>
            <a:cxnSpLocks/>
          </p:cNvCxnSpPr>
          <p:nvPr userDrawn="1"/>
        </p:nvCxnSpPr>
        <p:spPr bwMode="gray">
          <a:xfrm>
            <a:off x="7094972" y="4977560"/>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06" name="Swatch 8">
            <a:extLst>
              <a:ext uri="{FF2B5EF4-FFF2-40B4-BE49-F238E27FC236}">
                <a16:creationId xmlns:a16="http://schemas.microsoft.com/office/drawing/2014/main" id="{2D39DF79-C8B4-8F53-ECD3-90EB57EC50D0}"/>
              </a:ext>
              <a:ext uri="{C183D7F6-B498-43B3-948B-1728B52AA6E4}">
                <adec:decorative xmlns:adec="http://schemas.microsoft.com/office/drawing/2017/decorative" val="1"/>
              </a:ext>
            </a:extLst>
          </p:cNvPr>
          <p:cNvSpPr/>
          <p:nvPr userDrawn="1"/>
        </p:nvSpPr>
        <p:spPr bwMode="gray">
          <a:xfrm>
            <a:off x="7094972" y="5047573"/>
            <a:ext cx="800175" cy="244360"/>
          </a:xfrm>
          <a:prstGeom prst="rect">
            <a:avLst/>
          </a:prstGeom>
          <a:solidFill>
            <a:srgbClr val="FFE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07" name="Color 8">
            <a:extLst>
              <a:ext uri="{FF2B5EF4-FFF2-40B4-BE49-F238E27FC236}">
                <a16:creationId xmlns:a16="http://schemas.microsoft.com/office/drawing/2014/main" id="{E29B0DEF-F719-83C6-BF87-E57CC2A20C5B}"/>
              </a:ext>
            </a:extLst>
          </p:cNvPr>
          <p:cNvSpPr txBox="1">
            <a:spLocks/>
          </p:cNvSpPr>
          <p:nvPr userDrawn="1"/>
        </p:nvSpPr>
        <p:spPr bwMode="gray">
          <a:xfrm>
            <a:off x="8029411" y="504757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Amber Tint</a:t>
            </a:r>
          </a:p>
        </p:txBody>
      </p:sp>
      <p:sp>
        <p:nvSpPr>
          <p:cNvPr id="108" name="HEX 8">
            <a:extLst>
              <a:ext uri="{FF2B5EF4-FFF2-40B4-BE49-F238E27FC236}">
                <a16:creationId xmlns:a16="http://schemas.microsoft.com/office/drawing/2014/main" id="{0838F0BC-A19A-1D1E-71AF-51FDE07C631A}"/>
              </a:ext>
            </a:extLst>
          </p:cNvPr>
          <p:cNvSpPr txBox="1">
            <a:spLocks/>
          </p:cNvSpPr>
          <p:nvPr userDrawn="1"/>
        </p:nvSpPr>
        <p:spPr bwMode="gray">
          <a:xfrm>
            <a:off x="8971017" y="504757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#FFE67F</a:t>
            </a:r>
          </a:p>
        </p:txBody>
      </p:sp>
      <p:sp>
        <p:nvSpPr>
          <p:cNvPr id="109" name="RGB 8">
            <a:extLst>
              <a:ext uri="{FF2B5EF4-FFF2-40B4-BE49-F238E27FC236}">
                <a16:creationId xmlns:a16="http://schemas.microsoft.com/office/drawing/2014/main" id="{741FD6EF-0DCF-CFE0-0035-F871085B0F76}"/>
              </a:ext>
            </a:extLst>
          </p:cNvPr>
          <p:cNvSpPr txBox="1">
            <a:spLocks/>
          </p:cNvSpPr>
          <p:nvPr userDrawn="1"/>
        </p:nvSpPr>
        <p:spPr bwMode="gray">
          <a:xfrm>
            <a:off x="9765449" y="504757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R255 G230 B127</a:t>
            </a:r>
          </a:p>
        </p:txBody>
      </p:sp>
      <p:cxnSp>
        <p:nvCxnSpPr>
          <p:cNvPr id="110" name="Straight Connector 109">
            <a:extLst>
              <a:ext uri="{FF2B5EF4-FFF2-40B4-BE49-F238E27FC236}">
                <a16:creationId xmlns:a16="http://schemas.microsoft.com/office/drawing/2014/main" id="{C29F2BC4-A467-0D3B-79EB-C9AD91B93BBA}"/>
              </a:ext>
              <a:ext uri="{C183D7F6-B498-43B3-948B-1728B52AA6E4}">
                <adec:decorative xmlns:adec="http://schemas.microsoft.com/office/drawing/2017/decorative" val="1"/>
              </a:ext>
            </a:extLst>
          </p:cNvPr>
          <p:cNvCxnSpPr>
            <a:cxnSpLocks/>
          </p:cNvCxnSpPr>
          <p:nvPr userDrawn="1"/>
        </p:nvCxnSpPr>
        <p:spPr bwMode="gray">
          <a:xfrm>
            <a:off x="7094972" y="5345624"/>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11" name="Swatch 9">
            <a:extLst>
              <a:ext uri="{FF2B5EF4-FFF2-40B4-BE49-F238E27FC236}">
                <a16:creationId xmlns:a16="http://schemas.microsoft.com/office/drawing/2014/main" id="{C0E15434-6202-85AE-471F-C9ACDBF7DD05}"/>
              </a:ext>
              <a:ext uri="{C183D7F6-B498-43B3-948B-1728B52AA6E4}">
                <adec:decorative xmlns:adec="http://schemas.microsoft.com/office/drawing/2017/decorative" val="1"/>
              </a:ext>
            </a:extLst>
          </p:cNvPr>
          <p:cNvSpPr/>
          <p:nvPr userDrawn="1"/>
        </p:nvSpPr>
        <p:spPr bwMode="gray">
          <a:xfrm>
            <a:off x="7094972" y="5413759"/>
            <a:ext cx="800175" cy="244360"/>
          </a:xfrm>
          <a:prstGeom prst="rect">
            <a:avLst/>
          </a:prstGeom>
          <a:solidFill>
            <a:srgbClr val="56E2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12" name="Color 9">
            <a:extLst>
              <a:ext uri="{FF2B5EF4-FFF2-40B4-BE49-F238E27FC236}">
                <a16:creationId xmlns:a16="http://schemas.microsoft.com/office/drawing/2014/main" id="{B8A6972A-2E7F-E477-088E-1D182990F567}"/>
              </a:ext>
            </a:extLst>
          </p:cNvPr>
          <p:cNvSpPr txBox="1">
            <a:spLocks/>
          </p:cNvSpPr>
          <p:nvPr userDrawn="1"/>
        </p:nvSpPr>
        <p:spPr bwMode="gray">
          <a:xfrm>
            <a:off x="8029411" y="5413759"/>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Turquoise</a:t>
            </a:r>
          </a:p>
        </p:txBody>
      </p:sp>
      <p:sp>
        <p:nvSpPr>
          <p:cNvPr id="113" name="HEX 9">
            <a:extLst>
              <a:ext uri="{FF2B5EF4-FFF2-40B4-BE49-F238E27FC236}">
                <a16:creationId xmlns:a16="http://schemas.microsoft.com/office/drawing/2014/main" id="{CD616D9B-B470-BAE8-C5B1-02ED39F926A3}"/>
              </a:ext>
            </a:extLst>
          </p:cNvPr>
          <p:cNvSpPr txBox="1">
            <a:spLocks/>
          </p:cNvSpPr>
          <p:nvPr userDrawn="1"/>
        </p:nvSpPr>
        <p:spPr bwMode="gray">
          <a:xfrm>
            <a:off x="8971017" y="5413759"/>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#56E2E1</a:t>
            </a:r>
          </a:p>
        </p:txBody>
      </p:sp>
      <p:sp>
        <p:nvSpPr>
          <p:cNvPr id="114" name="RGB 9">
            <a:extLst>
              <a:ext uri="{FF2B5EF4-FFF2-40B4-BE49-F238E27FC236}">
                <a16:creationId xmlns:a16="http://schemas.microsoft.com/office/drawing/2014/main" id="{8B0B3B02-BA99-AA2F-3F6A-2B0E0FDC0C61}"/>
              </a:ext>
            </a:extLst>
          </p:cNvPr>
          <p:cNvSpPr txBox="1">
            <a:spLocks/>
          </p:cNvSpPr>
          <p:nvPr userDrawn="1"/>
        </p:nvSpPr>
        <p:spPr bwMode="gray">
          <a:xfrm>
            <a:off x="9765449" y="5413759"/>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R86 G226 B225</a:t>
            </a:r>
          </a:p>
        </p:txBody>
      </p:sp>
      <p:cxnSp>
        <p:nvCxnSpPr>
          <p:cNvPr id="115" name="Straight Connector 114">
            <a:extLst>
              <a:ext uri="{FF2B5EF4-FFF2-40B4-BE49-F238E27FC236}">
                <a16:creationId xmlns:a16="http://schemas.microsoft.com/office/drawing/2014/main" id="{6BB486C0-4784-9AAE-CA5E-3C862F1ABA36}"/>
              </a:ext>
              <a:ext uri="{C183D7F6-B498-43B3-948B-1728B52AA6E4}">
                <adec:decorative xmlns:adec="http://schemas.microsoft.com/office/drawing/2017/decorative" val="1"/>
              </a:ext>
            </a:extLst>
          </p:cNvPr>
          <p:cNvCxnSpPr>
            <a:cxnSpLocks/>
          </p:cNvCxnSpPr>
          <p:nvPr userDrawn="1"/>
        </p:nvCxnSpPr>
        <p:spPr bwMode="gray">
          <a:xfrm>
            <a:off x="7094972" y="5713688"/>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16" name="Swatch 10">
            <a:extLst>
              <a:ext uri="{FF2B5EF4-FFF2-40B4-BE49-F238E27FC236}">
                <a16:creationId xmlns:a16="http://schemas.microsoft.com/office/drawing/2014/main" id="{4226C638-35FB-335A-2FA1-670701D45299}"/>
              </a:ext>
              <a:ext uri="{C183D7F6-B498-43B3-948B-1728B52AA6E4}">
                <adec:decorative xmlns:adec="http://schemas.microsoft.com/office/drawing/2017/decorative" val="1"/>
              </a:ext>
            </a:extLst>
          </p:cNvPr>
          <p:cNvSpPr/>
          <p:nvPr userDrawn="1"/>
        </p:nvSpPr>
        <p:spPr bwMode="gray">
          <a:xfrm>
            <a:off x="7094972" y="5779945"/>
            <a:ext cx="800175" cy="244360"/>
          </a:xfrm>
          <a:prstGeom prst="rect">
            <a:avLst/>
          </a:prstGeom>
          <a:solidFill>
            <a:srgbClr val="B3F2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17" name="Color 10">
            <a:extLst>
              <a:ext uri="{FF2B5EF4-FFF2-40B4-BE49-F238E27FC236}">
                <a16:creationId xmlns:a16="http://schemas.microsoft.com/office/drawing/2014/main" id="{8421B9AB-37F9-BFE4-3696-BC62178F54E5}"/>
              </a:ext>
            </a:extLst>
          </p:cNvPr>
          <p:cNvSpPr txBox="1">
            <a:spLocks/>
          </p:cNvSpPr>
          <p:nvPr userDrawn="1"/>
        </p:nvSpPr>
        <p:spPr bwMode="gray">
          <a:xfrm>
            <a:off x="8029411" y="5779946"/>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Turquoise Tint</a:t>
            </a:r>
          </a:p>
        </p:txBody>
      </p:sp>
      <p:sp>
        <p:nvSpPr>
          <p:cNvPr id="118" name="HEX 10">
            <a:extLst>
              <a:ext uri="{FF2B5EF4-FFF2-40B4-BE49-F238E27FC236}">
                <a16:creationId xmlns:a16="http://schemas.microsoft.com/office/drawing/2014/main" id="{A326827D-F4ED-7CE5-6E66-45C9D2A03C56}"/>
              </a:ext>
            </a:extLst>
          </p:cNvPr>
          <p:cNvSpPr txBox="1">
            <a:spLocks/>
          </p:cNvSpPr>
          <p:nvPr userDrawn="1"/>
        </p:nvSpPr>
        <p:spPr bwMode="gray">
          <a:xfrm>
            <a:off x="8971017" y="5779945"/>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#B3F2F1</a:t>
            </a:r>
          </a:p>
        </p:txBody>
      </p:sp>
      <p:sp>
        <p:nvSpPr>
          <p:cNvPr id="119" name="RGB 10">
            <a:extLst>
              <a:ext uri="{FF2B5EF4-FFF2-40B4-BE49-F238E27FC236}">
                <a16:creationId xmlns:a16="http://schemas.microsoft.com/office/drawing/2014/main" id="{F9DEF901-1610-995A-2B8E-CF937E813B3A}"/>
              </a:ext>
            </a:extLst>
          </p:cNvPr>
          <p:cNvSpPr txBox="1">
            <a:spLocks/>
          </p:cNvSpPr>
          <p:nvPr userDrawn="1"/>
        </p:nvSpPr>
        <p:spPr bwMode="gray">
          <a:xfrm>
            <a:off x="9765449" y="5779945"/>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R179 G242 B241</a:t>
            </a:r>
          </a:p>
        </p:txBody>
      </p:sp>
      <p:pic>
        <p:nvPicPr>
          <p:cNvPr id="3" name="Pearson Logo" descr="Pearson Logo">
            <a:extLst>
              <a:ext uri="{FF2B5EF4-FFF2-40B4-BE49-F238E27FC236}">
                <a16:creationId xmlns:a16="http://schemas.microsoft.com/office/drawing/2014/main" id="{617D6169-AD9D-48B3-7AFE-3C1F7200337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5472057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User Guide: Data Visualization Palette">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73" name="Section">
            <a:extLst>
              <a:ext uri="{FF2B5EF4-FFF2-40B4-BE49-F238E27FC236}">
                <a16:creationId xmlns:a16="http://schemas.microsoft.com/office/drawing/2014/main" id="{577821E0-2938-E6D6-1996-765152085DAE}"/>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717057"/>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Data Visualization Palette</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496782"/>
            <a:ext cx="2345436" cy="453889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400" b="0" noProof="0" dirty="0">
                <a:latin typeface="+mj-lt"/>
                <a:cs typeface="Segoe UI" panose="020B0502040204020203" pitchFamily="34" charset="0"/>
              </a:rPr>
              <a:t>Colors to be used for data visualization stem from brand colors Turquoise, Amber, Fuchsia and Amethyst. In the event additional colors are needed due to a large number of data points, use “patterns” (i.e., cross hatch or diagonal lines) in place of creating new colors.</a:t>
            </a:r>
          </a:p>
          <a:p>
            <a:r>
              <a:rPr lang="en-US" sz="1400" b="1" noProof="0" dirty="0">
                <a:latin typeface="+mj-lt"/>
                <a:cs typeface="Segoe UI" panose="020B0502040204020203" pitchFamily="34" charset="0"/>
              </a:rPr>
              <a:t>Grayscale: </a:t>
            </a:r>
            <a:r>
              <a:rPr lang="en-US" sz="1400" b="0" noProof="0" dirty="0">
                <a:latin typeface="+mj-lt"/>
                <a:cs typeface="Segoe UI" panose="020B0502040204020203" pitchFamily="34" charset="0"/>
              </a:rPr>
              <a:t>Use increments of 20% to ensure differentiation between data points. Always separate with at least a 1px white space between values.</a:t>
            </a:r>
          </a:p>
          <a:p>
            <a:r>
              <a:rPr lang="en-US" sz="1400" b="1" noProof="0" dirty="0">
                <a:latin typeface="+mj-lt"/>
                <a:cs typeface="Segoe UI" panose="020B0502040204020203" pitchFamily="34" charset="0"/>
              </a:rPr>
              <a:t>Traffic light: </a:t>
            </a:r>
            <a:r>
              <a:rPr lang="en-US" sz="1400" b="0" noProof="0" dirty="0">
                <a:latin typeface="+mj-lt"/>
                <a:cs typeface="Segoe UI" panose="020B0502040204020203" pitchFamily="34" charset="0"/>
              </a:rPr>
              <a:t>Codes are listed at the bottom of this page. Use these for positive and negative values.</a:t>
            </a:r>
          </a:p>
          <a:p>
            <a:endParaRPr lang="en-US" sz="1400" b="0" noProof="0" dirty="0">
              <a:latin typeface="+mj-lt"/>
              <a:cs typeface="Segoe UI" panose="020B0502040204020203" pitchFamily="34" charset="0"/>
            </a:endParaRPr>
          </a:p>
        </p:txBody>
      </p:sp>
      <p:sp>
        <p:nvSpPr>
          <p:cNvPr id="10" name="Subhead 1">
            <a:extLst>
              <a:ext uri="{FF2B5EF4-FFF2-40B4-BE49-F238E27FC236}">
                <a16:creationId xmlns:a16="http://schemas.microsoft.com/office/drawing/2014/main" id="{922A121D-21BB-74B3-C165-9AC743354508}"/>
              </a:ext>
            </a:extLst>
          </p:cNvPr>
          <p:cNvSpPr txBox="1"/>
          <p:nvPr userDrawn="1"/>
        </p:nvSpPr>
        <p:spPr bwMode="gray">
          <a:xfrm>
            <a:off x="4916951" y="1373672"/>
            <a:ext cx="1131470"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Data visualization</a:t>
            </a:r>
          </a:p>
        </p:txBody>
      </p:sp>
      <p:sp>
        <p:nvSpPr>
          <p:cNvPr id="20" name="Rectangle 19">
            <a:extLst>
              <a:ext uri="{FF2B5EF4-FFF2-40B4-BE49-F238E27FC236}">
                <a16:creationId xmlns:a16="http://schemas.microsoft.com/office/drawing/2014/main" id="{F54BEEDF-BD52-D6BC-016B-66034DC5F2CA}"/>
              </a:ext>
            </a:extLst>
          </p:cNvPr>
          <p:cNvSpPr/>
          <p:nvPr userDrawn="1"/>
        </p:nvSpPr>
        <p:spPr bwMode="gray">
          <a:xfrm>
            <a:off x="4916951" y="1537838"/>
            <a:ext cx="1326458" cy="576923"/>
          </a:xfrm>
          <a:prstGeom prst="rect">
            <a:avLst/>
          </a:prstGeom>
          <a:solidFill>
            <a:srgbClr val="BAF3F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#BAF3F2</a:t>
            </a:r>
          </a:p>
        </p:txBody>
      </p:sp>
      <p:sp>
        <p:nvSpPr>
          <p:cNvPr id="21" name="Rectangle 20">
            <a:extLst>
              <a:ext uri="{FF2B5EF4-FFF2-40B4-BE49-F238E27FC236}">
                <a16:creationId xmlns:a16="http://schemas.microsoft.com/office/drawing/2014/main" id="{C6050C11-71B5-2588-95F8-3A5CBED4D756}"/>
              </a:ext>
            </a:extLst>
          </p:cNvPr>
          <p:cNvSpPr/>
          <p:nvPr userDrawn="1"/>
        </p:nvSpPr>
        <p:spPr bwMode="gray">
          <a:xfrm>
            <a:off x="4916951" y="2114761"/>
            <a:ext cx="1326458" cy="576923"/>
          </a:xfrm>
          <a:prstGeom prst="rect">
            <a:avLst/>
          </a:prstGeom>
          <a:solidFill>
            <a:srgbClr val="9AEEED"/>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#9AEEED</a:t>
            </a:r>
          </a:p>
        </p:txBody>
      </p:sp>
      <p:sp>
        <p:nvSpPr>
          <p:cNvPr id="22" name="Rectangle 21">
            <a:extLst>
              <a:ext uri="{FF2B5EF4-FFF2-40B4-BE49-F238E27FC236}">
                <a16:creationId xmlns:a16="http://schemas.microsoft.com/office/drawing/2014/main" id="{65338A0C-8D08-C797-AEE8-D9AFAAB05699}"/>
              </a:ext>
            </a:extLst>
          </p:cNvPr>
          <p:cNvSpPr/>
          <p:nvPr userDrawn="1"/>
        </p:nvSpPr>
        <p:spPr bwMode="gray">
          <a:xfrm>
            <a:off x="4916951" y="2691684"/>
            <a:ext cx="1326458" cy="576923"/>
          </a:xfrm>
          <a:prstGeom prst="rect">
            <a:avLst/>
          </a:prstGeom>
          <a:solidFill>
            <a:srgbClr val="56E2E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#56E2E1</a:t>
            </a:r>
          </a:p>
        </p:txBody>
      </p:sp>
      <p:sp>
        <p:nvSpPr>
          <p:cNvPr id="23" name="Rectangle 22">
            <a:extLst>
              <a:ext uri="{FF2B5EF4-FFF2-40B4-BE49-F238E27FC236}">
                <a16:creationId xmlns:a16="http://schemas.microsoft.com/office/drawing/2014/main" id="{634B3F83-AF9F-2EDA-A219-7987BA034125}"/>
              </a:ext>
            </a:extLst>
          </p:cNvPr>
          <p:cNvSpPr/>
          <p:nvPr userDrawn="1"/>
        </p:nvSpPr>
        <p:spPr bwMode="gray">
          <a:xfrm>
            <a:off x="4916951" y="3268607"/>
            <a:ext cx="1326458" cy="576923"/>
          </a:xfrm>
          <a:prstGeom prst="rect">
            <a:avLst/>
          </a:prstGeom>
          <a:solidFill>
            <a:srgbClr val="22C7C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#22C7C6</a:t>
            </a:r>
          </a:p>
        </p:txBody>
      </p:sp>
      <p:sp>
        <p:nvSpPr>
          <p:cNvPr id="24" name="Rectangle 23">
            <a:extLst>
              <a:ext uri="{FF2B5EF4-FFF2-40B4-BE49-F238E27FC236}">
                <a16:creationId xmlns:a16="http://schemas.microsoft.com/office/drawing/2014/main" id="{97E27F06-38E3-549C-E0DD-8C6A830146CE}"/>
              </a:ext>
            </a:extLst>
          </p:cNvPr>
          <p:cNvSpPr/>
          <p:nvPr userDrawn="1"/>
        </p:nvSpPr>
        <p:spPr bwMode="gray">
          <a:xfrm>
            <a:off x="4916951" y="3845530"/>
            <a:ext cx="1326458" cy="576923"/>
          </a:xfrm>
          <a:prstGeom prst="rect">
            <a:avLst/>
          </a:prstGeom>
          <a:solidFill>
            <a:srgbClr val="16858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#168584</a:t>
            </a:r>
          </a:p>
        </p:txBody>
      </p:sp>
      <p:sp>
        <p:nvSpPr>
          <p:cNvPr id="25" name="Rectangle 24">
            <a:extLst>
              <a:ext uri="{FF2B5EF4-FFF2-40B4-BE49-F238E27FC236}">
                <a16:creationId xmlns:a16="http://schemas.microsoft.com/office/drawing/2014/main" id="{A849FFB6-D110-98C2-7569-C6379C62EA1D}"/>
              </a:ext>
            </a:extLst>
          </p:cNvPr>
          <p:cNvSpPr/>
          <p:nvPr userDrawn="1"/>
        </p:nvSpPr>
        <p:spPr bwMode="gray">
          <a:xfrm>
            <a:off x="6332924" y="1537838"/>
            <a:ext cx="1326458" cy="576923"/>
          </a:xfrm>
          <a:prstGeom prst="rect">
            <a:avLst/>
          </a:prstGeom>
          <a:solidFill>
            <a:srgbClr val="FEEB9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#FEEB99</a:t>
            </a:r>
          </a:p>
        </p:txBody>
      </p:sp>
      <p:sp>
        <p:nvSpPr>
          <p:cNvPr id="26" name="Rectangle 25">
            <a:extLst>
              <a:ext uri="{FF2B5EF4-FFF2-40B4-BE49-F238E27FC236}">
                <a16:creationId xmlns:a16="http://schemas.microsoft.com/office/drawing/2014/main" id="{2DB45E61-CF44-4881-FBAF-93B2494A9DA8}"/>
              </a:ext>
            </a:extLst>
          </p:cNvPr>
          <p:cNvSpPr/>
          <p:nvPr userDrawn="1"/>
        </p:nvSpPr>
        <p:spPr bwMode="gray">
          <a:xfrm>
            <a:off x="6332924" y="2114761"/>
            <a:ext cx="1326458" cy="576923"/>
          </a:xfrm>
          <a:prstGeom prst="rect">
            <a:avLst/>
          </a:prstGeom>
          <a:solidFill>
            <a:srgbClr val="FFE26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#FFE266</a:t>
            </a:r>
          </a:p>
        </p:txBody>
      </p:sp>
      <p:sp>
        <p:nvSpPr>
          <p:cNvPr id="27" name="Rectangle 26">
            <a:extLst>
              <a:ext uri="{FF2B5EF4-FFF2-40B4-BE49-F238E27FC236}">
                <a16:creationId xmlns:a16="http://schemas.microsoft.com/office/drawing/2014/main" id="{25553206-65D9-6C69-71FC-BB070E43D2F7}"/>
              </a:ext>
            </a:extLst>
          </p:cNvPr>
          <p:cNvSpPr/>
          <p:nvPr userDrawn="1"/>
        </p:nvSpPr>
        <p:spPr bwMode="gray">
          <a:xfrm>
            <a:off x="6332924" y="2691684"/>
            <a:ext cx="1326458" cy="576923"/>
          </a:xfrm>
          <a:prstGeom prst="rect">
            <a:avLst/>
          </a:prstGeom>
          <a:solidFill>
            <a:srgbClr val="FFCE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#FFCE00</a:t>
            </a:r>
          </a:p>
        </p:txBody>
      </p:sp>
      <p:sp>
        <p:nvSpPr>
          <p:cNvPr id="28" name="Rectangle 27">
            <a:extLst>
              <a:ext uri="{FF2B5EF4-FFF2-40B4-BE49-F238E27FC236}">
                <a16:creationId xmlns:a16="http://schemas.microsoft.com/office/drawing/2014/main" id="{DD743C6F-0C25-BA27-C533-9486C0222755}"/>
              </a:ext>
            </a:extLst>
          </p:cNvPr>
          <p:cNvSpPr/>
          <p:nvPr userDrawn="1"/>
        </p:nvSpPr>
        <p:spPr bwMode="gray">
          <a:xfrm>
            <a:off x="6332924" y="3268607"/>
            <a:ext cx="1326458" cy="576923"/>
          </a:xfrm>
          <a:prstGeom prst="rect">
            <a:avLst/>
          </a:prstGeom>
          <a:solidFill>
            <a:srgbClr val="BF9A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#BF9A00</a:t>
            </a:r>
          </a:p>
        </p:txBody>
      </p:sp>
      <p:sp>
        <p:nvSpPr>
          <p:cNvPr id="29" name="Rectangle 28">
            <a:extLst>
              <a:ext uri="{FF2B5EF4-FFF2-40B4-BE49-F238E27FC236}">
                <a16:creationId xmlns:a16="http://schemas.microsoft.com/office/drawing/2014/main" id="{BF7DE80C-B174-D391-5A82-6A9D4657273D}"/>
              </a:ext>
            </a:extLst>
          </p:cNvPr>
          <p:cNvSpPr/>
          <p:nvPr userDrawn="1"/>
        </p:nvSpPr>
        <p:spPr bwMode="gray">
          <a:xfrm>
            <a:off x="6332924" y="3845530"/>
            <a:ext cx="1326458" cy="576923"/>
          </a:xfrm>
          <a:prstGeom prst="rect">
            <a:avLst/>
          </a:prstGeom>
          <a:solidFill>
            <a:srgbClr val="7F670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#7F6701</a:t>
            </a:r>
          </a:p>
        </p:txBody>
      </p:sp>
      <p:sp>
        <p:nvSpPr>
          <p:cNvPr id="30" name="Rectangle 29">
            <a:extLst>
              <a:ext uri="{FF2B5EF4-FFF2-40B4-BE49-F238E27FC236}">
                <a16:creationId xmlns:a16="http://schemas.microsoft.com/office/drawing/2014/main" id="{791369E4-2378-818B-BDBB-B1810D07475B}"/>
              </a:ext>
            </a:extLst>
          </p:cNvPr>
          <p:cNvSpPr/>
          <p:nvPr userDrawn="1"/>
        </p:nvSpPr>
        <p:spPr bwMode="gray">
          <a:xfrm>
            <a:off x="7748897" y="1537838"/>
            <a:ext cx="1326458" cy="576923"/>
          </a:xfrm>
          <a:prstGeom prst="rect">
            <a:avLst/>
          </a:prstGeom>
          <a:solidFill>
            <a:srgbClr val="F1B3E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#F1B3EB</a:t>
            </a:r>
          </a:p>
        </p:txBody>
      </p:sp>
      <p:sp>
        <p:nvSpPr>
          <p:cNvPr id="31" name="Rectangle 30">
            <a:extLst>
              <a:ext uri="{FF2B5EF4-FFF2-40B4-BE49-F238E27FC236}">
                <a16:creationId xmlns:a16="http://schemas.microsoft.com/office/drawing/2014/main" id="{A06A9DFE-B593-CA4E-6658-33F818BBB9F1}"/>
              </a:ext>
            </a:extLst>
          </p:cNvPr>
          <p:cNvSpPr/>
          <p:nvPr userDrawn="1"/>
        </p:nvSpPr>
        <p:spPr bwMode="gray">
          <a:xfrm>
            <a:off x="7748897" y="2114761"/>
            <a:ext cx="1326458" cy="576923"/>
          </a:xfrm>
          <a:prstGeom prst="rect">
            <a:avLst/>
          </a:prstGeom>
          <a:solidFill>
            <a:srgbClr val="EC8DE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#EC8DE2</a:t>
            </a:r>
          </a:p>
        </p:txBody>
      </p:sp>
      <p:sp>
        <p:nvSpPr>
          <p:cNvPr id="32" name="Rectangle 31">
            <a:extLst>
              <a:ext uri="{FF2B5EF4-FFF2-40B4-BE49-F238E27FC236}">
                <a16:creationId xmlns:a16="http://schemas.microsoft.com/office/drawing/2014/main" id="{06C8DE8F-E873-831E-DA3D-AE4C36B44FA3}"/>
              </a:ext>
            </a:extLst>
          </p:cNvPr>
          <p:cNvSpPr/>
          <p:nvPr userDrawn="1"/>
        </p:nvSpPr>
        <p:spPr bwMode="gray">
          <a:xfrm>
            <a:off x="7748897" y="2691684"/>
            <a:ext cx="1326458" cy="576923"/>
          </a:xfrm>
          <a:prstGeom prst="rect">
            <a:avLst/>
          </a:prstGeom>
          <a:solidFill>
            <a:srgbClr val="DF41C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#DF41CF</a:t>
            </a:r>
          </a:p>
        </p:txBody>
      </p:sp>
      <p:sp>
        <p:nvSpPr>
          <p:cNvPr id="33" name="Rectangle 32">
            <a:extLst>
              <a:ext uri="{FF2B5EF4-FFF2-40B4-BE49-F238E27FC236}">
                <a16:creationId xmlns:a16="http://schemas.microsoft.com/office/drawing/2014/main" id="{D07B4E1A-7BFA-5E3E-1E91-1E15CC836CB2}"/>
              </a:ext>
            </a:extLst>
          </p:cNvPr>
          <p:cNvSpPr/>
          <p:nvPr userDrawn="1"/>
        </p:nvSpPr>
        <p:spPr bwMode="gray">
          <a:xfrm>
            <a:off x="7748897" y="3268607"/>
            <a:ext cx="1326458" cy="576923"/>
          </a:xfrm>
          <a:prstGeom prst="rect">
            <a:avLst/>
          </a:prstGeom>
          <a:solidFill>
            <a:srgbClr val="B820A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a:t>
            </a:r>
            <a:r>
              <a:rPr kumimoji="0" lang="en-US" sz="800" b="0" i="0" u="none" strike="noStrike" kern="1200" cap="none" spc="0" normalizeH="0" baseline="0" noProof="0" dirty="0">
                <a:ln>
                  <a:noFill/>
                </a:ln>
                <a:solidFill>
                  <a:srgbClr val="DF41CF"/>
                </a:solidFill>
                <a:effectLst/>
                <a:uLnTx/>
                <a:uFillTx/>
                <a:latin typeface="+mj-lt"/>
                <a:ea typeface="+mn-ea"/>
                <a:cs typeface="Segoe UI" panose="020B0502040204020203" pitchFamily="34" charset="0"/>
              </a:rPr>
              <a:t>B820A9</a:t>
            </a:r>
          </a:p>
        </p:txBody>
      </p:sp>
      <p:sp>
        <p:nvSpPr>
          <p:cNvPr id="34" name="Rectangle 33">
            <a:extLst>
              <a:ext uri="{FF2B5EF4-FFF2-40B4-BE49-F238E27FC236}">
                <a16:creationId xmlns:a16="http://schemas.microsoft.com/office/drawing/2014/main" id="{D218767A-C775-E209-DFAC-46EFDF64E930}"/>
              </a:ext>
            </a:extLst>
          </p:cNvPr>
          <p:cNvSpPr/>
          <p:nvPr userDrawn="1"/>
        </p:nvSpPr>
        <p:spPr bwMode="gray">
          <a:xfrm>
            <a:off x="7748897" y="3845530"/>
            <a:ext cx="1326458" cy="576923"/>
          </a:xfrm>
          <a:prstGeom prst="rect">
            <a:avLst/>
          </a:prstGeom>
          <a:solidFill>
            <a:srgbClr val="7B157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#7B1571</a:t>
            </a:r>
          </a:p>
        </p:txBody>
      </p:sp>
      <p:sp>
        <p:nvSpPr>
          <p:cNvPr id="35" name="Rectangle 34">
            <a:extLst>
              <a:ext uri="{FF2B5EF4-FFF2-40B4-BE49-F238E27FC236}">
                <a16:creationId xmlns:a16="http://schemas.microsoft.com/office/drawing/2014/main" id="{FF64CBE2-07F4-520C-63FB-03732ACE24C0}"/>
              </a:ext>
            </a:extLst>
          </p:cNvPr>
          <p:cNvSpPr/>
          <p:nvPr userDrawn="1"/>
        </p:nvSpPr>
        <p:spPr bwMode="gray">
          <a:xfrm>
            <a:off x="9164869" y="1537838"/>
            <a:ext cx="1326458" cy="576923"/>
          </a:xfrm>
          <a:prstGeom prst="rect">
            <a:avLst/>
          </a:prstGeom>
          <a:solidFill>
            <a:srgbClr val="B79BFE"/>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#B79BFE</a:t>
            </a:r>
          </a:p>
        </p:txBody>
      </p:sp>
      <p:sp>
        <p:nvSpPr>
          <p:cNvPr id="36" name="Rectangle 35">
            <a:extLst>
              <a:ext uri="{FF2B5EF4-FFF2-40B4-BE49-F238E27FC236}">
                <a16:creationId xmlns:a16="http://schemas.microsoft.com/office/drawing/2014/main" id="{09423C69-58A0-E377-8552-AB05828AF803}"/>
              </a:ext>
            </a:extLst>
          </p:cNvPr>
          <p:cNvSpPr/>
          <p:nvPr userDrawn="1"/>
        </p:nvSpPr>
        <p:spPr bwMode="gray">
          <a:xfrm>
            <a:off x="9164869" y="2114761"/>
            <a:ext cx="1326458" cy="576923"/>
          </a:xfrm>
          <a:prstGeom prst="rect">
            <a:avLst/>
          </a:prstGeom>
          <a:solidFill>
            <a:srgbClr val="7950E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#7950E2</a:t>
            </a:r>
          </a:p>
        </p:txBody>
      </p:sp>
      <p:sp>
        <p:nvSpPr>
          <p:cNvPr id="37" name="Rectangle 36">
            <a:extLst>
              <a:ext uri="{FF2B5EF4-FFF2-40B4-BE49-F238E27FC236}">
                <a16:creationId xmlns:a16="http://schemas.microsoft.com/office/drawing/2014/main" id="{5AE43690-5F83-EE1F-3481-BEECA402947E}"/>
              </a:ext>
            </a:extLst>
          </p:cNvPr>
          <p:cNvSpPr/>
          <p:nvPr userDrawn="1"/>
        </p:nvSpPr>
        <p:spPr bwMode="gray">
          <a:xfrm>
            <a:off x="9164869" y="2691684"/>
            <a:ext cx="1326458" cy="576923"/>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#512EAB</a:t>
            </a:r>
          </a:p>
        </p:txBody>
      </p:sp>
      <p:sp>
        <p:nvSpPr>
          <p:cNvPr id="38" name="Rectangle 37">
            <a:extLst>
              <a:ext uri="{FF2B5EF4-FFF2-40B4-BE49-F238E27FC236}">
                <a16:creationId xmlns:a16="http://schemas.microsoft.com/office/drawing/2014/main" id="{880A1BCB-A2A9-A063-81D5-BB7BBF81C201}"/>
              </a:ext>
            </a:extLst>
          </p:cNvPr>
          <p:cNvSpPr/>
          <p:nvPr userDrawn="1"/>
        </p:nvSpPr>
        <p:spPr bwMode="gray">
          <a:xfrm>
            <a:off x="9164869" y="3268607"/>
            <a:ext cx="1326458" cy="576923"/>
          </a:xfrm>
          <a:prstGeom prst="rect">
            <a:avLst/>
          </a:prstGeom>
          <a:solidFill>
            <a:srgbClr val="3D1788"/>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#3D1788</a:t>
            </a:r>
          </a:p>
        </p:txBody>
      </p:sp>
      <p:sp>
        <p:nvSpPr>
          <p:cNvPr id="39" name="Rectangle 38">
            <a:extLst>
              <a:ext uri="{FF2B5EF4-FFF2-40B4-BE49-F238E27FC236}">
                <a16:creationId xmlns:a16="http://schemas.microsoft.com/office/drawing/2014/main" id="{7C50A0DE-77C7-AF0E-DA5B-8376EA036688}"/>
              </a:ext>
            </a:extLst>
          </p:cNvPr>
          <p:cNvSpPr/>
          <p:nvPr userDrawn="1"/>
        </p:nvSpPr>
        <p:spPr bwMode="gray">
          <a:xfrm>
            <a:off x="9164869" y="3845530"/>
            <a:ext cx="1326458" cy="576923"/>
          </a:xfrm>
          <a:prstGeom prst="rect">
            <a:avLst/>
          </a:prstGeom>
          <a:solidFill>
            <a:srgbClr val="29006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#290066</a:t>
            </a:r>
          </a:p>
        </p:txBody>
      </p:sp>
      <p:sp>
        <p:nvSpPr>
          <p:cNvPr id="40" name="Subhead 2">
            <a:extLst>
              <a:ext uri="{FF2B5EF4-FFF2-40B4-BE49-F238E27FC236}">
                <a16:creationId xmlns:a16="http://schemas.microsoft.com/office/drawing/2014/main" id="{212E630A-4384-AEDE-987A-814D0D11E73A}"/>
              </a:ext>
            </a:extLst>
          </p:cNvPr>
          <p:cNvSpPr txBox="1"/>
          <p:nvPr userDrawn="1"/>
        </p:nvSpPr>
        <p:spPr bwMode="gray">
          <a:xfrm>
            <a:off x="4916951" y="4579074"/>
            <a:ext cx="567463"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Traffic light</a:t>
            </a:r>
          </a:p>
        </p:txBody>
      </p:sp>
      <p:sp>
        <p:nvSpPr>
          <p:cNvPr id="41" name="Rectangle 40">
            <a:extLst>
              <a:ext uri="{FF2B5EF4-FFF2-40B4-BE49-F238E27FC236}">
                <a16:creationId xmlns:a16="http://schemas.microsoft.com/office/drawing/2014/main" id="{6D8BEE95-711A-FBC4-1619-C335B35038B8}"/>
              </a:ext>
            </a:extLst>
          </p:cNvPr>
          <p:cNvSpPr/>
          <p:nvPr userDrawn="1"/>
        </p:nvSpPr>
        <p:spPr bwMode="gray">
          <a:xfrm>
            <a:off x="4916951" y="4743240"/>
            <a:ext cx="646321" cy="576923"/>
          </a:xfrm>
          <a:prstGeom prst="rect">
            <a:avLst/>
          </a:prstGeom>
          <a:solidFill>
            <a:srgbClr val="00C8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Positive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#00C800</a:t>
            </a:r>
          </a:p>
        </p:txBody>
      </p:sp>
      <p:sp>
        <p:nvSpPr>
          <p:cNvPr id="42" name="Rectangle 41">
            <a:extLst>
              <a:ext uri="{FF2B5EF4-FFF2-40B4-BE49-F238E27FC236}">
                <a16:creationId xmlns:a16="http://schemas.microsoft.com/office/drawing/2014/main" id="{6DE5A40B-2DF9-8687-5DB2-6CE2BA941A2B}"/>
              </a:ext>
            </a:extLst>
          </p:cNvPr>
          <p:cNvSpPr/>
          <p:nvPr userDrawn="1"/>
        </p:nvSpPr>
        <p:spPr bwMode="gray">
          <a:xfrm>
            <a:off x="5562744" y="4743240"/>
            <a:ext cx="646321" cy="576923"/>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Negative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#FF0000</a:t>
            </a:r>
          </a:p>
        </p:txBody>
      </p:sp>
      <p:sp>
        <p:nvSpPr>
          <p:cNvPr id="43" name="Subhead 3">
            <a:extLst>
              <a:ext uri="{FF2B5EF4-FFF2-40B4-BE49-F238E27FC236}">
                <a16:creationId xmlns:a16="http://schemas.microsoft.com/office/drawing/2014/main" id="{41684835-66EF-0EBC-A5A1-C37CEC9E155E}"/>
              </a:ext>
            </a:extLst>
          </p:cNvPr>
          <p:cNvSpPr txBox="1"/>
          <p:nvPr userDrawn="1"/>
        </p:nvSpPr>
        <p:spPr bwMode="gray">
          <a:xfrm>
            <a:off x="7253959" y="4579074"/>
            <a:ext cx="495328"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Grayscale</a:t>
            </a:r>
          </a:p>
        </p:txBody>
      </p:sp>
      <p:sp>
        <p:nvSpPr>
          <p:cNvPr id="44" name="Rectangle 43">
            <a:extLst>
              <a:ext uri="{FF2B5EF4-FFF2-40B4-BE49-F238E27FC236}">
                <a16:creationId xmlns:a16="http://schemas.microsoft.com/office/drawing/2014/main" id="{221BC818-BEE3-33AF-DB67-C957BD7CEDD1}"/>
              </a:ext>
            </a:extLst>
          </p:cNvPr>
          <p:cNvSpPr/>
          <p:nvPr userDrawn="1"/>
        </p:nvSpPr>
        <p:spPr bwMode="gray">
          <a:xfrm>
            <a:off x="7253959" y="4743240"/>
            <a:ext cx="646321" cy="576923"/>
          </a:xfrm>
          <a:prstGeom prst="rect">
            <a:avLst/>
          </a:prstGeom>
          <a:solidFill>
            <a:srgbClr val="CCCCCC"/>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20%</a:t>
            </a:r>
          </a:p>
        </p:txBody>
      </p:sp>
      <p:sp>
        <p:nvSpPr>
          <p:cNvPr id="45" name="Rectangle 44">
            <a:extLst>
              <a:ext uri="{FF2B5EF4-FFF2-40B4-BE49-F238E27FC236}">
                <a16:creationId xmlns:a16="http://schemas.microsoft.com/office/drawing/2014/main" id="{AAA2FD56-1689-2D49-59DF-A5E41412B276}"/>
              </a:ext>
            </a:extLst>
          </p:cNvPr>
          <p:cNvSpPr/>
          <p:nvPr userDrawn="1"/>
        </p:nvSpPr>
        <p:spPr bwMode="gray">
          <a:xfrm>
            <a:off x="7901721" y="4743240"/>
            <a:ext cx="646321" cy="576923"/>
          </a:xfrm>
          <a:prstGeom prst="rect">
            <a:avLst/>
          </a:prstGeom>
          <a:solidFill>
            <a:srgbClr val="99999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40%</a:t>
            </a:r>
          </a:p>
        </p:txBody>
      </p:sp>
      <p:sp>
        <p:nvSpPr>
          <p:cNvPr id="46" name="Rectangle 45">
            <a:extLst>
              <a:ext uri="{FF2B5EF4-FFF2-40B4-BE49-F238E27FC236}">
                <a16:creationId xmlns:a16="http://schemas.microsoft.com/office/drawing/2014/main" id="{4409D2F5-A048-77BD-7533-AF517A24D5B3}"/>
              </a:ext>
            </a:extLst>
          </p:cNvPr>
          <p:cNvSpPr/>
          <p:nvPr userDrawn="1"/>
        </p:nvSpPr>
        <p:spPr bwMode="gray">
          <a:xfrm>
            <a:off x="8549483" y="4743240"/>
            <a:ext cx="646321" cy="576923"/>
          </a:xfrm>
          <a:prstGeom prst="rect">
            <a:avLst/>
          </a:prstGeom>
          <a:solidFill>
            <a:srgbClr val="66666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60%</a:t>
            </a:r>
          </a:p>
        </p:txBody>
      </p:sp>
      <p:sp>
        <p:nvSpPr>
          <p:cNvPr id="47" name="Rectangle 46">
            <a:extLst>
              <a:ext uri="{FF2B5EF4-FFF2-40B4-BE49-F238E27FC236}">
                <a16:creationId xmlns:a16="http://schemas.microsoft.com/office/drawing/2014/main" id="{730DF5C7-FF9A-07D5-DCD6-A7C7F05C5A08}"/>
              </a:ext>
            </a:extLst>
          </p:cNvPr>
          <p:cNvSpPr/>
          <p:nvPr userDrawn="1"/>
        </p:nvSpPr>
        <p:spPr bwMode="gray">
          <a:xfrm>
            <a:off x="9197245" y="4743240"/>
            <a:ext cx="646321" cy="576923"/>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80%</a:t>
            </a:r>
          </a:p>
        </p:txBody>
      </p:sp>
      <p:sp>
        <p:nvSpPr>
          <p:cNvPr id="48" name="Rectangle 47">
            <a:extLst>
              <a:ext uri="{FF2B5EF4-FFF2-40B4-BE49-F238E27FC236}">
                <a16:creationId xmlns:a16="http://schemas.microsoft.com/office/drawing/2014/main" id="{D28BDD03-9CE4-9CEB-6ED1-BC3A06E744B6}"/>
              </a:ext>
            </a:extLst>
          </p:cNvPr>
          <p:cNvSpPr/>
          <p:nvPr userDrawn="1"/>
        </p:nvSpPr>
        <p:spPr bwMode="gray">
          <a:xfrm>
            <a:off x="9845006" y="4743240"/>
            <a:ext cx="646321" cy="57692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100%</a:t>
            </a:r>
          </a:p>
        </p:txBody>
      </p:sp>
      <p:pic>
        <p:nvPicPr>
          <p:cNvPr id="2" name="Pearson Logo" descr="Pearson Logo">
            <a:extLst>
              <a:ext uri="{FF2B5EF4-FFF2-40B4-BE49-F238E27FC236}">
                <a16:creationId xmlns:a16="http://schemas.microsoft.com/office/drawing/2014/main" id="{5F48F98B-A040-2A3E-39D4-EBD226C3AF49}"/>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1970587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User Guide: PowerPoint Theme Colors">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42" name="Section">
            <a:extLst>
              <a:ext uri="{FF2B5EF4-FFF2-40B4-BE49-F238E27FC236}">
                <a16:creationId xmlns:a16="http://schemas.microsoft.com/office/drawing/2014/main" id="{5EAC5A3C-7DDC-5E19-9448-3BC612C422E1}"/>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PowerPoint </a:t>
            </a:r>
            <a:b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b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theme colors</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412111" cy="180340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1" dirty="0">
                <a:latin typeface="+mj-lt"/>
                <a:cs typeface="Segoe UI" panose="020B0502040204020203" pitchFamily="34" charset="0"/>
              </a:rPr>
              <a:t>Theme colors: </a:t>
            </a:r>
            <a:r>
              <a:rPr lang="en-US" sz="1200" b="0" dirty="0">
                <a:latin typeface="+mj-lt"/>
                <a:cs typeface="Segoe UI" panose="020B0502040204020203" pitchFamily="34" charset="0"/>
              </a:rPr>
              <a:t>We have set this template’s theme colors according to the data visualization palette. This is to ensure that automated charts appear the most accessible when presenting sequential data points. These colors are only to be used in Data Vis – otherwise, please reference the Custom Colors section.</a:t>
            </a:r>
          </a:p>
        </p:txBody>
      </p:sp>
      <p:sp>
        <p:nvSpPr>
          <p:cNvPr id="2" name="Rounded Rectangle text">
            <a:extLst>
              <a:ext uri="{FF2B5EF4-FFF2-40B4-BE49-F238E27FC236}">
                <a16:creationId xmlns:a16="http://schemas.microsoft.com/office/drawing/2014/main" id="{AE7823A5-ADBF-99F1-4C6E-BF4FE5A7BA83}"/>
              </a:ext>
            </a:extLst>
          </p:cNvPr>
          <p:cNvSpPr>
            <a:spLocks/>
          </p:cNvSpPr>
          <p:nvPr userDrawn="1"/>
        </p:nvSpPr>
        <p:spPr>
          <a:xfrm>
            <a:off x="461330" y="3602250"/>
            <a:ext cx="2412111" cy="1212360"/>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1420"/>
              </a:lnSpc>
              <a:spcBef>
                <a:spcPts val="0"/>
              </a:spcBef>
              <a:spcAft>
                <a:spcPts val="600"/>
              </a:spcAft>
              <a:buClrTx/>
              <a:buSzTx/>
              <a:buFont typeface="Plus Jakarta Sans" panose="020B0604020202020204" pitchFamily="34" charset="0"/>
              <a:buNone/>
              <a:tabLst/>
              <a:defRPr/>
            </a:pPr>
            <a:r>
              <a:rPr lang="en-US" sz="1200" b="1" dirty="0">
                <a:solidFill>
                  <a:schemeClr val="tx2"/>
                </a:solidFill>
                <a:latin typeface="+mj-lt"/>
                <a:cs typeface="Segoe UI" panose="020B0502040204020203" pitchFamily="34" charset="0"/>
              </a:rPr>
              <a:t>Custom colors: </a:t>
            </a:r>
            <a:r>
              <a:rPr lang="en-US" sz="1200" b="0" dirty="0">
                <a:solidFill>
                  <a:schemeClr val="tx2"/>
                </a:solidFill>
                <a:latin typeface="+mj-lt"/>
                <a:cs typeface="Segoe UI" panose="020B0502040204020203" pitchFamily="34" charset="0"/>
              </a:rPr>
              <a:t>The primary, accent, and traffic light colors are featured in the Custom Colors section. If changing an element’s color, please use the colors in this set.</a:t>
            </a:r>
          </a:p>
        </p:txBody>
      </p:sp>
      <p:sp>
        <p:nvSpPr>
          <p:cNvPr id="20" name="Subhead 1">
            <a:extLst>
              <a:ext uri="{FF2B5EF4-FFF2-40B4-BE49-F238E27FC236}">
                <a16:creationId xmlns:a16="http://schemas.microsoft.com/office/drawing/2014/main" id="{0A512AF5-AD3D-1160-4894-E08C40AC65EB}"/>
              </a:ext>
            </a:extLst>
          </p:cNvPr>
          <p:cNvSpPr txBox="1">
            <a:spLocks/>
          </p:cNvSpPr>
          <p:nvPr userDrawn="1"/>
        </p:nvSpPr>
        <p:spPr bwMode="gray">
          <a:xfrm>
            <a:off x="4294188" y="1096963"/>
            <a:ext cx="2111278" cy="277053"/>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THEME COLORS SETTING</a:t>
            </a:r>
          </a:p>
        </p:txBody>
      </p:sp>
      <p:pic>
        <p:nvPicPr>
          <p:cNvPr id="21" name="Picture 20" descr="Colors menu">
            <a:extLst>
              <a:ext uri="{FF2B5EF4-FFF2-40B4-BE49-F238E27FC236}">
                <a16:creationId xmlns:a16="http://schemas.microsoft.com/office/drawing/2014/main" id="{E7C41DAC-9B02-C6FD-B3D8-91FC284EA58C}"/>
              </a:ext>
            </a:extLst>
          </p:cNvPr>
          <p:cNvPicPr>
            <a:picLocks noChangeAspect="1"/>
          </p:cNvPicPr>
          <p:nvPr userDrawn="1"/>
        </p:nvPicPr>
        <p:blipFill>
          <a:blip r:embed="rId2" cstate="screen">
            <a:extLst>
              <a:ext uri="{28A0092B-C50C-407E-A947-70E740481C1C}">
                <a14:useLocalDpi xmlns:a14="http://schemas.microsoft.com/office/drawing/2010/main"/>
              </a:ext>
            </a:extLst>
          </a:blip>
          <a:srcRect r="295"/>
          <a:stretch/>
        </p:blipFill>
        <p:spPr bwMode="gray">
          <a:xfrm>
            <a:off x="4294188" y="1366838"/>
            <a:ext cx="1697037" cy="4394196"/>
          </a:xfrm>
          <a:prstGeom prst="rect">
            <a:avLst/>
          </a:prstGeom>
          <a:ln w="9525">
            <a:solidFill>
              <a:schemeClr val="tx1"/>
            </a:solidFill>
          </a:ln>
        </p:spPr>
      </p:pic>
      <p:sp>
        <p:nvSpPr>
          <p:cNvPr id="27" name="Title 1">
            <a:extLst>
              <a:ext uri="{FF2B5EF4-FFF2-40B4-BE49-F238E27FC236}">
                <a16:creationId xmlns:a16="http://schemas.microsoft.com/office/drawing/2014/main" id="{A9D15B57-6958-52A1-AC6E-6F30739C4604}"/>
              </a:ext>
            </a:extLst>
          </p:cNvPr>
          <p:cNvSpPr txBox="1">
            <a:spLocks/>
          </p:cNvSpPr>
          <p:nvPr userDrawn="1"/>
        </p:nvSpPr>
        <p:spPr bwMode="gray">
          <a:xfrm>
            <a:off x="6359323" y="1515242"/>
            <a:ext cx="1219832" cy="472505"/>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The</a:t>
            </a:r>
            <a:r>
              <a:rPr lang="en-US" sz="1000" dirty="0">
                <a:solidFill>
                  <a:srgbClr val="0D004D"/>
                </a:solidFill>
                <a:latin typeface="+mj-lt"/>
                <a:cs typeface="Segoe UI" panose="020B0502040204020203" pitchFamily="34" charset="0"/>
              </a:rPr>
              <a:t> theme</a:t>
            </a:r>
            <a:r>
              <a:rPr kumimoji="0" lang="en-US" sz="10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 colors are optimized for automated charts.</a:t>
            </a:r>
          </a:p>
        </p:txBody>
      </p:sp>
      <p:sp>
        <p:nvSpPr>
          <p:cNvPr id="25" name="Title 1">
            <a:extLst>
              <a:ext uri="{FF2B5EF4-FFF2-40B4-BE49-F238E27FC236}">
                <a16:creationId xmlns:a16="http://schemas.microsoft.com/office/drawing/2014/main" id="{E7ADF355-EEF1-6676-3391-435ADA5D9A05}"/>
              </a:ext>
            </a:extLst>
          </p:cNvPr>
          <p:cNvSpPr txBox="1">
            <a:spLocks/>
          </p:cNvSpPr>
          <p:nvPr userDrawn="1"/>
        </p:nvSpPr>
        <p:spPr bwMode="gray">
          <a:xfrm>
            <a:off x="6359322" y="2011291"/>
            <a:ext cx="1221515" cy="472505"/>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Do not use automated tints.</a:t>
            </a:r>
          </a:p>
        </p:txBody>
      </p:sp>
      <p:grpSp>
        <p:nvGrpSpPr>
          <p:cNvPr id="22" name="Group 21" descr="Lighter and darker versions of the theme colors displayed below the first row of the Theme Colors section of the Colors menu, crossed out">
            <a:extLst>
              <a:ext uri="{FF2B5EF4-FFF2-40B4-BE49-F238E27FC236}">
                <a16:creationId xmlns:a16="http://schemas.microsoft.com/office/drawing/2014/main" id="{D4125BDA-BC0C-CD21-ACC1-0EC3549338E3}"/>
              </a:ext>
            </a:extLst>
          </p:cNvPr>
          <p:cNvGrpSpPr/>
          <p:nvPr userDrawn="1"/>
        </p:nvGrpSpPr>
        <p:grpSpPr bwMode="gray">
          <a:xfrm>
            <a:off x="4294188" y="1861423"/>
            <a:ext cx="1697037" cy="772240"/>
            <a:chOff x="2503584" y="2442876"/>
            <a:chExt cx="2201384" cy="1025560"/>
          </a:xfrm>
        </p:grpSpPr>
        <p:sp>
          <p:nvSpPr>
            <p:cNvPr id="23" name="Rectangle 22">
              <a:extLst>
                <a:ext uri="{FF2B5EF4-FFF2-40B4-BE49-F238E27FC236}">
                  <a16:creationId xmlns:a16="http://schemas.microsoft.com/office/drawing/2014/main" id="{FD6C423A-1269-0479-236C-E5CD91684555}"/>
                </a:ext>
              </a:extLst>
            </p:cNvPr>
            <p:cNvSpPr/>
            <p:nvPr/>
          </p:nvSpPr>
          <p:spPr bwMode="gray">
            <a:xfrm>
              <a:off x="2503584" y="2445616"/>
              <a:ext cx="2201384" cy="1022820"/>
            </a:xfrm>
            <a:prstGeom prst="rect">
              <a:avLst/>
            </a:prstGeom>
            <a:solidFill>
              <a:schemeClr val="bg2">
                <a:lumMod val="85000"/>
                <a:alpha val="80922"/>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cxnSp>
          <p:nvCxnSpPr>
            <p:cNvPr id="24" name="Straight Connector 23">
              <a:extLst>
                <a:ext uri="{FF2B5EF4-FFF2-40B4-BE49-F238E27FC236}">
                  <a16:creationId xmlns:a16="http://schemas.microsoft.com/office/drawing/2014/main" id="{68394944-3CB1-F204-20EA-BC3BD16DE6FB}"/>
                </a:ext>
              </a:extLst>
            </p:cNvPr>
            <p:cNvCxnSpPr>
              <a:cxnSpLocks/>
            </p:cNvCxnSpPr>
            <p:nvPr/>
          </p:nvCxnSpPr>
          <p:spPr bwMode="gray">
            <a:xfrm>
              <a:off x="2503584" y="2453444"/>
              <a:ext cx="2201384" cy="1012252"/>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cxnSp>
          <p:nvCxnSpPr>
            <p:cNvPr id="26" name="Straight Connector 25">
              <a:extLst>
                <a:ext uri="{FF2B5EF4-FFF2-40B4-BE49-F238E27FC236}">
                  <a16:creationId xmlns:a16="http://schemas.microsoft.com/office/drawing/2014/main" id="{8B3FD31C-A3D3-1B7C-4C5C-40F19A121224}"/>
                </a:ext>
              </a:extLst>
            </p:cNvPr>
            <p:cNvCxnSpPr>
              <a:cxnSpLocks/>
            </p:cNvCxnSpPr>
            <p:nvPr/>
          </p:nvCxnSpPr>
          <p:spPr bwMode="gray">
            <a:xfrm flipH="1">
              <a:off x="2503584" y="2442876"/>
              <a:ext cx="2201384" cy="1022820"/>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grpSp>
      <p:sp>
        <p:nvSpPr>
          <p:cNvPr id="28" name="Title 1">
            <a:extLst>
              <a:ext uri="{FF2B5EF4-FFF2-40B4-BE49-F238E27FC236}">
                <a16:creationId xmlns:a16="http://schemas.microsoft.com/office/drawing/2014/main" id="{75463075-4A61-1CCE-347E-EC2252348A0C}"/>
              </a:ext>
            </a:extLst>
          </p:cNvPr>
          <p:cNvSpPr txBox="1">
            <a:spLocks/>
          </p:cNvSpPr>
          <p:nvPr userDrawn="1"/>
        </p:nvSpPr>
        <p:spPr bwMode="gray">
          <a:xfrm>
            <a:off x="6359323" y="3591504"/>
            <a:ext cx="1221515" cy="471601"/>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Do not use Standard Colors.</a:t>
            </a:r>
          </a:p>
        </p:txBody>
      </p:sp>
      <p:grpSp>
        <p:nvGrpSpPr>
          <p:cNvPr id="29" name="Group 28" descr="Standard Colors section of the Colors menu, crossed out">
            <a:extLst>
              <a:ext uri="{FF2B5EF4-FFF2-40B4-BE49-F238E27FC236}">
                <a16:creationId xmlns:a16="http://schemas.microsoft.com/office/drawing/2014/main" id="{A306B0C4-5E0F-805B-EC1D-59572D3CDC17}"/>
              </a:ext>
            </a:extLst>
          </p:cNvPr>
          <p:cNvGrpSpPr/>
          <p:nvPr userDrawn="1"/>
        </p:nvGrpSpPr>
        <p:grpSpPr bwMode="gray">
          <a:xfrm>
            <a:off x="4294188" y="3713625"/>
            <a:ext cx="1697037" cy="227358"/>
            <a:chOff x="2503584" y="4666500"/>
            <a:chExt cx="2201384" cy="255192"/>
          </a:xfrm>
        </p:grpSpPr>
        <p:sp>
          <p:nvSpPr>
            <p:cNvPr id="30" name="Rectangle 29">
              <a:extLst>
                <a:ext uri="{FF2B5EF4-FFF2-40B4-BE49-F238E27FC236}">
                  <a16:creationId xmlns:a16="http://schemas.microsoft.com/office/drawing/2014/main" id="{782A608A-EA2E-BB7C-23F3-BE92C95DD3AC}"/>
                </a:ext>
              </a:extLst>
            </p:cNvPr>
            <p:cNvSpPr/>
            <p:nvPr/>
          </p:nvSpPr>
          <p:spPr bwMode="gray">
            <a:xfrm>
              <a:off x="2503584" y="4667529"/>
              <a:ext cx="2201384" cy="252453"/>
            </a:xfrm>
            <a:prstGeom prst="rect">
              <a:avLst/>
            </a:prstGeom>
            <a:solidFill>
              <a:schemeClr val="bg2">
                <a:lumMod val="85000"/>
                <a:alpha val="80922"/>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nvGrpSpPr>
            <p:cNvPr id="31" name="Group 30">
              <a:extLst>
                <a:ext uri="{FF2B5EF4-FFF2-40B4-BE49-F238E27FC236}">
                  <a16:creationId xmlns:a16="http://schemas.microsoft.com/office/drawing/2014/main" id="{D70ACD29-9A23-2B00-4775-A83A3C340B96}"/>
                </a:ext>
              </a:extLst>
            </p:cNvPr>
            <p:cNvGrpSpPr/>
            <p:nvPr/>
          </p:nvGrpSpPr>
          <p:grpSpPr bwMode="gray">
            <a:xfrm>
              <a:off x="2503584" y="4666500"/>
              <a:ext cx="2201384" cy="255192"/>
              <a:chOff x="623734" y="3324550"/>
              <a:chExt cx="2078966" cy="974786"/>
            </a:xfrm>
          </p:grpSpPr>
          <p:cxnSp>
            <p:nvCxnSpPr>
              <p:cNvPr id="32" name="Straight Connector 31">
                <a:extLst>
                  <a:ext uri="{FF2B5EF4-FFF2-40B4-BE49-F238E27FC236}">
                    <a16:creationId xmlns:a16="http://schemas.microsoft.com/office/drawing/2014/main" id="{B559716B-E512-F741-BDB6-BDC24BE584EC}"/>
                  </a:ext>
                </a:extLst>
              </p:cNvPr>
              <p:cNvCxnSpPr>
                <a:cxnSpLocks/>
              </p:cNvCxnSpPr>
              <p:nvPr/>
            </p:nvCxnSpPr>
            <p:spPr bwMode="gray">
              <a:xfrm>
                <a:off x="623734" y="3324551"/>
                <a:ext cx="2078966" cy="974785"/>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42812C71-5212-5AF1-72F7-F06BFFA9DBC5}"/>
                  </a:ext>
                </a:extLst>
              </p:cNvPr>
              <p:cNvCxnSpPr>
                <a:cxnSpLocks/>
              </p:cNvCxnSpPr>
              <p:nvPr/>
            </p:nvCxnSpPr>
            <p:spPr bwMode="gray">
              <a:xfrm flipH="1">
                <a:off x="623734" y="3324550"/>
                <a:ext cx="2078966" cy="972198"/>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grpSp>
      </p:grpSp>
      <p:cxnSp>
        <p:nvCxnSpPr>
          <p:cNvPr id="34" name="Straight Connector 33">
            <a:extLst>
              <a:ext uri="{FF2B5EF4-FFF2-40B4-BE49-F238E27FC236}">
                <a16:creationId xmlns:a16="http://schemas.microsoft.com/office/drawing/2014/main" id="{3B3E2B9A-6011-262D-367F-CC354606CC29}"/>
              </a:ext>
              <a:ext uri="{C183D7F6-B498-43B3-948B-1728B52AA6E4}">
                <adec:decorative xmlns:adec="http://schemas.microsoft.com/office/drawing/2017/decorative" val="1"/>
              </a:ext>
            </a:extLst>
          </p:cNvPr>
          <p:cNvCxnSpPr>
            <a:cxnSpLocks/>
          </p:cNvCxnSpPr>
          <p:nvPr userDrawn="1"/>
        </p:nvCxnSpPr>
        <p:spPr bwMode="gray">
          <a:xfrm flipH="1" flipV="1">
            <a:off x="6003190" y="3827304"/>
            <a:ext cx="330958" cy="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DD2EB9F-0D50-6080-6A4F-E0DC5F8F4493}"/>
              </a:ext>
              <a:ext uri="{C183D7F6-B498-43B3-948B-1728B52AA6E4}">
                <adec:decorative xmlns:adec="http://schemas.microsoft.com/office/drawing/2017/decorative" val="1"/>
              </a:ext>
            </a:extLst>
          </p:cNvPr>
          <p:cNvCxnSpPr>
            <a:cxnSpLocks/>
          </p:cNvCxnSpPr>
          <p:nvPr userDrawn="1"/>
        </p:nvCxnSpPr>
        <p:spPr bwMode="gray">
          <a:xfrm flipH="1">
            <a:off x="6003190" y="2247543"/>
            <a:ext cx="330958"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FE8D3A89-E70E-DDE7-021E-285840325888}"/>
              </a:ext>
              <a:ext uri="{C183D7F6-B498-43B3-948B-1728B52AA6E4}">
                <adec:decorative xmlns:adec="http://schemas.microsoft.com/office/drawing/2017/decorative" val="1"/>
              </a:ext>
            </a:extLst>
          </p:cNvPr>
          <p:cNvCxnSpPr>
            <a:cxnSpLocks/>
          </p:cNvCxnSpPr>
          <p:nvPr userDrawn="1"/>
        </p:nvCxnSpPr>
        <p:spPr bwMode="gray">
          <a:xfrm flipH="1">
            <a:off x="6003190" y="1751494"/>
            <a:ext cx="330958"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6B2F530-8F39-E0B1-91C4-C21680E8FFFE}"/>
              </a:ext>
              <a:ext uri="{C183D7F6-B498-43B3-948B-1728B52AA6E4}">
                <adec:decorative xmlns:adec="http://schemas.microsoft.com/office/drawing/2017/decorative" val="1"/>
              </a:ext>
            </a:extLst>
          </p:cNvPr>
          <p:cNvCxnSpPr>
            <a:cxnSpLocks/>
          </p:cNvCxnSpPr>
          <p:nvPr userDrawn="1"/>
        </p:nvCxnSpPr>
        <p:spPr bwMode="gray">
          <a:xfrm flipH="1">
            <a:off x="7579155" y="1751494"/>
            <a:ext cx="44883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39" name="Rectangle 38">
            <a:extLst>
              <a:ext uri="{FF2B5EF4-FFF2-40B4-BE49-F238E27FC236}">
                <a16:creationId xmlns:a16="http://schemas.microsoft.com/office/drawing/2014/main" id="{709EA482-6FA9-C797-D634-2D0AD746733E}"/>
              </a:ext>
              <a:ext uri="{C183D7F6-B498-43B3-948B-1728B52AA6E4}">
                <adec:decorative xmlns:adec="http://schemas.microsoft.com/office/drawing/2017/decorative" val="1"/>
              </a:ext>
            </a:extLst>
          </p:cNvPr>
          <p:cNvSpPr/>
          <p:nvPr/>
        </p:nvSpPr>
        <p:spPr bwMode="gray">
          <a:xfrm>
            <a:off x="8027988" y="1374016"/>
            <a:ext cx="2678112" cy="4388609"/>
          </a:xfrm>
          <a:prstGeom prst="rect">
            <a:avLst/>
          </a:prstGeom>
          <a:ln w="9525">
            <a:solidFill>
              <a:schemeClr val="tx2"/>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aphicFrame>
        <p:nvGraphicFramePr>
          <p:cNvPr id="40" name="Chart Placeholder 9" descr="Bar graph theme colors">
            <a:extLst>
              <a:ext uri="{FF2B5EF4-FFF2-40B4-BE49-F238E27FC236}">
                <a16:creationId xmlns:a16="http://schemas.microsoft.com/office/drawing/2014/main" id="{A750D901-C06D-F23A-2288-B642D179C6AA}"/>
              </a:ext>
            </a:extLst>
          </p:cNvPr>
          <p:cNvGraphicFramePr>
            <a:graphicFrameLocks/>
          </p:cNvGraphicFramePr>
          <p:nvPr>
            <p:extLst>
              <p:ext uri="{D42A27DB-BD31-4B8C-83A1-F6EECF244321}">
                <p14:modId xmlns:p14="http://schemas.microsoft.com/office/powerpoint/2010/main" val="392343148"/>
              </p:ext>
            </p:extLst>
          </p:nvPr>
        </p:nvGraphicFramePr>
        <p:xfrm>
          <a:off x="8181702" y="1566042"/>
          <a:ext cx="2370684" cy="217732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1" name="Chart Placeholder 10" descr="Pie graph theme colors">
            <a:extLst>
              <a:ext uri="{FF2B5EF4-FFF2-40B4-BE49-F238E27FC236}">
                <a16:creationId xmlns:a16="http://schemas.microsoft.com/office/drawing/2014/main" id="{FC179024-8977-99D8-FB5C-94EE53A01828}"/>
              </a:ext>
            </a:extLst>
          </p:cNvPr>
          <p:cNvGraphicFramePr>
            <a:graphicFrameLocks/>
          </p:cNvGraphicFramePr>
          <p:nvPr>
            <p:extLst>
              <p:ext uri="{D42A27DB-BD31-4B8C-83A1-F6EECF244321}">
                <p14:modId xmlns:p14="http://schemas.microsoft.com/office/powerpoint/2010/main" val="3237990657"/>
              </p:ext>
            </p:extLst>
          </p:nvPr>
        </p:nvGraphicFramePr>
        <p:xfrm>
          <a:off x="8181702" y="3890901"/>
          <a:ext cx="2370684" cy="1721623"/>
        </p:xfrm>
        <a:graphic>
          <a:graphicData uri="http://schemas.openxmlformats.org/drawingml/2006/chart">
            <c:chart xmlns:c="http://schemas.openxmlformats.org/drawingml/2006/chart" xmlns:r="http://schemas.openxmlformats.org/officeDocument/2006/relationships" r:id="rId4"/>
          </a:graphicData>
        </a:graphic>
      </p:graphicFrame>
      <p:pic>
        <p:nvPicPr>
          <p:cNvPr id="3" name="Pearson Logo" descr="Pearson Logo">
            <a:extLst>
              <a:ext uri="{FF2B5EF4-FFF2-40B4-BE49-F238E27FC236}">
                <a16:creationId xmlns:a16="http://schemas.microsoft.com/office/drawing/2014/main" id="{AB363CA6-8E1A-F783-321E-5F09E051A5CA}"/>
              </a:ext>
            </a:extLst>
          </p:cNvPr>
          <p:cNvPicPr/>
          <p:nvPr userDrawn="1"/>
        </p:nvPicPr>
        <p:blipFill>
          <a:blip r:embed="rId5">
            <a:extLst>
              <a:ext uri="{96DAC541-7B7A-43D3-8B79-37D633B846F1}">
                <asvg:svgBlip xmlns:asvg="http://schemas.microsoft.com/office/drawing/2016/SVG/main" r:embed="rId6"/>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6528792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User Guide: Typography">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6" name="Section">
            <a:extLst>
              <a:ext uri="{FF2B5EF4-FFF2-40B4-BE49-F238E27FC236}">
                <a16:creationId xmlns:a16="http://schemas.microsoft.com/office/drawing/2014/main" id="{554ECA3C-1DF4-B7F5-69F4-F7609A8B8398}"/>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Typography</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029810"/>
            <a:ext cx="2557019" cy="537986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1" dirty="0">
                <a:latin typeface="+mj-lt"/>
                <a:cs typeface="Segoe UI" panose="020B0502040204020203" pitchFamily="34" charset="0"/>
              </a:rPr>
              <a:t>Arial </a:t>
            </a:r>
            <a:r>
              <a:rPr lang="en-US" sz="1200" b="0" dirty="0">
                <a:latin typeface="+mj-lt"/>
                <a:cs typeface="Segoe UI" panose="020B0502040204020203" pitchFamily="34" charset="0"/>
              </a:rPr>
              <a:t>is our primary typeface for PowerPoint presentations.</a:t>
            </a:r>
          </a:p>
          <a:p>
            <a:r>
              <a:rPr lang="en-US" sz="1200" b="0" dirty="0">
                <a:latin typeface="+mj-lt"/>
                <a:cs typeface="Segoe UI" panose="020B0502040204020203" pitchFamily="34" charset="0"/>
              </a:rPr>
              <a:t>Follow these rules for using type in our communications: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Use only our approved typeface</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Set text primarily flush left</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Set kerning to optical</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Use consistent point sizes throughout — do not use too many different type sizes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Limit the use of all caps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Text-heavy documents should be well organized and use white space generously, allowing the reader’s eye to scan and flow through the material easily</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Use Italic only for special cases, i.e., titles, names of vehicles and ships, scientific and technical terms, foreign words or phrases.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endParaRPr lang="en-US" sz="1200" kern="1200" dirty="0">
              <a:solidFill>
                <a:srgbClr val="0D004D"/>
              </a:solidFill>
              <a:latin typeface="+mj-lt"/>
              <a:ea typeface="+mn-ea"/>
              <a:cs typeface="Segoe UI" panose="020B0502040204020203" pitchFamily="34" charset="0"/>
            </a:endParaRP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If you need to use </a:t>
            </a:r>
            <a:r>
              <a:rPr lang="en-US" sz="1200" dirty="0">
                <a:latin typeface="+mj-lt"/>
                <a:cs typeface="Segoe UI" panose="020B0502040204020203" pitchFamily="34" charset="0"/>
              </a:rPr>
              <a:t>monospaced fonts used for coding, please use </a:t>
            </a:r>
            <a:r>
              <a:rPr lang="en-US" sz="1200" b="1" dirty="0">
                <a:latin typeface="Courier New" panose="02070309020205020404" pitchFamily="49" charset="0"/>
                <a:cs typeface="Courier New" panose="02070309020205020404" pitchFamily="49" charset="0"/>
              </a:rPr>
              <a:t>Courier New</a:t>
            </a:r>
            <a:r>
              <a:rPr lang="en-US" sz="1200" b="1" dirty="0">
                <a:latin typeface="+mj-lt"/>
                <a:cs typeface="Courier New" panose="02070309020205020404" pitchFamily="49" charset="0"/>
              </a:rPr>
              <a:t>.</a:t>
            </a:r>
            <a:endParaRPr lang="en-US" sz="1200" kern="1200" dirty="0">
              <a:solidFill>
                <a:srgbClr val="0D004D"/>
              </a:solidFill>
              <a:latin typeface="+mj-lt"/>
              <a:ea typeface="+mn-ea"/>
              <a:cs typeface="Courier New" panose="02070309020205020404" pitchFamily="49" charset="0"/>
            </a:endParaRPr>
          </a:p>
          <a:p>
            <a:endParaRPr lang="en-US" sz="1200" b="0" dirty="0">
              <a:latin typeface="+mj-lt"/>
              <a:cs typeface="Segoe UI" panose="020B0502040204020203" pitchFamily="34" charset="0"/>
            </a:endParaRPr>
          </a:p>
        </p:txBody>
      </p:sp>
      <p:sp>
        <p:nvSpPr>
          <p:cNvPr id="2" name="Title 1">
            <a:extLst>
              <a:ext uri="{FF2B5EF4-FFF2-40B4-BE49-F238E27FC236}">
                <a16:creationId xmlns:a16="http://schemas.microsoft.com/office/drawing/2014/main" id="{041F95B9-14C1-0998-1118-27703025EE2D}"/>
              </a:ext>
            </a:extLst>
          </p:cNvPr>
          <p:cNvSpPr txBox="1">
            <a:spLocks/>
          </p:cNvSpPr>
          <p:nvPr userDrawn="1"/>
        </p:nvSpPr>
        <p:spPr bwMode="gray">
          <a:xfrm>
            <a:off x="4637087" y="721944"/>
            <a:ext cx="7004747" cy="5539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0" normalizeH="0" baseline="0" noProof="1">
                <a:ln>
                  <a:noFill/>
                </a:ln>
                <a:solidFill>
                  <a:srgbClr val="0D004D"/>
                </a:solidFill>
                <a:effectLst/>
                <a:uLnTx/>
                <a:uFillTx/>
                <a:latin typeface="+mj-lt"/>
                <a:ea typeface="+mj-ea"/>
                <a:cs typeface="Segoe UI" panose="020B0502040204020203" pitchFamily="34" charset="0"/>
              </a:rPr>
              <a:t>Title — Arial (Headings) Bold</a:t>
            </a:r>
          </a:p>
        </p:txBody>
      </p:sp>
      <p:sp>
        <p:nvSpPr>
          <p:cNvPr id="7" name="Title 1">
            <a:extLst>
              <a:ext uri="{FF2B5EF4-FFF2-40B4-BE49-F238E27FC236}">
                <a16:creationId xmlns:a16="http://schemas.microsoft.com/office/drawing/2014/main" id="{EAE89D40-FA37-7962-F804-74B144E2CB9F}"/>
              </a:ext>
            </a:extLst>
          </p:cNvPr>
          <p:cNvSpPr txBox="1">
            <a:spLocks/>
          </p:cNvSpPr>
          <p:nvPr userDrawn="1"/>
        </p:nvSpPr>
        <p:spPr bwMode="gray">
          <a:xfrm>
            <a:off x="4637088" y="1543384"/>
            <a:ext cx="7004745" cy="3323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1">
                <a:ln>
                  <a:noFill/>
                </a:ln>
                <a:solidFill>
                  <a:srgbClr val="0D004D"/>
                </a:solidFill>
                <a:effectLst/>
                <a:uLnTx/>
                <a:uFillTx/>
                <a:latin typeface="+mj-lt"/>
                <a:ea typeface="+mj-ea"/>
                <a:cs typeface="Segoe UI Semibold" panose="020B0502040204020203" pitchFamily="34" charset="0"/>
              </a:rPr>
              <a:t>Slide headline — Arial (Headings) Bold</a:t>
            </a:r>
          </a:p>
        </p:txBody>
      </p:sp>
      <p:sp>
        <p:nvSpPr>
          <p:cNvPr id="9" name="Title 1">
            <a:extLst>
              <a:ext uri="{FF2B5EF4-FFF2-40B4-BE49-F238E27FC236}">
                <a16:creationId xmlns:a16="http://schemas.microsoft.com/office/drawing/2014/main" id="{DBA1FB21-1438-AA2D-3FC5-BDBD25832C03}"/>
              </a:ext>
            </a:extLst>
          </p:cNvPr>
          <p:cNvSpPr txBox="1">
            <a:spLocks/>
          </p:cNvSpPr>
          <p:nvPr userDrawn="1"/>
        </p:nvSpPr>
        <p:spPr bwMode="gray">
          <a:xfrm>
            <a:off x="4647721" y="2041910"/>
            <a:ext cx="6401317" cy="246221"/>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1">
                <a:ln>
                  <a:noFill/>
                </a:ln>
                <a:solidFill>
                  <a:srgbClr val="0D004D"/>
                </a:solidFill>
                <a:effectLst/>
                <a:uLnTx/>
                <a:uFillTx/>
                <a:latin typeface="+mj-lt"/>
                <a:ea typeface="+mj-ea"/>
                <a:cs typeface="Segoe UI Semibold" panose="020B0502040204020203" pitchFamily="34" charset="0"/>
              </a:rPr>
              <a:t>Smaller subheads — Arial (Headings) Bold</a:t>
            </a:r>
          </a:p>
        </p:txBody>
      </p:sp>
      <p:sp>
        <p:nvSpPr>
          <p:cNvPr id="12" name="Title 1">
            <a:extLst>
              <a:ext uri="{FF2B5EF4-FFF2-40B4-BE49-F238E27FC236}">
                <a16:creationId xmlns:a16="http://schemas.microsoft.com/office/drawing/2014/main" id="{C2145967-1BCF-A0AD-9B31-667AB123C28E}"/>
              </a:ext>
            </a:extLst>
          </p:cNvPr>
          <p:cNvSpPr txBox="1">
            <a:spLocks/>
          </p:cNvSpPr>
          <p:nvPr userDrawn="1"/>
        </p:nvSpPr>
        <p:spPr bwMode="gray">
          <a:xfrm>
            <a:off x="4647721" y="2409988"/>
            <a:ext cx="6401317" cy="93871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mj-lt"/>
                <a:ea typeface="+mj-ea"/>
                <a:cs typeface="Segoe UI" panose="020B0502040204020203" pitchFamily="34" charset="0"/>
              </a:rPr>
              <a:t>Content — Arial (Body) Regular</a:t>
            </a:r>
          </a:p>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mj-lt"/>
                <a:ea typeface="+mj-ea"/>
                <a:cs typeface="Segoe UI" panose="020B0502040204020203" pitchFamily="34" charset="0"/>
              </a:rPr>
              <a:t>Lorem ipsum dolor sit amet, consectetur adipiscing elit, sed do eiusmod tempor incididunt ut labore et dolore magna aliqua. Ut enim ad minim veniam, quis nostrud exercitation ullamco laboris nisi ut aliquip ex ea commodo consequat. </a:t>
            </a:r>
          </a:p>
        </p:txBody>
      </p:sp>
      <p:sp>
        <p:nvSpPr>
          <p:cNvPr id="13" name="Title 1">
            <a:extLst>
              <a:ext uri="{FF2B5EF4-FFF2-40B4-BE49-F238E27FC236}">
                <a16:creationId xmlns:a16="http://schemas.microsoft.com/office/drawing/2014/main" id="{D26A9AC9-28F1-BAC6-C232-360B73B36B99}"/>
              </a:ext>
            </a:extLst>
          </p:cNvPr>
          <p:cNvSpPr txBox="1">
            <a:spLocks/>
          </p:cNvSpPr>
          <p:nvPr userDrawn="1"/>
        </p:nvSpPr>
        <p:spPr bwMode="gray">
          <a:xfrm>
            <a:off x="4637089" y="3475100"/>
            <a:ext cx="6411910" cy="1384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000" b="0" i="0" u="none" strike="noStrike" kern="1200" cap="none" spc="0" normalizeH="0" baseline="0" noProof="1">
                <a:ln>
                  <a:noFill/>
                </a:ln>
                <a:solidFill>
                  <a:srgbClr val="0D004D"/>
                </a:solidFill>
                <a:effectLst/>
                <a:uLnTx/>
                <a:uFillTx/>
                <a:latin typeface="+mj-lt"/>
                <a:ea typeface="+mj-ea"/>
                <a:cs typeface="Segoe UI" panose="020B0502040204020203" pitchFamily="34" charset="0"/>
              </a:rPr>
              <a:t>Annotation and citation — Arial (Body) Regular</a:t>
            </a:r>
          </a:p>
        </p:txBody>
      </p:sp>
      <p:sp>
        <p:nvSpPr>
          <p:cNvPr id="8" name="Title 1">
            <a:extLst>
              <a:ext uri="{FF2B5EF4-FFF2-40B4-BE49-F238E27FC236}">
                <a16:creationId xmlns:a16="http://schemas.microsoft.com/office/drawing/2014/main" id="{FD2D1494-3772-7933-5C33-268753CE4107}"/>
              </a:ext>
            </a:extLst>
          </p:cNvPr>
          <p:cNvSpPr txBox="1">
            <a:spLocks/>
          </p:cNvSpPr>
          <p:nvPr userDrawn="1"/>
        </p:nvSpPr>
        <p:spPr bwMode="gray">
          <a:xfrm>
            <a:off x="3946278" y="240812"/>
            <a:ext cx="5029449" cy="613412"/>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Text on Slides – Arial</a:t>
            </a:r>
          </a:p>
        </p:txBody>
      </p:sp>
      <p:sp>
        <p:nvSpPr>
          <p:cNvPr id="10" name="Title 1">
            <a:extLst>
              <a:ext uri="{FF2B5EF4-FFF2-40B4-BE49-F238E27FC236}">
                <a16:creationId xmlns:a16="http://schemas.microsoft.com/office/drawing/2014/main" id="{F89DECD1-33AC-9F80-1B59-CBD4526890FA}"/>
              </a:ext>
            </a:extLst>
          </p:cNvPr>
          <p:cNvSpPr txBox="1">
            <a:spLocks/>
          </p:cNvSpPr>
          <p:nvPr userDrawn="1"/>
        </p:nvSpPr>
        <p:spPr bwMode="gray">
          <a:xfrm>
            <a:off x="3946278" y="4151314"/>
            <a:ext cx="5467230" cy="390908"/>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Courier New" panose="02070309020205020404" pitchFamily="49" charset="0"/>
                <a:ea typeface="+mj-ea"/>
                <a:cs typeface="Courier New" panose="02070309020205020404" pitchFamily="49" charset="0"/>
              </a:rPr>
              <a:t>Font for Coding – Courier New</a:t>
            </a:r>
          </a:p>
        </p:txBody>
      </p:sp>
      <p:sp>
        <p:nvSpPr>
          <p:cNvPr id="24" name="Title 1">
            <a:extLst>
              <a:ext uri="{FF2B5EF4-FFF2-40B4-BE49-F238E27FC236}">
                <a16:creationId xmlns:a16="http://schemas.microsoft.com/office/drawing/2014/main" id="{C2210716-54A9-B23F-4FB9-0EBB212B429C}"/>
              </a:ext>
            </a:extLst>
          </p:cNvPr>
          <p:cNvSpPr txBox="1">
            <a:spLocks/>
          </p:cNvSpPr>
          <p:nvPr userDrawn="1"/>
        </p:nvSpPr>
        <p:spPr bwMode="gray">
          <a:xfrm>
            <a:off x="4395860" y="4638472"/>
            <a:ext cx="6401317" cy="246221"/>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1">
                <a:ln>
                  <a:noFill/>
                </a:ln>
                <a:solidFill>
                  <a:srgbClr val="0D004D"/>
                </a:solidFill>
                <a:effectLst/>
                <a:uLnTx/>
                <a:uFillTx/>
                <a:latin typeface="Courier New" panose="02070309020205020404" pitchFamily="49" charset="0"/>
                <a:ea typeface="+mj-ea"/>
                <a:cs typeface="Courier New" panose="02070309020205020404" pitchFamily="49" charset="0"/>
              </a:rPr>
              <a:t>Smaller subheads — Bold</a:t>
            </a:r>
          </a:p>
        </p:txBody>
      </p:sp>
      <p:sp>
        <p:nvSpPr>
          <p:cNvPr id="25" name="Title 1">
            <a:extLst>
              <a:ext uri="{FF2B5EF4-FFF2-40B4-BE49-F238E27FC236}">
                <a16:creationId xmlns:a16="http://schemas.microsoft.com/office/drawing/2014/main" id="{D1D5DCB3-4395-3D96-8730-1B5512CEB72C}"/>
              </a:ext>
            </a:extLst>
          </p:cNvPr>
          <p:cNvSpPr txBox="1">
            <a:spLocks/>
          </p:cNvSpPr>
          <p:nvPr userDrawn="1"/>
        </p:nvSpPr>
        <p:spPr bwMode="gray">
          <a:xfrm>
            <a:off x="4395860" y="5150932"/>
            <a:ext cx="6401317" cy="1154162"/>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Courier New" panose="02070309020205020404" pitchFamily="49" charset="0"/>
                <a:ea typeface="+mj-ea"/>
                <a:cs typeface="Courier New" panose="02070309020205020404" pitchFamily="49" charset="0"/>
              </a:rPr>
              <a:t>Content— Regular</a:t>
            </a:r>
          </a:p>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Courier New" panose="02070309020205020404" pitchFamily="49" charset="0"/>
                <a:ea typeface="+mj-ea"/>
                <a:cs typeface="Courier New" panose="02070309020205020404" pitchFamily="49" charset="0"/>
              </a:rPr>
              <a:t>Lorem ipsum dolor sit amet, consectetur adipiscing elit, sed do eiusmod tempor incididunt ut labore et dolore magna aliqua. Ut enim ad minim veniam, quis nostrud exercitation ullamco laboris nisi ut aliquip ex ea commodo consequat. </a:t>
            </a:r>
          </a:p>
        </p:txBody>
      </p:sp>
      <p:pic>
        <p:nvPicPr>
          <p:cNvPr id="4" name="Pearson Logo" descr="Pearson Logo">
            <a:extLst>
              <a:ext uri="{FF2B5EF4-FFF2-40B4-BE49-F238E27FC236}">
                <a16:creationId xmlns:a16="http://schemas.microsoft.com/office/drawing/2014/main" id="{1C0E0A05-8CDD-11FE-7F84-BC16E4D1A1F6}"/>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5600027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User Guide: Pictograms and Icons">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88" name="Section">
            <a:extLst>
              <a:ext uri="{FF2B5EF4-FFF2-40B4-BE49-F238E27FC236}">
                <a16:creationId xmlns:a16="http://schemas.microsoft.com/office/drawing/2014/main" id="{EBA5F521-577F-6087-09CE-FB6C3058BD6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Pictograms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Light Mode</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354961" cy="349941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400" b="0" noProof="0" dirty="0">
                <a:latin typeface="+mj-lt"/>
                <a:cs typeface="Segoe UI" panose="020B0502040204020203" pitchFamily="34" charset="0"/>
              </a:rPr>
              <a:t>While pictograms should be used in their original Purple colorway, they can also incorporate one of three accent colors, Amber, Turquoise and Fuchsia.</a:t>
            </a:r>
          </a:p>
          <a:p>
            <a:r>
              <a:rPr lang="en-GB" sz="1400" dirty="0">
                <a:solidFill>
                  <a:srgbClr val="0C004C"/>
                </a:solidFill>
                <a:effectLst/>
                <a:latin typeface="+mj-lt"/>
                <a:cs typeface="Segoe UI" panose="020B0502040204020203" pitchFamily="34" charset="0"/>
              </a:rPr>
              <a:t>Consider using pictograms with accent colours when: </a:t>
            </a:r>
          </a:p>
          <a:p>
            <a:pPr marL="171450" indent="-171450">
              <a:buFont typeface="Arial" panose="020B0604020202020204" pitchFamily="34" charset="0"/>
              <a:buChar char="•"/>
            </a:pPr>
            <a:r>
              <a:rPr lang="en-GB" sz="1400" dirty="0">
                <a:solidFill>
                  <a:srgbClr val="0C004C"/>
                </a:solidFill>
                <a:effectLst/>
                <a:latin typeface="+mj-lt"/>
                <a:cs typeface="Segoe UI" panose="020B0502040204020203" pitchFamily="34" charset="0"/>
              </a:rPr>
              <a:t>calling additional attention to one in a series </a:t>
            </a:r>
          </a:p>
          <a:p>
            <a:pPr marL="171450" indent="-171450">
              <a:buFont typeface="Arial" panose="020B0604020202020204" pitchFamily="34" charset="0"/>
              <a:buChar char="•"/>
            </a:pPr>
            <a:r>
              <a:rPr lang="en-GB" sz="1400" dirty="0">
                <a:solidFill>
                  <a:srgbClr val="0C004C"/>
                </a:solidFill>
                <a:effectLst/>
                <a:latin typeface="+mj-lt"/>
                <a:cs typeface="Segoe UI" panose="020B0502040204020203" pitchFamily="34" charset="0"/>
              </a:rPr>
              <a:t>complementing the colour of a layout </a:t>
            </a:r>
          </a:p>
          <a:p>
            <a:pPr marL="171450" indent="-171450">
              <a:buFont typeface="Arial" panose="020B0604020202020204" pitchFamily="34" charset="0"/>
              <a:buChar char="•"/>
            </a:pPr>
            <a:r>
              <a:rPr lang="en-GB" sz="1400" dirty="0">
                <a:solidFill>
                  <a:srgbClr val="0C004C"/>
                </a:solidFill>
                <a:effectLst/>
                <a:latin typeface="+mj-lt"/>
                <a:cs typeface="Segoe UI" panose="020B0502040204020203" pitchFamily="34" charset="0"/>
              </a:rPr>
              <a:t>used as a large expressive illustration </a:t>
            </a:r>
          </a:p>
        </p:txBody>
      </p:sp>
      <p:grpSp>
        <p:nvGrpSpPr>
          <p:cNvPr id="3" name="Group 2" descr="pictograms with accent colors">
            <a:extLst>
              <a:ext uri="{FF2B5EF4-FFF2-40B4-BE49-F238E27FC236}">
                <a16:creationId xmlns:a16="http://schemas.microsoft.com/office/drawing/2014/main" id="{31BBCCFD-7160-50BD-400C-BED8BEE208DD}"/>
              </a:ext>
            </a:extLst>
          </p:cNvPr>
          <p:cNvGrpSpPr/>
          <p:nvPr userDrawn="1"/>
        </p:nvGrpSpPr>
        <p:grpSpPr>
          <a:xfrm>
            <a:off x="550164" y="5125013"/>
            <a:ext cx="2159747" cy="680781"/>
            <a:chOff x="550164" y="5125013"/>
            <a:chExt cx="2159747" cy="680781"/>
          </a:xfrm>
        </p:grpSpPr>
        <p:pic>
          <p:nvPicPr>
            <p:cNvPr id="7" name="Picture 6" descr="A colorful cube with purple and yellow squares&#10;&#10;AI-generated content may be incorrect.">
              <a:extLst>
                <a:ext uri="{FF2B5EF4-FFF2-40B4-BE49-F238E27FC236}">
                  <a16:creationId xmlns:a16="http://schemas.microsoft.com/office/drawing/2014/main" id="{011BFC08-9810-AC36-4734-2DBD3E8DC86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164" y="5125013"/>
              <a:ext cx="680781" cy="680781"/>
            </a:xfrm>
            <a:prstGeom prst="rect">
              <a:avLst/>
            </a:prstGeom>
          </p:spPr>
        </p:pic>
        <p:pic>
          <p:nvPicPr>
            <p:cNvPr id="8" name="Picture 7">
              <a:extLst>
                <a:ext uri="{FF2B5EF4-FFF2-40B4-BE49-F238E27FC236}">
                  <a16:creationId xmlns:a16="http://schemas.microsoft.com/office/drawing/2014/main" id="{66DE5405-8D04-89A3-D50D-6A4E3994B4F6}"/>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289647" y="5125013"/>
              <a:ext cx="680781" cy="680781"/>
            </a:xfrm>
            <a:prstGeom prst="rect">
              <a:avLst/>
            </a:prstGeom>
          </p:spPr>
        </p:pic>
        <p:pic>
          <p:nvPicPr>
            <p:cNvPr id="9" name="Picture 8">
              <a:extLst>
                <a:ext uri="{FF2B5EF4-FFF2-40B4-BE49-F238E27FC236}">
                  <a16:creationId xmlns:a16="http://schemas.microsoft.com/office/drawing/2014/main" id="{D2E79EF5-BCB0-4652-4D84-9771BDB88ABD}"/>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029130" y="5125013"/>
              <a:ext cx="680781" cy="680781"/>
            </a:xfrm>
            <a:prstGeom prst="rect">
              <a:avLst/>
            </a:prstGeom>
          </p:spPr>
        </p:pic>
      </p:grpSp>
      <p:pic>
        <p:nvPicPr>
          <p:cNvPr id="10" name="Picture 9" descr="A purple paper plane&#10;">
            <a:extLst>
              <a:ext uri="{FF2B5EF4-FFF2-40B4-BE49-F238E27FC236}">
                <a16:creationId xmlns:a16="http://schemas.microsoft.com/office/drawing/2014/main" id="{6706DEBC-CA78-57B6-1ABD-0E06263FCED2}"/>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653155" y="722826"/>
            <a:ext cx="840821" cy="840821"/>
          </a:xfrm>
          <a:prstGeom prst="rect">
            <a:avLst/>
          </a:prstGeom>
        </p:spPr>
      </p:pic>
      <p:pic>
        <p:nvPicPr>
          <p:cNvPr id="12" name="Picture 11" descr="A purple and white cube&#10;">
            <a:extLst>
              <a:ext uri="{FF2B5EF4-FFF2-40B4-BE49-F238E27FC236}">
                <a16:creationId xmlns:a16="http://schemas.microsoft.com/office/drawing/2014/main" id="{BFB38276-5BA2-B22D-DD5D-36936ED25C03}"/>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4702209" y="722826"/>
            <a:ext cx="840821" cy="840821"/>
          </a:xfrm>
          <a:prstGeom prst="rect">
            <a:avLst/>
          </a:prstGeom>
        </p:spPr>
      </p:pic>
      <p:pic>
        <p:nvPicPr>
          <p:cNvPr id="13" name="Picture 12" descr="A purple and white square with a graph going up">
            <a:extLst>
              <a:ext uri="{FF2B5EF4-FFF2-40B4-BE49-F238E27FC236}">
                <a16:creationId xmlns:a16="http://schemas.microsoft.com/office/drawing/2014/main" id="{BA08C0A7-E1A4-21CF-4A94-AA95B511517F}"/>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5751263" y="722826"/>
            <a:ext cx="840821" cy="840821"/>
          </a:xfrm>
          <a:prstGeom prst="rect">
            <a:avLst/>
          </a:prstGeom>
        </p:spPr>
      </p:pic>
      <p:pic>
        <p:nvPicPr>
          <p:cNvPr id="15" name="Picture 14" descr="A four white circles with arrows pointing to the center&#10;">
            <a:extLst>
              <a:ext uri="{FF2B5EF4-FFF2-40B4-BE49-F238E27FC236}">
                <a16:creationId xmlns:a16="http://schemas.microsoft.com/office/drawing/2014/main" id="{CA1EFC87-9EBE-47A0-2495-D7F88385E154}"/>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6800317" y="722826"/>
            <a:ext cx="840821" cy="840821"/>
          </a:xfrm>
          <a:prstGeom prst="rect">
            <a:avLst/>
          </a:prstGeom>
        </p:spPr>
      </p:pic>
      <p:pic>
        <p:nvPicPr>
          <p:cNvPr id="16" name="Picture 15" descr="A purple globe&#10;">
            <a:extLst>
              <a:ext uri="{FF2B5EF4-FFF2-40B4-BE49-F238E27FC236}">
                <a16:creationId xmlns:a16="http://schemas.microsoft.com/office/drawing/2014/main" id="{0917A544-91AE-E692-5BF1-53402396F1D5}"/>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7849371" y="722826"/>
            <a:ext cx="840821" cy="840821"/>
          </a:xfrm>
          <a:prstGeom prst="rect">
            <a:avLst/>
          </a:prstGeom>
        </p:spPr>
      </p:pic>
      <p:pic>
        <p:nvPicPr>
          <p:cNvPr id="17" name="Picture 16" descr="A purple and white cylinder&#10;">
            <a:extLst>
              <a:ext uri="{FF2B5EF4-FFF2-40B4-BE49-F238E27FC236}">
                <a16:creationId xmlns:a16="http://schemas.microsoft.com/office/drawing/2014/main" id="{42D8CE99-A187-B4EC-3CE8-E0A0079D147D}"/>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8898425" y="722826"/>
            <a:ext cx="840821" cy="840821"/>
          </a:xfrm>
          <a:prstGeom prst="rect">
            <a:avLst/>
          </a:prstGeom>
        </p:spPr>
      </p:pic>
      <p:pic>
        <p:nvPicPr>
          <p:cNvPr id="18" name="Picture 17" descr="A close-up of a square&#10;">
            <a:extLst>
              <a:ext uri="{FF2B5EF4-FFF2-40B4-BE49-F238E27FC236}">
                <a16:creationId xmlns:a16="http://schemas.microsoft.com/office/drawing/2014/main" id="{FD834259-89C8-6E7B-8174-C312F344B111}"/>
              </a:ext>
            </a:extLst>
          </p:cNvPr>
          <p:cNvPicPr>
            <a:picLocks noChangeAspect="1"/>
          </p:cNvPicPr>
          <p:nvPr userDrawn="1"/>
        </p:nvPicPr>
        <p:blipFill>
          <a:blip r:embed="rId11" cstate="screen">
            <a:extLst>
              <a:ext uri="{28A0092B-C50C-407E-A947-70E740481C1C}">
                <a14:useLocalDpi xmlns:a14="http://schemas.microsoft.com/office/drawing/2010/main"/>
              </a:ext>
            </a:extLst>
          </a:blip>
          <a:srcRect/>
          <a:stretch/>
        </p:blipFill>
        <p:spPr>
          <a:xfrm>
            <a:off x="9947479" y="722826"/>
            <a:ext cx="840821" cy="840821"/>
          </a:xfrm>
          <a:prstGeom prst="rect">
            <a:avLst/>
          </a:prstGeom>
        </p:spPr>
      </p:pic>
      <p:pic>
        <p:nvPicPr>
          <p:cNvPr id="19" name="Picture 18" descr="A purple and white circle with a arrow&#10;">
            <a:extLst>
              <a:ext uri="{FF2B5EF4-FFF2-40B4-BE49-F238E27FC236}">
                <a16:creationId xmlns:a16="http://schemas.microsoft.com/office/drawing/2014/main" id="{6E9622CD-3F3E-E069-0117-5311FB2D87E6}"/>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10996536" y="715792"/>
            <a:ext cx="840821" cy="840821"/>
          </a:xfrm>
          <a:prstGeom prst="rect">
            <a:avLst/>
          </a:prstGeom>
        </p:spPr>
      </p:pic>
      <p:pic>
        <p:nvPicPr>
          <p:cNvPr id="20" name="Picture 19" descr="A white circle with purple">
            <a:extLst>
              <a:ext uri="{FF2B5EF4-FFF2-40B4-BE49-F238E27FC236}">
                <a16:creationId xmlns:a16="http://schemas.microsoft.com/office/drawing/2014/main" id="{91C2BF43-AAF0-002B-21FB-FA73AEB84345}"/>
              </a:ext>
            </a:extLst>
          </p:cNvPr>
          <p:cNvPicPr>
            <a:picLocks noChangeAspect="1"/>
          </p:cNvPicPr>
          <p:nvPr userDrawn="1"/>
        </p:nvPicPr>
        <p:blipFill>
          <a:blip r:embed="rId13" cstate="screen">
            <a:extLst>
              <a:ext uri="{28A0092B-C50C-407E-A947-70E740481C1C}">
                <a14:useLocalDpi xmlns:a14="http://schemas.microsoft.com/office/drawing/2010/main"/>
              </a:ext>
            </a:extLst>
          </a:blip>
          <a:srcRect/>
          <a:stretch/>
        </p:blipFill>
        <p:spPr>
          <a:xfrm>
            <a:off x="3653155" y="1624884"/>
            <a:ext cx="840821" cy="840821"/>
          </a:xfrm>
          <a:prstGeom prst="rect">
            <a:avLst/>
          </a:prstGeom>
        </p:spPr>
      </p:pic>
      <p:pic>
        <p:nvPicPr>
          <p:cNvPr id="21" name="Picture 20" descr="A purple diamond with a white star">
            <a:extLst>
              <a:ext uri="{FF2B5EF4-FFF2-40B4-BE49-F238E27FC236}">
                <a16:creationId xmlns:a16="http://schemas.microsoft.com/office/drawing/2014/main" id="{2D0B2A79-999B-F7B3-8F43-08CB8D6725D9}"/>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p:blipFill>
        <p:spPr>
          <a:xfrm>
            <a:off x="4702209" y="1624884"/>
            <a:ext cx="840821" cy="840821"/>
          </a:xfrm>
          <a:prstGeom prst="rect">
            <a:avLst/>
          </a:prstGeom>
        </p:spPr>
      </p:pic>
      <p:pic>
        <p:nvPicPr>
          <p:cNvPr id="22" name="Picture 21" descr="A purple and blue squares with a arrow pointing up&#10;">
            <a:extLst>
              <a:ext uri="{FF2B5EF4-FFF2-40B4-BE49-F238E27FC236}">
                <a16:creationId xmlns:a16="http://schemas.microsoft.com/office/drawing/2014/main" id="{047BF9EE-1405-39B6-3F48-3A17B9054400}"/>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p:blipFill>
        <p:spPr>
          <a:xfrm>
            <a:off x="5751263" y="1624884"/>
            <a:ext cx="840821" cy="840821"/>
          </a:xfrm>
          <a:prstGeom prst="rect">
            <a:avLst/>
          </a:prstGeom>
        </p:spPr>
      </p:pic>
      <p:pic>
        <p:nvPicPr>
          <p:cNvPr id="23" name="Picture 22" descr="A circular arrow in a square&#10;">
            <a:extLst>
              <a:ext uri="{FF2B5EF4-FFF2-40B4-BE49-F238E27FC236}">
                <a16:creationId xmlns:a16="http://schemas.microsoft.com/office/drawing/2014/main" id="{72B05824-00A0-6F51-012E-DF99FB44AE19}"/>
              </a:ext>
            </a:extLst>
          </p:cNvPr>
          <p:cNvPicPr>
            <a:picLocks noChangeAspect="1"/>
          </p:cNvPicPr>
          <p:nvPr userDrawn="1"/>
        </p:nvPicPr>
        <p:blipFill>
          <a:blip r:embed="rId16" cstate="screen">
            <a:extLst>
              <a:ext uri="{28A0092B-C50C-407E-A947-70E740481C1C}">
                <a14:useLocalDpi xmlns:a14="http://schemas.microsoft.com/office/drawing/2010/main"/>
              </a:ext>
            </a:extLst>
          </a:blip>
          <a:srcRect/>
          <a:stretch/>
        </p:blipFill>
        <p:spPr>
          <a:xfrm>
            <a:off x="6800317" y="1624884"/>
            <a:ext cx="840821" cy="840821"/>
          </a:xfrm>
          <a:prstGeom prst="rect">
            <a:avLst/>
          </a:prstGeom>
        </p:spPr>
      </p:pic>
      <p:pic>
        <p:nvPicPr>
          <p:cNvPr id="24" name="Picture 23" descr="A bright light in a circle&#10;">
            <a:extLst>
              <a:ext uri="{FF2B5EF4-FFF2-40B4-BE49-F238E27FC236}">
                <a16:creationId xmlns:a16="http://schemas.microsoft.com/office/drawing/2014/main" id="{AA92891A-8984-DEBC-0056-18C894D90216}"/>
              </a:ext>
            </a:extLst>
          </p:cNvPr>
          <p:cNvPicPr>
            <a:picLocks noChangeAspect="1"/>
          </p:cNvPicPr>
          <p:nvPr userDrawn="1"/>
        </p:nvPicPr>
        <p:blipFill>
          <a:blip r:embed="rId17" cstate="screen">
            <a:extLst>
              <a:ext uri="{28A0092B-C50C-407E-A947-70E740481C1C}">
                <a14:useLocalDpi xmlns:a14="http://schemas.microsoft.com/office/drawing/2010/main"/>
              </a:ext>
            </a:extLst>
          </a:blip>
          <a:srcRect/>
          <a:stretch/>
        </p:blipFill>
        <p:spPr>
          <a:xfrm>
            <a:off x="7849371" y="1624884"/>
            <a:ext cx="840821" cy="840821"/>
          </a:xfrm>
          <a:prstGeom prst="rect">
            <a:avLst/>
          </a:prstGeom>
        </p:spPr>
      </p:pic>
      <p:pic>
        <p:nvPicPr>
          <p:cNvPr id="25" name="Picture 24" descr="A purple head silhouette">
            <a:extLst>
              <a:ext uri="{FF2B5EF4-FFF2-40B4-BE49-F238E27FC236}">
                <a16:creationId xmlns:a16="http://schemas.microsoft.com/office/drawing/2014/main" id="{236B00E7-6FE4-35FB-DDD6-49ACC5116EEC}"/>
              </a:ext>
            </a:extLst>
          </p:cNvPr>
          <p:cNvPicPr>
            <a:picLocks noChangeAspect="1"/>
          </p:cNvPicPr>
          <p:nvPr userDrawn="1"/>
        </p:nvPicPr>
        <p:blipFill>
          <a:blip r:embed="rId18" cstate="screen">
            <a:extLst>
              <a:ext uri="{28A0092B-C50C-407E-A947-70E740481C1C}">
                <a14:useLocalDpi xmlns:a14="http://schemas.microsoft.com/office/drawing/2010/main"/>
              </a:ext>
            </a:extLst>
          </a:blip>
          <a:srcRect/>
          <a:stretch/>
        </p:blipFill>
        <p:spPr>
          <a:xfrm>
            <a:off x="8898425" y="1624884"/>
            <a:ext cx="840821" cy="840821"/>
          </a:xfrm>
          <a:prstGeom prst="rect">
            <a:avLst/>
          </a:prstGeom>
        </p:spPr>
      </p:pic>
      <p:pic>
        <p:nvPicPr>
          <p:cNvPr id="26" name="Picture 25" descr="A group of people in a row">
            <a:extLst>
              <a:ext uri="{FF2B5EF4-FFF2-40B4-BE49-F238E27FC236}">
                <a16:creationId xmlns:a16="http://schemas.microsoft.com/office/drawing/2014/main" id="{1A250DBC-5589-D7D8-9BCF-3FBD9D409259}"/>
              </a:ext>
            </a:extLst>
          </p:cNvPr>
          <p:cNvPicPr>
            <a:picLocks noChangeAspect="1"/>
          </p:cNvPicPr>
          <p:nvPr userDrawn="1"/>
        </p:nvPicPr>
        <p:blipFill>
          <a:blip r:embed="rId19" cstate="screen">
            <a:extLst>
              <a:ext uri="{28A0092B-C50C-407E-A947-70E740481C1C}">
                <a14:useLocalDpi xmlns:a14="http://schemas.microsoft.com/office/drawing/2010/main"/>
              </a:ext>
            </a:extLst>
          </a:blip>
          <a:srcRect/>
          <a:stretch/>
        </p:blipFill>
        <p:spPr>
          <a:xfrm>
            <a:off x="9947479" y="1624884"/>
            <a:ext cx="840821" cy="840821"/>
          </a:xfrm>
          <a:prstGeom prst="rect">
            <a:avLst/>
          </a:prstGeom>
        </p:spPr>
      </p:pic>
      <p:pic>
        <p:nvPicPr>
          <p:cNvPr id="27" name="Picture 26" descr="A white circle with a purple arrow pointing up">
            <a:extLst>
              <a:ext uri="{FF2B5EF4-FFF2-40B4-BE49-F238E27FC236}">
                <a16:creationId xmlns:a16="http://schemas.microsoft.com/office/drawing/2014/main" id="{B6A7E10B-48F8-1B60-FE3E-3F9D9361288B}"/>
              </a:ext>
            </a:extLst>
          </p:cNvPr>
          <p:cNvPicPr>
            <a:picLocks noChangeAspect="1"/>
          </p:cNvPicPr>
          <p:nvPr userDrawn="1"/>
        </p:nvPicPr>
        <p:blipFill>
          <a:blip r:embed="rId20" cstate="screen">
            <a:extLst>
              <a:ext uri="{28A0092B-C50C-407E-A947-70E740481C1C}">
                <a14:useLocalDpi xmlns:a14="http://schemas.microsoft.com/office/drawing/2010/main"/>
              </a:ext>
            </a:extLst>
          </a:blip>
          <a:srcRect/>
          <a:stretch/>
        </p:blipFill>
        <p:spPr>
          <a:xfrm>
            <a:off x="10996536" y="1624884"/>
            <a:ext cx="840821" cy="840821"/>
          </a:xfrm>
          <a:prstGeom prst="rect">
            <a:avLst/>
          </a:prstGeom>
        </p:spPr>
      </p:pic>
      <p:pic>
        <p:nvPicPr>
          <p:cNvPr id="28" name="Picture 27" descr="A white and purple chat bubbles&#10;">
            <a:extLst>
              <a:ext uri="{FF2B5EF4-FFF2-40B4-BE49-F238E27FC236}">
                <a16:creationId xmlns:a16="http://schemas.microsoft.com/office/drawing/2014/main" id="{E77A3DCF-3E85-A6AF-2BD4-A0AD4360B61C}"/>
              </a:ext>
            </a:extLst>
          </p:cNvPr>
          <p:cNvPicPr>
            <a:picLocks noChangeAspect="1"/>
          </p:cNvPicPr>
          <p:nvPr userDrawn="1"/>
        </p:nvPicPr>
        <p:blipFill>
          <a:blip r:embed="rId21" cstate="screen">
            <a:extLst>
              <a:ext uri="{28A0092B-C50C-407E-A947-70E740481C1C}">
                <a14:useLocalDpi xmlns:a14="http://schemas.microsoft.com/office/drawing/2010/main"/>
              </a:ext>
            </a:extLst>
          </a:blip>
          <a:srcRect/>
          <a:stretch/>
        </p:blipFill>
        <p:spPr>
          <a:xfrm>
            <a:off x="3653155" y="2526942"/>
            <a:ext cx="840821" cy="840821"/>
          </a:xfrm>
          <a:prstGeom prst="rect">
            <a:avLst/>
          </a:prstGeom>
        </p:spPr>
      </p:pic>
      <p:pic>
        <p:nvPicPr>
          <p:cNvPr id="29" name="Picture 28" descr="A light bulb with rays of light&#10;">
            <a:extLst>
              <a:ext uri="{FF2B5EF4-FFF2-40B4-BE49-F238E27FC236}">
                <a16:creationId xmlns:a16="http://schemas.microsoft.com/office/drawing/2014/main" id="{329AA1E7-9607-F36F-5ABF-6F083E528939}"/>
              </a:ext>
            </a:extLst>
          </p:cNvPr>
          <p:cNvPicPr>
            <a:picLocks noChangeAspect="1"/>
          </p:cNvPicPr>
          <p:nvPr userDrawn="1"/>
        </p:nvPicPr>
        <p:blipFill>
          <a:blip r:embed="rId22" cstate="screen">
            <a:extLst>
              <a:ext uri="{28A0092B-C50C-407E-A947-70E740481C1C}">
                <a14:useLocalDpi xmlns:a14="http://schemas.microsoft.com/office/drawing/2010/main"/>
              </a:ext>
            </a:extLst>
          </a:blip>
          <a:srcRect/>
          <a:stretch/>
        </p:blipFill>
        <p:spPr>
          <a:xfrm>
            <a:off x="4702209" y="2526942"/>
            <a:ext cx="840821" cy="840821"/>
          </a:xfrm>
          <a:prstGeom prst="rect">
            <a:avLst/>
          </a:prstGeom>
        </p:spPr>
      </p:pic>
      <p:pic>
        <p:nvPicPr>
          <p:cNvPr id="30" name="Picture 29" descr="A purple diamond">
            <a:extLst>
              <a:ext uri="{FF2B5EF4-FFF2-40B4-BE49-F238E27FC236}">
                <a16:creationId xmlns:a16="http://schemas.microsoft.com/office/drawing/2014/main" id="{222E1BD5-BC43-DB3E-978E-B37BF41AF65F}"/>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a:xfrm>
            <a:off x="5751263" y="2526942"/>
            <a:ext cx="840821" cy="840821"/>
          </a:xfrm>
          <a:prstGeom prst="rect">
            <a:avLst/>
          </a:prstGeom>
        </p:spPr>
      </p:pic>
      <p:pic>
        <p:nvPicPr>
          <p:cNvPr id="31" name="Picture 30" descr="A purple triangle with a flag on top&#10;">
            <a:extLst>
              <a:ext uri="{FF2B5EF4-FFF2-40B4-BE49-F238E27FC236}">
                <a16:creationId xmlns:a16="http://schemas.microsoft.com/office/drawing/2014/main" id="{F9927230-D0DD-5D94-6DB2-D5E5C4BA4968}"/>
              </a:ext>
            </a:extLst>
          </p:cNvPr>
          <p:cNvPicPr>
            <a:picLocks noChangeAspect="1"/>
          </p:cNvPicPr>
          <p:nvPr userDrawn="1"/>
        </p:nvPicPr>
        <p:blipFill>
          <a:blip r:embed="rId24" cstate="screen">
            <a:extLst>
              <a:ext uri="{28A0092B-C50C-407E-A947-70E740481C1C}">
                <a14:useLocalDpi xmlns:a14="http://schemas.microsoft.com/office/drawing/2010/main"/>
              </a:ext>
            </a:extLst>
          </a:blip>
          <a:srcRect/>
          <a:stretch/>
        </p:blipFill>
        <p:spPr>
          <a:xfrm>
            <a:off x="6800317" y="2526942"/>
            <a:ext cx="840821" cy="840821"/>
          </a:xfrm>
          <a:prstGeom prst="rect">
            <a:avLst/>
          </a:prstGeom>
        </p:spPr>
      </p:pic>
      <p:pic>
        <p:nvPicPr>
          <p:cNvPr id="32" name="Picture 31" descr="A purple eye with white center&#10;">
            <a:extLst>
              <a:ext uri="{FF2B5EF4-FFF2-40B4-BE49-F238E27FC236}">
                <a16:creationId xmlns:a16="http://schemas.microsoft.com/office/drawing/2014/main" id="{8786A3A9-6540-5EB8-02AF-08C2D0D15C18}"/>
              </a:ext>
            </a:extLst>
          </p:cNvPr>
          <p:cNvPicPr>
            <a:picLocks noChangeAspect="1"/>
          </p:cNvPicPr>
          <p:nvPr userDrawn="1"/>
        </p:nvPicPr>
        <p:blipFill>
          <a:blip r:embed="rId25" cstate="screen">
            <a:extLst>
              <a:ext uri="{28A0092B-C50C-407E-A947-70E740481C1C}">
                <a14:useLocalDpi xmlns:a14="http://schemas.microsoft.com/office/drawing/2010/main"/>
              </a:ext>
            </a:extLst>
          </a:blip>
          <a:srcRect/>
          <a:stretch/>
        </p:blipFill>
        <p:spPr>
          <a:xfrm>
            <a:off x="7849371" y="2526942"/>
            <a:ext cx="840821" cy="840821"/>
          </a:xfrm>
          <a:prstGeom prst="rect">
            <a:avLst/>
          </a:prstGeom>
        </p:spPr>
      </p:pic>
      <p:pic>
        <p:nvPicPr>
          <p:cNvPr id="33" name="Picture 32" descr="A purple briefcase with a arrow&#10;">
            <a:extLst>
              <a:ext uri="{FF2B5EF4-FFF2-40B4-BE49-F238E27FC236}">
                <a16:creationId xmlns:a16="http://schemas.microsoft.com/office/drawing/2014/main" id="{5F6278FA-40E5-FD54-E596-8F568E3051E9}"/>
              </a:ext>
            </a:extLst>
          </p:cNvPr>
          <p:cNvPicPr>
            <a:picLocks noChangeAspect="1"/>
          </p:cNvPicPr>
          <p:nvPr userDrawn="1"/>
        </p:nvPicPr>
        <p:blipFill>
          <a:blip r:embed="rId26" cstate="screen">
            <a:extLst>
              <a:ext uri="{28A0092B-C50C-407E-A947-70E740481C1C}">
                <a14:useLocalDpi xmlns:a14="http://schemas.microsoft.com/office/drawing/2010/main"/>
              </a:ext>
            </a:extLst>
          </a:blip>
          <a:srcRect/>
          <a:stretch/>
        </p:blipFill>
        <p:spPr>
          <a:xfrm>
            <a:off x="9947479" y="2526942"/>
            <a:ext cx="840821" cy="840821"/>
          </a:xfrm>
          <a:prstGeom prst="rect">
            <a:avLst/>
          </a:prstGeom>
        </p:spPr>
      </p:pic>
      <p:pic>
        <p:nvPicPr>
          <p:cNvPr id="34" name="Picture 33" descr="A purple head with a chip in the middle&#10;">
            <a:extLst>
              <a:ext uri="{FF2B5EF4-FFF2-40B4-BE49-F238E27FC236}">
                <a16:creationId xmlns:a16="http://schemas.microsoft.com/office/drawing/2014/main" id="{2309A011-C04F-08AB-F024-4619208760B8}"/>
              </a:ext>
            </a:extLst>
          </p:cNvPr>
          <p:cNvPicPr>
            <a:picLocks noChangeAspect="1"/>
          </p:cNvPicPr>
          <p:nvPr userDrawn="1"/>
        </p:nvPicPr>
        <p:blipFill>
          <a:blip r:embed="rId27" cstate="screen">
            <a:extLst>
              <a:ext uri="{28A0092B-C50C-407E-A947-70E740481C1C}">
                <a14:useLocalDpi xmlns:a14="http://schemas.microsoft.com/office/drawing/2010/main"/>
              </a:ext>
            </a:extLst>
          </a:blip>
          <a:srcRect/>
          <a:stretch/>
        </p:blipFill>
        <p:spPr>
          <a:xfrm>
            <a:off x="10996536" y="2526942"/>
            <a:ext cx="840821" cy="840821"/>
          </a:xfrm>
          <a:prstGeom prst="rect">
            <a:avLst/>
          </a:prstGeom>
        </p:spPr>
      </p:pic>
      <p:pic>
        <p:nvPicPr>
          <p:cNvPr id="35" name="Picture 34" descr="A magnifying glass with a graph&#10;">
            <a:extLst>
              <a:ext uri="{FF2B5EF4-FFF2-40B4-BE49-F238E27FC236}">
                <a16:creationId xmlns:a16="http://schemas.microsoft.com/office/drawing/2014/main" id="{2326B2BF-C7FA-E463-AFF3-EDD93A10D87E}"/>
              </a:ext>
            </a:extLst>
          </p:cNvPr>
          <p:cNvPicPr>
            <a:picLocks noChangeAspect="1"/>
          </p:cNvPicPr>
          <p:nvPr userDrawn="1"/>
        </p:nvPicPr>
        <p:blipFill>
          <a:blip r:embed="rId28" cstate="screen">
            <a:extLst>
              <a:ext uri="{28A0092B-C50C-407E-A947-70E740481C1C}">
                <a14:useLocalDpi xmlns:a14="http://schemas.microsoft.com/office/drawing/2010/main"/>
              </a:ext>
            </a:extLst>
          </a:blip>
          <a:srcRect/>
          <a:stretch/>
        </p:blipFill>
        <p:spPr>
          <a:xfrm>
            <a:off x="8898425" y="2526942"/>
            <a:ext cx="840821" cy="840821"/>
          </a:xfrm>
          <a:prstGeom prst="rect">
            <a:avLst/>
          </a:prstGeom>
        </p:spPr>
      </p:pic>
      <p:pic>
        <p:nvPicPr>
          <p:cNvPr id="36" name="Picture 35" descr="A white circle with a purple tick in it&#10;">
            <a:extLst>
              <a:ext uri="{FF2B5EF4-FFF2-40B4-BE49-F238E27FC236}">
                <a16:creationId xmlns:a16="http://schemas.microsoft.com/office/drawing/2014/main" id="{B8CDB3E7-9DFA-943C-86C2-BA15387C3FC5}"/>
              </a:ext>
            </a:extLst>
          </p:cNvPr>
          <p:cNvPicPr>
            <a:picLocks noChangeAspect="1"/>
          </p:cNvPicPr>
          <p:nvPr userDrawn="1"/>
        </p:nvPicPr>
        <p:blipFill>
          <a:blip r:embed="rId29" cstate="screen">
            <a:extLst>
              <a:ext uri="{28A0092B-C50C-407E-A947-70E740481C1C}">
                <a14:useLocalDpi xmlns:a14="http://schemas.microsoft.com/office/drawing/2010/main"/>
              </a:ext>
            </a:extLst>
          </a:blip>
          <a:srcRect/>
          <a:stretch/>
        </p:blipFill>
        <p:spPr>
          <a:xfrm>
            <a:off x="3653155" y="3429000"/>
            <a:ext cx="840821" cy="840821"/>
          </a:xfrm>
          <a:prstGeom prst="rect">
            <a:avLst/>
          </a:prstGeom>
        </p:spPr>
      </p:pic>
      <p:pic>
        <p:nvPicPr>
          <p:cNvPr id="37" name="Picture 36" descr="A purple triangle and white circle">
            <a:extLst>
              <a:ext uri="{FF2B5EF4-FFF2-40B4-BE49-F238E27FC236}">
                <a16:creationId xmlns:a16="http://schemas.microsoft.com/office/drawing/2014/main" id="{3311E44B-6028-5F19-9ED0-20795B9A4EF3}"/>
              </a:ext>
            </a:extLst>
          </p:cNvPr>
          <p:cNvPicPr>
            <a:picLocks noChangeAspect="1"/>
          </p:cNvPicPr>
          <p:nvPr userDrawn="1"/>
        </p:nvPicPr>
        <p:blipFill>
          <a:blip r:embed="rId30" cstate="screen">
            <a:extLst>
              <a:ext uri="{28A0092B-C50C-407E-A947-70E740481C1C}">
                <a14:useLocalDpi xmlns:a14="http://schemas.microsoft.com/office/drawing/2010/main"/>
              </a:ext>
            </a:extLst>
          </a:blip>
          <a:srcRect/>
          <a:stretch/>
        </p:blipFill>
        <p:spPr>
          <a:xfrm>
            <a:off x="4702209" y="3429000"/>
            <a:ext cx="840821" cy="840821"/>
          </a:xfrm>
          <a:prstGeom prst="rect">
            <a:avLst/>
          </a:prstGeom>
        </p:spPr>
      </p:pic>
      <p:pic>
        <p:nvPicPr>
          <p:cNvPr id="38" name="Picture 37" descr="A group of circles in a circle&#10;">
            <a:extLst>
              <a:ext uri="{FF2B5EF4-FFF2-40B4-BE49-F238E27FC236}">
                <a16:creationId xmlns:a16="http://schemas.microsoft.com/office/drawing/2014/main" id="{416B0BE8-E684-FB73-5FD9-A2C16C66498D}"/>
              </a:ext>
            </a:extLst>
          </p:cNvPr>
          <p:cNvPicPr>
            <a:picLocks noChangeAspect="1"/>
          </p:cNvPicPr>
          <p:nvPr userDrawn="1"/>
        </p:nvPicPr>
        <p:blipFill>
          <a:blip r:embed="rId31" cstate="screen">
            <a:extLst>
              <a:ext uri="{28A0092B-C50C-407E-A947-70E740481C1C}">
                <a14:useLocalDpi xmlns:a14="http://schemas.microsoft.com/office/drawing/2010/main"/>
              </a:ext>
            </a:extLst>
          </a:blip>
          <a:srcRect/>
          <a:stretch/>
        </p:blipFill>
        <p:spPr>
          <a:xfrm>
            <a:off x="5751263" y="3429000"/>
            <a:ext cx="840821" cy="840821"/>
          </a:xfrm>
          <a:prstGeom prst="rect">
            <a:avLst/>
          </a:prstGeom>
        </p:spPr>
      </p:pic>
      <p:pic>
        <p:nvPicPr>
          <p:cNvPr id="39" name="Picture 38" descr="A check mark">
            <a:extLst>
              <a:ext uri="{FF2B5EF4-FFF2-40B4-BE49-F238E27FC236}">
                <a16:creationId xmlns:a16="http://schemas.microsoft.com/office/drawing/2014/main" id="{6BDA4D64-41B6-9ACD-7AD9-2E9B16606845}"/>
              </a:ext>
            </a:extLst>
          </p:cNvPr>
          <p:cNvPicPr>
            <a:picLocks noChangeAspect="1"/>
          </p:cNvPicPr>
          <p:nvPr userDrawn="1"/>
        </p:nvPicPr>
        <p:blipFill>
          <a:blip r:embed="rId32" cstate="screen">
            <a:extLst>
              <a:ext uri="{28A0092B-C50C-407E-A947-70E740481C1C}">
                <a14:useLocalDpi xmlns:a14="http://schemas.microsoft.com/office/drawing/2010/main"/>
              </a:ext>
            </a:extLst>
          </a:blip>
          <a:srcRect/>
          <a:stretch/>
        </p:blipFill>
        <p:spPr>
          <a:xfrm>
            <a:off x="6800317" y="3429000"/>
            <a:ext cx="840821" cy="840821"/>
          </a:xfrm>
          <a:prstGeom prst="rect">
            <a:avLst/>
          </a:prstGeom>
        </p:spPr>
      </p:pic>
      <p:pic>
        <p:nvPicPr>
          <p:cNvPr id="40" name="Picture 39" descr="A star with rays&#10;">
            <a:extLst>
              <a:ext uri="{FF2B5EF4-FFF2-40B4-BE49-F238E27FC236}">
                <a16:creationId xmlns:a16="http://schemas.microsoft.com/office/drawing/2014/main" id="{ACDD156F-09AB-B863-574B-F1DB674609F4}"/>
              </a:ext>
            </a:extLst>
          </p:cNvPr>
          <p:cNvPicPr>
            <a:picLocks noChangeAspect="1"/>
          </p:cNvPicPr>
          <p:nvPr userDrawn="1"/>
        </p:nvPicPr>
        <p:blipFill>
          <a:blip r:embed="rId33" cstate="screen">
            <a:extLst>
              <a:ext uri="{28A0092B-C50C-407E-A947-70E740481C1C}">
                <a14:useLocalDpi xmlns:a14="http://schemas.microsoft.com/office/drawing/2010/main"/>
              </a:ext>
            </a:extLst>
          </a:blip>
          <a:srcRect/>
          <a:stretch/>
        </p:blipFill>
        <p:spPr>
          <a:xfrm>
            <a:off x="7849371" y="3429000"/>
            <a:ext cx="840821" cy="840821"/>
          </a:xfrm>
          <a:prstGeom prst="rect">
            <a:avLst/>
          </a:prstGeom>
        </p:spPr>
      </p:pic>
      <p:pic>
        <p:nvPicPr>
          <p:cNvPr id="41" name="Picture 40" descr="A purple circle with a horizontal line">
            <a:extLst>
              <a:ext uri="{FF2B5EF4-FFF2-40B4-BE49-F238E27FC236}">
                <a16:creationId xmlns:a16="http://schemas.microsoft.com/office/drawing/2014/main" id="{BB3DAB53-8AE7-2D10-FB60-DC34A126C172}"/>
              </a:ext>
            </a:extLst>
          </p:cNvPr>
          <p:cNvPicPr>
            <a:picLocks noChangeAspect="1"/>
          </p:cNvPicPr>
          <p:nvPr userDrawn="1"/>
        </p:nvPicPr>
        <p:blipFill>
          <a:blip r:embed="rId34" cstate="screen">
            <a:extLst>
              <a:ext uri="{28A0092B-C50C-407E-A947-70E740481C1C}">
                <a14:useLocalDpi xmlns:a14="http://schemas.microsoft.com/office/drawing/2010/main"/>
              </a:ext>
            </a:extLst>
          </a:blip>
          <a:srcRect/>
          <a:stretch/>
        </p:blipFill>
        <p:spPr>
          <a:xfrm>
            <a:off x="8898425" y="3429000"/>
            <a:ext cx="840821" cy="840821"/>
          </a:xfrm>
          <a:prstGeom prst="rect">
            <a:avLst/>
          </a:prstGeom>
        </p:spPr>
      </p:pic>
      <p:pic>
        <p:nvPicPr>
          <p:cNvPr id="42" name="Picture 41" descr="A cirle on inclined line in elevation">
            <a:extLst>
              <a:ext uri="{FF2B5EF4-FFF2-40B4-BE49-F238E27FC236}">
                <a16:creationId xmlns:a16="http://schemas.microsoft.com/office/drawing/2014/main" id="{06D5036D-D491-5251-95A2-5C90FD4640BA}"/>
              </a:ext>
            </a:extLst>
          </p:cNvPr>
          <p:cNvPicPr>
            <a:picLocks noChangeAspect="1"/>
          </p:cNvPicPr>
          <p:nvPr userDrawn="1"/>
        </p:nvPicPr>
        <p:blipFill>
          <a:blip r:embed="rId35" cstate="screen">
            <a:extLst>
              <a:ext uri="{28A0092B-C50C-407E-A947-70E740481C1C}">
                <a14:useLocalDpi xmlns:a14="http://schemas.microsoft.com/office/drawing/2010/main"/>
              </a:ext>
            </a:extLst>
          </a:blip>
          <a:srcRect/>
          <a:stretch/>
        </p:blipFill>
        <p:spPr>
          <a:xfrm>
            <a:off x="9947479" y="3429000"/>
            <a:ext cx="840821" cy="840821"/>
          </a:xfrm>
          <a:prstGeom prst="rect">
            <a:avLst/>
          </a:prstGeom>
        </p:spPr>
      </p:pic>
      <p:pic>
        <p:nvPicPr>
          <p:cNvPr id="43" name="Picture 42" descr="A purple leaf in a circle&#10;">
            <a:extLst>
              <a:ext uri="{FF2B5EF4-FFF2-40B4-BE49-F238E27FC236}">
                <a16:creationId xmlns:a16="http://schemas.microsoft.com/office/drawing/2014/main" id="{4AE67EAB-DDAC-0020-4109-A5039E6270B8}"/>
              </a:ext>
            </a:extLst>
          </p:cNvPr>
          <p:cNvPicPr>
            <a:picLocks noChangeAspect="1"/>
          </p:cNvPicPr>
          <p:nvPr userDrawn="1"/>
        </p:nvPicPr>
        <p:blipFill>
          <a:blip r:embed="rId36" cstate="screen">
            <a:extLst>
              <a:ext uri="{28A0092B-C50C-407E-A947-70E740481C1C}">
                <a14:useLocalDpi xmlns:a14="http://schemas.microsoft.com/office/drawing/2010/main"/>
              </a:ext>
            </a:extLst>
          </a:blip>
          <a:srcRect/>
          <a:stretch/>
        </p:blipFill>
        <p:spPr>
          <a:xfrm>
            <a:off x="10996536" y="3429000"/>
            <a:ext cx="840821" cy="840821"/>
          </a:xfrm>
          <a:prstGeom prst="rect">
            <a:avLst/>
          </a:prstGeom>
        </p:spPr>
      </p:pic>
      <p:pic>
        <p:nvPicPr>
          <p:cNvPr id="44" name="Picture 43" descr="4 circles with a square">
            <a:extLst>
              <a:ext uri="{FF2B5EF4-FFF2-40B4-BE49-F238E27FC236}">
                <a16:creationId xmlns:a16="http://schemas.microsoft.com/office/drawing/2014/main" id="{8F53F262-53E1-4714-A3A7-12C64B274D5C}"/>
              </a:ext>
            </a:extLst>
          </p:cNvPr>
          <p:cNvPicPr>
            <a:picLocks noChangeAspect="1"/>
          </p:cNvPicPr>
          <p:nvPr userDrawn="1"/>
        </p:nvPicPr>
        <p:blipFill>
          <a:blip r:embed="rId37" cstate="screen">
            <a:extLst>
              <a:ext uri="{28A0092B-C50C-407E-A947-70E740481C1C}">
                <a14:useLocalDpi xmlns:a14="http://schemas.microsoft.com/office/drawing/2010/main"/>
              </a:ext>
            </a:extLst>
          </a:blip>
          <a:srcRect/>
          <a:stretch/>
        </p:blipFill>
        <p:spPr>
          <a:xfrm>
            <a:off x="3653155" y="4331058"/>
            <a:ext cx="840821" cy="840821"/>
          </a:xfrm>
          <a:prstGeom prst="rect">
            <a:avLst/>
          </a:prstGeom>
        </p:spPr>
      </p:pic>
      <p:pic>
        <p:nvPicPr>
          <p:cNvPr id="45" name="Picture 44" descr="A building of institution&#10;">
            <a:extLst>
              <a:ext uri="{FF2B5EF4-FFF2-40B4-BE49-F238E27FC236}">
                <a16:creationId xmlns:a16="http://schemas.microsoft.com/office/drawing/2014/main" id="{5F011C60-FDBE-16E0-47D0-525628BF229A}"/>
              </a:ext>
            </a:extLst>
          </p:cNvPr>
          <p:cNvPicPr>
            <a:picLocks noChangeAspect="1"/>
          </p:cNvPicPr>
          <p:nvPr userDrawn="1"/>
        </p:nvPicPr>
        <p:blipFill>
          <a:blip r:embed="rId38" cstate="screen">
            <a:extLst>
              <a:ext uri="{28A0092B-C50C-407E-A947-70E740481C1C}">
                <a14:useLocalDpi xmlns:a14="http://schemas.microsoft.com/office/drawing/2010/main"/>
              </a:ext>
            </a:extLst>
          </a:blip>
          <a:srcRect/>
          <a:stretch/>
        </p:blipFill>
        <p:spPr>
          <a:xfrm>
            <a:off x="4702209" y="4331058"/>
            <a:ext cx="840821" cy="840821"/>
          </a:xfrm>
          <a:prstGeom prst="rect">
            <a:avLst/>
          </a:prstGeom>
        </p:spPr>
      </p:pic>
      <p:pic>
        <p:nvPicPr>
          <p:cNvPr id="46" name="Picture 45" descr="A building">
            <a:extLst>
              <a:ext uri="{FF2B5EF4-FFF2-40B4-BE49-F238E27FC236}">
                <a16:creationId xmlns:a16="http://schemas.microsoft.com/office/drawing/2014/main" id="{834CB413-28D2-0F60-7719-B548A012E2A9}"/>
              </a:ext>
            </a:extLst>
          </p:cNvPr>
          <p:cNvPicPr>
            <a:picLocks noChangeAspect="1"/>
          </p:cNvPicPr>
          <p:nvPr userDrawn="1"/>
        </p:nvPicPr>
        <p:blipFill>
          <a:blip r:embed="rId39" cstate="screen">
            <a:extLst>
              <a:ext uri="{28A0092B-C50C-407E-A947-70E740481C1C}">
                <a14:useLocalDpi xmlns:a14="http://schemas.microsoft.com/office/drawing/2010/main"/>
              </a:ext>
            </a:extLst>
          </a:blip>
          <a:srcRect/>
          <a:stretch/>
        </p:blipFill>
        <p:spPr>
          <a:xfrm>
            <a:off x="5751263" y="4331058"/>
            <a:ext cx="840821" cy="840821"/>
          </a:xfrm>
          <a:prstGeom prst="rect">
            <a:avLst/>
          </a:prstGeom>
        </p:spPr>
      </p:pic>
      <p:pic>
        <p:nvPicPr>
          <p:cNvPr id="47" name="Picture 46" descr="A blue and white circle and triangle&#10;">
            <a:extLst>
              <a:ext uri="{FF2B5EF4-FFF2-40B4-BE49-F238E27FC236}">
                <a16:creationId xmlns:a16="http://schemas.microsoft.com/office/drawing/2014/main" id="{A8CFB217-D041-4988-AD0A-8A4BA24A68EC}"/>
              </a:ext>
            </a:extLst>
          </p:cNvPr>
          <p:cNvPicPr>
            <a:picLocks noChangeAspect="1"/>
          </p:cNvPicPr>
          <p:nvPr userDrawn="1"/>
        </p:nvPicPr>
        <p:blipFill>
          <a:blip r:embed="rId40" cstate="screen">
            <a:extLst>
              <a:ext uri="{28A0092B-C50C-407E-A947-70E740481C1C}">
                <a14:useLocalDpi xmlns:a14="http://schemas.microsoft.com/office/drawing/2010/main"/>
              </a:ext>
            </a:extLst>
          </a:blip>
          <a:srcRect/>
          <a:stretch/>
        </p:blipFill>
        <p:spPr>
          <a:xfrm>
            <a:off x="6800317" y="4331058"/>
            <a:ext cx="840821" cy="840821"/>
          </a:xfrm>
          <a:prstGeom prst="rect">
            <a:avLst/>
          </a:prstGeom>
        </p:spPr>
      </p:pic>
      <p:pic>
        <p:nvPicPr>
          <p:cNvPr id="48" name="Picture 47" descr="A magnifying glass and a piece of paper">
            <a:extLst>
              <a:ext uri="{FF2B5EF4-FFF2-40B4-BE49-F238E27FC236}">
                <a16:creationId xmlns:a16="http://schemas.microsoft.com/office/drawing/2014/main" id="{E3C1D33D-90C6-5739-8829-076FD6D94C38}"/>
              </a:ext>
            </a:extLst>
          </p:cNvPr>
          <p:cNvPicPr>
            <a:picLocks noChangeAspect="1"/>
          </p:cNvPicPr>
          <p:nvPr userDrawn="1"/>
        </p:nvPicPr>
        <p:blipFill>
          <a:blip r:embed="rId41" cstate="screen">
            <a:extLst>
              <a:ext uri="{28A0092B-C50C-407E-A947-70E740481C1C}">
                <a14:useLocalDpi xmlns:a14="http://schemas.microsoft.com/office/drawing/2010/main"/>
              </a:ext>
            </a:extLst>
          </a:blip>
          <a:srcRect/>
          <a:stretch/>
        </p:blipFill>
        <p:spPr>
          <a:xfrm>
            <a:off x="7849371" y="4331058"/>
            <a:ext cx="840821" cy="840821"/>
          </a:xfrm>
          <a:prstGeom prst="rect">
            <a:avLst/>
          </a:prstGeom>
        </p:spPr>
      </p:pic>
      <p:pic>
        <p:nvPicPr>
          <p:cNvPr id="49" name="Picture 48" descr="A white circle with a purple circle in the middle&#10;">
            <a:extLst>
              <a:ext uri="{FF2B5EF4-FFF2-40B4-BE49-F238E27FC236}">
                <a16:creationId xmlns:a16="http://schemas.microsoft.com/office/drawing/2014/main" id="{69F4DBB8-A2C6-D0B8-5E28-2D9A9B988947}"/>
              </a:ext>
            </a:extLst>
          </p:cNvPr>
          <p:cNvPicPr>
            <a:picLocks noChangeAspect="1"/>
          </p:cNvPicPr>
          <p:nvPr userDrawn="1"/>
        </p:nvPicPr>
        <p:blipFill>
          <a:blip r:embed="rId42" cstate="screen">
            <a:extLst>
              <a:ext uri="{28A0092B-C50C-407E-A947-70E740481C1C}">
                <a14:useLocalDpi xmlns:a14="http://schemas.microsoft.com/office/drawing/2010/main"/>
              </a:ext>
            </a:extLst>
          </a:blip>
          <a:srcRect/>
          <a:stretch/>
        </p:blipFill>
        <p:spPr>
          <a:xfrm>
            <a:off x="8898425" y="4331058"/>
            <a:ext cx="840821" cy="840821"/>
          </a:xfrm>
          <a:prstGeom prst="rect">
            <a:avLst/>
          </a:prstGeom>
        </p:spPr>
      </p:pic>
      <p:pic>
        <p:nvPicPr>
          <p:cNvPr id="50" name="Picture 49" descr="A diamond in a circle">
            <a:extLst>
              <a:ext uri="{FF2B5EF4-FFF2-40B4-BE49-F238E27FC236}">
                <a16:creationId xmlns:a16="http://schemas.microsoft.com/office/drawing/2014/main" id="{E28DE957-28A1-E9C3-EF2F-B99739058C75}"/>
              </a:ext>
            </a:extLst>
          </p:cNvPr>
          <p:cNvPicPr>
            <a:picLocks noChangeAspect="1"/>
          </p:cNvPicPr>
          <p:nvPr userDrawn="1"/>
        </p:nvPicPr>
        <p:blipFill>
          <a:blip r:embed="rId43" cstate="screen">
            <a:extLst>
              <a:ext uri="{28A0092B-C50C-407E-A947-70E740481C1C}">
                <a14:useLocalDpi xmlns:a14="http://schemas.microsoft.com/office/drawing/2010/main"/>
              </a:ext>
            </a:extLst>
          </a:blip>
          <a:srcRect/>
          <a:stretch/>
        </p:blipFill>
        <p:spPr>
          <a:xfrm>
            <a:off x="9947479" y="4331058"/>
            <a:ext cx="840821" cy="840821"/>
          </a:xfrm>
          <a:prstGeom prst="rect">
            <a:avLst/>
          </a:prstGeom>
        </p:spPr>
      </p:pic>
      <p:pic>
        <p:nvPicPr>
          <p:cNvPr id="51" name="Picture 50" descr="Stacked circuit boards">
            <a:extLst>
              <a:ext uri="{FF2B5EF4-FFF2-40B4-BE49-F238E27FC236}">
                <a16:creationId xmlns:a16="http://schemas.microsoft.com/office/drawing/2014/main" id="{A6F31830-CD2C-EA16-0983-8D83715CD2EA}"/>
              </a:ext>
            </a:extLst>
          </p:cNvPr>
          <p:cNvPicPr>
            <a:picLocks noChangeAspect="1"/>
          </p:cNvPicPr>
          <p:nvPr userDrawn="1"/>
        </p:nvPicPr>
        <p:blipFill>
          <a:blip r:embed="rId44" cstate="screen">
            <a:extLst>
              <a:ext uri="{28A0092B-C50C-407E-A947-70E740481C1C}">
                <a14:useLocalDpi xmlns:a14="http://schemas.microsoft.com/office/drawing/2010/main"/>
              </a:ext>
            </a:extLst>
          </a:blip>
          <a:srcRect/>
          <a:stretch/>
        </p:blipFill>
        <p:spPr>
          <a:xfrm>
            <a:off x="10996536" y="4331058"/>
            <a:ext cx="840821" cy="840821"/>
          </a:xfrm>
          <a:prstGeom prst="rect">
            <a:avLst/>
          </a:prstGeom>
        </p:spPr>
      </p:pic>
      <p:pic>
        <p:nvPicPr>
          <p:cNvPr id="52" name="Picture 51" descr="A circular object with arrows pointing to the center&#10;">
            <a:extLst>
              <a:ext uri="{FF2B5EF4-FFF2-40B4-BE49-F238E27FC236}">
                <a16:creationId xmlns:a16="http://schemas.microsoft.com/office/drawing/2014/main" id="{7C5029A4-3385-DADA-CF09-24BAF1076E9E}"/>
              </a:ext>
            </a:extLst>
          </p:cNvPr>
          <p:cNvPicPr>
            <a:picLocks noChangeAspect="1"/>
          </p:cNvPicPr>
          <p:nvPr userDrawn="1"/>
        </p:nvPicPr>
        <p:blipFill>
          <a:blip r:embed="rId45" cstate="screen">
            <a:extLst>
              <a:ext uri="{28A0092B-C50C-407E-A947-70E740481C1C}">
                <a14:useLocalDpi xmlns:a14="http://schemas.microsoft.com/office/drawing/2010/main"/>
              </a:ext>
            </a:extLst>
          </a:blip>
          <a:srcRect/>
          <a:stretch/>
        </p:blipFill>
        <p:spPr>
          <a:xfrm>
            <a:off x="3653155" y="5233118"/>
            <a:ext cx="840821" cy="840821"/>
          </a:xfrm>
          <a:prstGeom prst="rect">
            <a:avLst/>
          </a:prstGeom>
        </p:spPr>
      </p:pic>
      <p:pic>
        <p:nvPicPr>
          <p:cNvPr id="53" name="Picture 52" descr="A circular arrows and circles&#10;">
            <a:extLst>
              <a:ext uri="{FF2B5EF4-FFF2-40B4-BE49-F238E27FC236}">
                <a16:creationId xmlns:a16="http://schemas.microsoft.com/office/drawing/2014/main" id="{765C7F41-4D55-B20F-6E41-B5450F3594DA}"/>
              </a:ext>
            </a:extLst>
          </p:cNvPr>
          <p:cNvPicPr>
            <a:picLocks noChangeAspect="1"/>
          </p:cNvPicPr>
          <p:nvPr userDrawn="1"/>
        </p:nvPicPr>
        <p:blipFill>
          <a:blip r:embed="rId46" cstate="screen">
            <a:extLst>
              <a:ext uri="{28A0092B-C50C-407E-A947-70E740481C1C}">
                <a14:useLocalDpi xmlns:a14="http://schemas.microsoft.com/office/drawing/2010/main"/>
              </a:ext>
            </a:extLst>
          </a:blip>
          <a:srcRect/>
          <a:stretch/>
        </p:blipFill>
        <p:spPr>
          <a:xfrm>
            <a:off x="4702209" y="5233118"/>
            <a:ext cx="840821" cy="840821"/>
          </a:xfrm>
          <a:prstGeom prst="rect">
            <a:avLst/>
          </a:prstGeom>
        </p:spPr>
      </p:pic>
      <p:pic>
        <p:nvPicPr>
          <p:cNvPr id="54" name="Picture 53" descr="A blue and white square with a chess marker&#10;">
            <a:extLst>
              <a:ext uri="{FF2B5EF4-FFF2-40B4-BE49-F238E27FC236}">
                <a16:creationId xmlns:a16="http://schemas.microsoft.com/office/drawing/2014/main" id="{1D5180FB-B51F-9A0B-FE91-C598430B0CF5}"/>
              </a:ext>
            </a:extLst>
          </p:cNvPr>
          <p:cNvPicPr>
            <a:picLocks noChangeAspect="1"/>
          </p:cNvPicPr>
          <p:nvPr userDrawn="1"/>
        </p:nvPicPr>
        <p:blipFill>
          <a:blip r:embed="rId47" cstate="screen">
            <a:extLst>
              <a:ext uri="{28A0092B-C50C-407E-A947-70E740481C1C}">
                <a14:useLocalDpi xmlns:a14="http://schemas.microsoft.com/office/drawing/2010/main"/>
              </a:ext>
            </a:extLst>
          </a:blip>
          <a:srcRect/>
          <a:stretch/>
        </p:blipFill>
        <p:spPr>
          <a:xfrm>
            <a:off x="5751263" y="5233118"/>
            <a:ext cx="840821" cy="840821"/>
          </a:xfrm>
          <a:prstGeom prst="rect">
            <a:avLst/>
          </a:prstGeom>
        </p:spPr>
      </p:pic>
      <p:pic>
        <p:nvPicPr>
          <p:cNvPr id="55" name="Picture 54" descr="A purple eye">
            <a:extLst>
              <a:ext uri="{FF2B5EF4-FFF2-40B4-BE49-F238E27FC236}">
                <a16:creationId xmlns:a16="http://schemas.microsoft.com/office/drawing/2014/main" id="{03694271-7C32-5C1D-ACED-E96D268E8890}"/>
              </a:ext>
            </a:extLst>
          </p:cNvPr>
          <p:cNvPicPr>
            <a:picLocks noChangeAspect="1"/>
          </p:cNvPicPr>
          <p:nvPr userDrawn="1"/>
        </p:nvPicPr>
        <p:blipFill>
          <a:blip r:embed="rId48" cstate="screen">
            <a:extLst>
              <a:ext uri="{28A0092B-C50C-407E-A947-70E740481C1C}">
                <a14:useLocalDpi xmlns:a14="http://schemas.microsoft.com/office/drawing/2010/main"/>
              </a:ext>
            </a:extLst>
          </a:blip>
          <a:srcRect/>
          <a:stretch/>
        </p:blipFill>
        <p:spPr>
          <a:xfrm>
            <a:off x="6800317" y="5233118"/>
            <a:ext cx="840821" cy="840821"/>
          </a:xfrm>
          <a:prstGeom prst="rect">
            <a:avLst/>
          </a:prstGeom>
        </p:spPr>
      </p:pic>
      <p:pic>
        <p:nvPicPr>
          <p:cNvPr id="56" name="Picture 55" descr="A close-up of a fingerprint&#10;">
            <a:extLst>
              <a:ext uri="{FF2B5EF4-FFF2-40B4-BE49-F238E27FC236}">
                <a16:creationId xmlns:a16="http://schemas.microsoft.com/office/drawing/2014/main" id="{88AFA250-5DFC-4E1E-4A49-3F054A525500}"/>
              </a:ext>
            </a:extLst>
          </p:cNvPr>
          <p:cNvPicPr>
            <a:picLocks noChangeAspect="1"/>
          </p:cNvPicPr>
          <p:nvPr userDrawn="1"/>
        </p:nvPicPr>
        <p:blipFill>
          <a:blip r:embed="rId49" cstate="screen">
            <a:extLst>
              <a:ext uri="{28A0092B-C50C-407E-A947-70E740481C1C}">
                <a14:useLocalDpi xmlns:a14="http://schemas.microsoft.com/office/drawing/2010/main"/>
              </a:ext>
            </a:extLst>
          </a:blip>
          <a:srcRect/>
          <a:stretch/>
        </p:blipFill>
        <p:spPr>
          <a:xfrm>
            <a:off x="7849371" y="5233118"/>
            <a:ext cx="840821" cy="840821"/>
          </a:xfrm>
          <a:prstGeom prst="rect">
            <a:avLst/>
          </a:prstGeom>
        </p:spPr>
      </p:pic>
      <p:pic>
        <p:nvPicPr>
          <p:cNvPr id="57" name="Picture 56" descr="A purple circle with squares and lines&#10;">
            <a:extLst>
              <a:ext uri="{FF2B5EF4-FFF2-40B4-BE49-F238E27FC236}">
                <a16:creationId xmlns:a16="http://schemas.microsoft.com/office/drawing/2014/main" id="{1856199F-11D7-F62B-CAEC-893DFCEC7789}"/>
              </a:ext>
            </a:extLst>
          </p:cNvPr>
          <p:cNvPicPr>
            <a:picLocks noChangeAspect="1"/>
          </p:cNvPicPr>
          <p:nvPr userDrawn="1"/>
        </p:nvPicPr>
        <p:blipFill>
          <a:blip r:embed="rId50" cstate="screen">
            <a:extLst>
              <a:ext uri="{28A0092B-C50C-407E-A947-70E740481C1C}">
                <a14:useLocalDpi xmlns:a14="http://schemas.microsoft.com/office/drawing/2010/main"/>
              </a:ext>
            </a:extLst>
          </a:blip>
          <a:srcRect/>
          <a:stretch/>
        </p:blipFill>
        <p:spPr>
          <a:xfrm>
            <a:off x="9947479" y="5233118"/>
            <a:ext cx="840821" cy="840821"/>
          </a:xfrm>
          <a:prstGeom prst="rect">
            <a:avLst/>
          </a:prstGeom>
        </p:spPr>
      </p:pic>
      <p:pic>
        <p:nvPicPr>
          <p:cNvPr id="58" name="Picture 57" descr="A purple head ">
            <a:extLst>
              <a:ext uri="{FF2B5EF4-FFF2-40B4-BE49-F238E27FC236}">
                <a16:creationId xmlns:a16="http://schemas.microsoft.com/office/drawing/2014/main" id="{DC38636B-D5D3-590F-2AEB-2F57EC8A311C}"/>
              </a:ext>
            </a:extLst>
          </p:cNvPr>
          <p:cNvPicPr>
            <a:picLocks noChangeAspect="1"/>
          </p:cNvPicPr>
          <p:nvPr userDrawn="1"/>
        </p:nvPicPr>
        <p:blipFill>
          <a:blip r:embed="rId51" cstate="screen">
            <a:extLst>
              <a:ext uri="{28A0092B-C50C-407E-A947-70E740481C1C}">
                <a14:useLocalDpi xmlns:a14="http://schemas.microsoft.com/office/drawing/2010/main"/>
              </a:ext>
            </a:extLst>
          </a:blip>
          <a:srcRect/>
          <a:stretch/>
        </p:blipFill>
        <p:spPr>
          <a:xfrm>
            <a:off x="8898425" y="5233118"/>
            <a:ext cx="840821" cy="840821"/>
          </a:xfrm>
          <a:prstGeom prst="rect">
            <a:avLst/>
          </a:prstGeom>
        </p:spPr>
      </p:pic>
      <p:pic>
        <p:nvPicPr>
          <p:cNvPr id="2" name="Pearson Logo" descr="Pearson Logo">
            <a:extLst>
              <a:ext uri="{FF2B5EF4-FFF2-40B4-BE49-F238E27FC236}">
                <a16:creationId xmlns:a16="http://schemas.microsoft.com/office/drawing/2014/main" id="{51A40A9A-1CB3-21CA-6608-C4C1DC060FEC}"/>
              </a:ext>
            </a:extLst>
          </p:cNvPr>
          <p:cNvPicPr/>
          <p:nvPr userDrawn="1"/>
        </p:nvPicPr>
        <p:blipFill>
          <a:blip r:embed="rId52">
            <a:extLst>
              <a:ext uri="{96DAC541-7B7A-43D3-8B79-37D633B846F1}">
                <asvg:svgBlip xmlns:asvg="http://schemas.microsoft.com/office/drawing/2016/SVG/main" r:embed="rId5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5997655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User Guide: Pictograms and Icons">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88" name="Section">
            <a:extLst>
              <a:ext uri="{FF2B5EF4-FFF2-40B4-BE49-F238E27FC236}">
                <a16:creationId xmlns:a16="http://schemas.microsoft.com/office/drawing/2014/main" id="{EBA5F521-577F-6087-09CE-FB6C3058BD6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Icons</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241659"/>
            <a:ext cx="2500946" cy="162882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0" noProof="0" dirty="0">
                <a:latin typeface="+mj-lt"/>
                <a:cs typeface="Segoe UI" panose="020B0502040204020203" pitchFamily="34" charset="0"/>
              </a:rPr>
              <a:t>All icons should be the same color on a page unless one is specifically highlighted to draw attention. </a:t>
            </a:r>
          </a:p>
          <a:p>
            <a:r>
              <a:rPr lang="en-US" sz="1200" b="0" noProof="0" dirty="0">
                <a:latin typeface="+mj-lt"/>
                <a:cs typeface="Segoe UI" panose="020B0502040204020203" pitchFamily="34" charset="0"/>
              </a:rPr>
              <a:t>Use icons as small accompaniments to copy, not as large pictograms.</a:t>
            </a: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GB" sz="1200" dirty="0">
                <a:latin typeface="+mj-lt"/>
                <a:cs typeface="Segoe UI" panose="020B0502040204020203" pitchFamily="34" charset="0"/>
              </a:rPr>
              <a:t>Our icons offer flexible colour options. </a:t>
            </a:r>
          </a:p>
          <a:p>
            <a:endParaRPr lang="en-US" sz="1200" b="0" noProof="0" dirty="0">
              <a:latin typeface="+mj-lt"/>
              <a:cs typeface="Segoe UI" panose="020B0502040204020203" pitchFamily="34" charset="0"/>
            </a:endParaRPr>
          </a:p>
          <a:p>
            <a:endParaRPr lang="en-US" sz="1200" b="0" noProof="0" dirty="0">
              <a:latin typeface="+mj-lt"/>
              <a:cs typeface="Segoe UI" panose="020B0502040204020203" pitchFamily="34" charset="0"/>
            </a:endParaRPr>
          </a:p>
          <a:p>
            <a:endParaRPr lang="en-US" sz="1200" b="0" noProof="0" dirty="0">
              <a:latin typeface="+mj-lt"/>
              <a:cs typeface="Segoe UI" panose="020B0502040204020203" pitchFamily="34" charset="0"/>
            </a:endParaRPr>
          </a:p>
        </p:txBody>
      </p:sp>
      <p:sp>
        <p:nvSpPr>
          <p:cNvPr id="9" name="Rounded Rectangle text">
            <a:extLst>
              <a:ext uri="{FF2B5EF4-FFF2-40B4-BE49-F238E27FC236}">
                <a16:creationId xmlns:a16="http://schemas.microsoft.com/office/drawing/2014/main" id="{2AB6CBA8-4D6C-3A8F-6216-C14B4136B73D}"/>
              </a:ext>
            </a:extLst>
          </p:cNvPr>
          <p:cNvSpPr>
            <a:spLocks/>
          </p:cNvSpPr>
          <p:nvPr userDrawn="1"/>
        </p:nvSpPr>
        <p:spPr>
          <a:xfrm>
            <a:off x="440675" y="2770194"/>
            <a:ext cx="2500945" cy="819150"/>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1420"/>
              </a:lnSpc>
              <a:spcBef>
                <a:spcPts val="0"/>
              </a:spcBef>
              <a:spcAft>
                <a:spcPts val="600"/>
              </a:spcAft>
              <a:buClrTx/>
              <a:buSzTx/>
              <a:buFont typeface="Plus Jakarta Sans" panose="020B0604020202020204" pitchFamily="34" charset="0"/>
              <a:buNone/>
              <a:tabLst/>
              <a:defRPr/>
            </a:pPr>
            <a:r>
              <a:rPr lang="en-GB" sz="1100" dirty="0">
                <a:solidFill>
                  <a:schemeClr val="tx2"/>
                </a:solidFill>
                <a:latin typeface="+mj-lt"/>
                <a:cs typeface="Segoe UI" panose="020B0502040204020203" pitchFamily="34" charset="0"/>
              </a:rPr>
              <a:t>You can </a:t>
            </a:r>
            <a:r>
              <a:rPr lang="en-GB" sz="1100" b="1" i="0" dirty="0">
                <a:solidFill>
                  <a:schemeClr val="tx2"/>
                </a:solidFill>
                <a:latin typeface="+mj-lt"/>
                <a:cs typeface="Segoe UI" panose="020B0502040204020203" pitchFamily="34" charset="0"/>
              </a:rPr>
              <a:t>change their fill colours</a:t>
            </a:r>
            <a:r>
              <a:rPr lang="en-GB" sz="1100" dirty="0">
                <a:solidFill>
                  <a:schemeClr val="tx2"/>
                </a:solidFill>
                <a:latin typeface="+mj-lt"/>
                <a:cs typeface="Segoe UI" panose="020B0502040204020203" pitchFamily="34" charset="0"/>
              </a:rPr>
              <a:t> to coordinate with the background, using the recommended colours shown on this slide.</a:t>
            </a:r>
          </a:p>
        </p:txBody>
      </p:sp>
      <p:grpSp>
        <p:nvGrpSpPr>
          <p:cNvPr id="33" name="Group 32">
            <a:extLst>
              <a:ext uri="{FF2B5EF4-FFF2-40B4-BE49-F238E27FC236}">
                <a16:creationId xmlns:a16="http://schemas.microsoft.com/office/drawing/2014/main" id="{90D7A99F-4C84-D86B-4F6D-40E8528AB4B2}"/>
              </a:ext>
            </a:extLst>
          </p:cNvPr>
          <p:cNvGrpSpPr>
            <a:grpSpLocks noGrp="1" noUngrp="1" noRot="1" noMove="1" noResize="1"/>
          </p:cNvGrpSpPr>
          <p:nvPr userDrawn="1"/>
        </p:nvGrpSpPr>
        <p:grpSpPr>
          <a:xfrm>
            <a:off x="482645" y="3773077"/>
            <a:ext cx="2417003" cy="2338317"/>
            <a:chOff x="482645" y="3773077"/>
            <a:chExt cx="2417003" cy="2338317"/>
          </a:xfrm>
        </p:grpSpPr>
        <p:pic>
          <p:nvPicPr>
            <p:cNvPr id="8" name="Picture 7">
              <a:extLst>
                <a:ext uri="{FF2B5EF4-FFF2-40B4-BE49-F238E27FC236}">
                  <a16:creationId xmlns:a16="http://schemas.microsoft.com/office/drawing/2014/main" id="{9D0C9F66-2F03-8C9F-A27D-BF38BC7CB652}"/>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482645" y="3917663"/>
              <a:ext cx="2417003" cy="2193731"/>
            </a:xfrm>
            <a:prstGeom prst="rect">
              <a:avLst/>
            </a:prstGeom>
          </p:spPr>
        </p:pic>
        <p:sp>
          <p:nvSpPr>
            <p:cNvPr id="10" name="Oval 9">
              <a:extLst>
                <a:ext uri="{FF2B5EF4-FFF2-40B4-BE49-F238E27FC236}">
                  <a16:creationId xmlns:a16="http://schemas.microsoft.com/office/drawing/2014/main" id="{8E831B6B-BAA2-8DA3-B24C-A78B4F512497}"/>
                </a:ext>
              </a:extLst>
            </p:cNvPr>
            <p:cNvSpPr>
              <a:spLocks noGrp="1" noRot="1" noMove="1" noResize="1" noEditPoints="1" noAdjustHandles="1" noChangeArrowheads="1" noChangeShapeType="1"/>
            </p:cNvSpPr>
            <p:nvPr userDrawn="1"/>
          </p:nvSpPr>
          <p:spPr>
            <a:xfrm>
              <a:off x="1502446" y="3773077"/>
              <a:ext cx="849086" cy="460029"/>
            </a:xfrm>
            <a:prstGeom prst="ellipse">
              <a:avLst/>
            </a:prstGeom>
            <a:noFill/>
            <a:ln w="28575">
              <a:solidFill>
                <a:srgbClr val="DF41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grpSp>
      <p:pic>
        <p:nvPicPr>
          <p:cNvPr id="4" name="Pearson Logo" descr="Pearson Logo">
            <a:extLst>
              <a:ext uri="{FF2B5EF4-FFF2-40B4-BE49-F238E27FC236}">
                <a16:creationId xmlns:a16="http://schemas.microsoft.com/office/drawing/2014/main" id="{3BCA1EDF-B9A1-4F4A-E0B2-06F29AF0FA02}"/>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182729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User Guide: Best Practices for PowerPoint">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n-lt"/>
              <a:ea typeface="+mn-ea"/>
              <a:cs typeface="+mn-cs"/>
            </a:endParaRPr>
          </a:p>
        </p:txBody>
      </p:sp>
      <p:sp>
        <p:nvSpPr>
          <p:cNvPr id="195" name="Section">
            <a:extLst>
              <a:ext uri="{FF2B5EF4-FFF2-40B4-BE49-F238E27FC236}">
                <a16:creationId xmlns:a16="http://schemas.microsoft.com/office/drawing/2014/main" id="{233300AB-A9E7-3601-EA04-42424EC26F32}"/>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n-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n-lt"/>
                <a:ea typeface="+mj-ea"/>
                <a:cs typeface="Segoe UI Semibold" panose="020B0502040204020203" pitchFamily="34" charset="0"/>
              </a:rPr>
              <a:t>Best Practices </a:t>
            </a:r>
            <a:br>
              <a:rPr kumimoji="0" lang="en-US" sz="2200" b="1" i="0" u="none" strike="noStrike" kern="1200" cap="none" spc="0" normalizeH="0" baseline="0" noProof="0" dirty="0">
                <a:ln>
                  <a:noFill/>
                </a:ln>
                <a:solidFill>
                  <a:srgbClr val="0D004D"/>
                </a:solidFill>
                <a:effectLst/>
                <a:uLnTx/>
                <a:uFillTx/>
                <a:latin typeface="+mn-lt"/>
                <a:ea typeface="+mj-ea"/>
                <a:cs typeface="Segoe UI Semibold" panose="020B0502040204020203" pitchFamily="34" charset="0"/>
              </a:rPr>
            </a:br>
            <a:r>
              <a:rPr kumimoji="0" lang="en-US" sz="2200" b="1" i="0" u="none" strike="noStrike" kern="1200" cap="none" spc="0" normalizeH="0" baseline="0" noProof="0" dirty="0">
                <a:ln>
                  <a:noFill/>
                </a:ln>
                <a:solidFill>
                  <a:srgbClr val="0D004D"/>
                </a:solidFill>
                <a:effectLst/>
                <a:uLnTx/>
                <a:uFillTx/>
                <a:latin typeface="+mn-lt"/>
                <a:ea typeface="+mj-ea"/>
                <a:cs typeface="Segoe UI Semibold" panose="020B0502040204020203" pitchFamily="34" charset="0"/>
              </a:rPr>
              <a:t>For PowerPoint</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366291" cy="44100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400" b="0" noProof="0" dirty="0">
                <a:latin typeface="+mn-lt"/>
                <a:cs typeface="Segoe UI" panose="020B0502040204020203" pitchFamily="34" charset="0"/>
              </a:rPr>
              <a:t>Here are some applicable best practices when setting up your PowerPoint document.</a:t>
            </a:r>
          </a:p>
        </p:txBody>
      </p:sp>
      <p:sp>
        <p:nvSpPr>
          <p:cNvPr id="2" name="Subhead 1">
            <a:extLst>
              <a:ext uri="{FF2B5EF4-FFF2-40B4-BE49-F238E27FC236}">
                <a16:creationId xmlns:a16="http://schemas.microsoft.com/office/drawing/2014/main" id="{EF10D453-0407-39C5-46E2-3A3740A2E40C}"/>
              </a:ext>
            </a:extLst>
          </p:cNvPr>
          <p:cNvSpPr txBox="1">
            <a:spLocks/>
          </p:cNvSpPr>
          <p:nvPr userDrawn="1"/>
        </p:nvSpPr>
        <p:spPr bwMode="gray">
          <a:xfrm>
            <a:off x="4142660" y="1366911"/>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Know what you’re preparing for — </a:t>
            </a:r>
            <a:br>
              <a:rPr lang="en-US" sz="1400" b="1" i="0" noProof="0" dirty="0">
                <a:solidFill>
                  <a:srgbClr val="0D004D"/>
                </a:solidFill>
                <a:latin typeface="+mj-lt"/>
                <a:cs typeface="Segoe UI" panose="020B0502040204020203" pitchFamily="34" charset="0"/>
              </a:rPr>
            </a:br>
            <a:r>
              <a:rPr lang="en-US" sz="1400" b="1" i="0" noProof="0" dirty="0">
                <a:solidFill>
                  <a:srgbClr val="0D004D"/>
                </a:solidFill>
                <a:latin typeface="+mj-lt"/>
                <a:cs typeface="Segoe UI" panose="020B0502040204020203" pitchFamily="34" charset="0"/>
              </a:rPr>
              <a:t>is it an in-person presentation or </a:t>
            </a:r>
            <a:br>
              <a:rPr lang="en-US" sz="1400" b="1" i="0" noProof="0" dirty="0">
                <a:solidFill>
                  <a:srgbClr val="0D004D"/>
                </a:solidFill>
                <a:latin typeface="+mj-lt"/>
                <a:cs typeface="Segoe UI" panose="020B0502040204020203" pitchFamily="34" charset="0"/>
              </a:rPr>
            </a:br>
            <a:r>
              <a:rPr lang="en-US" sz="1400" b="1" i="0" noProof="0" dirty="0">
                <a:solidFill>
                  <a:srgbClr val="0D004D"/>
                </a:solidFill>
                <a:latin typeface="+mj-lt"/>
                <a:cs typeface="Segoe UI" panose="020B0502040204020203" pitchFamily="34" charset="0"/>
              </a:rPr>
              <a:t>a document to read?</a:t>
            </a:r>
          </a:p>
        </p:txBody>
      </p:sp>
      <p:sp>
        <p:nvSpPr>
          <p:cNvPr id="3" name="Text 1">
            <a:extLst>
              <a:ext uri="{FF2B5EF4-FFF2-40B4-BE49-F238E27FC236}">
                <a16:creationId xmlns:a16="http://schemas.microsoft.com/office/drawing/2014/main" id="{06E0B9B9-F7DD-7626-84EA-18E96BD7A9F6}"/>
              </a:ext>
            </a:extLst>
          </p:cNvPr>
          <p:cNvSpPr txBox="1">
            <a:spLocks/>
          </p:cNvSpPr>
          <p:nvPr userDrawn="1"/>
        </p:nvSpPr>
        <p:spPr bwMode="gray">
          <a:xfrm>
            <a:off x="7740887" y="1362076"/>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dirty="0">
                <a:solidFill>
                  <a:srgbClr val="0D004D"/>
                </a:solidFill>
                <a:latin typeface="+mn-lt"/>
                <a:cs typeface="Segoe UI" panose="020B0502040204020203" pitchFamily="34" charset="0"/>
              </a:rPr>
              <a:t>This determines how much content you should include within a slide and how big/small the text needs to be.</a:t>
            </a:r>
          </a:p>
        </p:txBody>
      </p:sp>
      <p:sp>
        <p:nvSpPr>
          <p:cNvPr id="9" name="Subhead 2">
            <a:extLst>
              <a:ext uri="{FF2B5EF4-FFF2-40B4-BE49-F238E27FC236}">
                <a16:creationId xmlns:a16="http://schemas.microsoft.com/office/drawing/2014/main" id="{E445BE30-F3DD-D111-900F-08EDD021AE6F}"/>
              </a:ext>
            </a:extLst>
          </p:cNvPr>
          <p:cNvSpPr txBox="1">
            <a:spLocks/>
          </p:cNvSpPr>
          <p:nvPr userDrawn="1"/>
        </p:nvSpPr>
        <p:spPr bwMode="gray">
          <a:xfrm>
            <a:off x="4142660" y="2450644"/>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Get to know the brand — familiarize yourself with the visual identity.</a:t>
            </a:r>
          </a:p>
        </p:txBody>
      </p:sp>
      <p:sp>
        <p:nvSpPr>
          <p:cNvPr id="12" name="Text 2">
            <a:extLst>
              <a:ext uri="{FF2B5EF4-FFF2-40B4-BE49-F238E27FC236}">
                <a16:creationId xmlns:a16="http://schemas.microsoft.com/office/drawing/2014/main" id="{D5954D86-C4ED-FC75-AA0F-FC3550030BCC}"/>
              </a:ext>
            </a:extLst>
          </p:cNvPr>
          <p:cNvSpPr txBox="1">
            <a:spLocks/>
          </p:cNvSpPr>
          <p:nvPr userDrawn="1"/>
        </p:nvSpPr>
        <p:spPr bwMode="gray">
          <a:xfrm>
            <a:off x="7740887" y="2445809"/>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dirty="0">
                <a:solidFill>
                  <a:srgbClr val="0D004D"/>
                </a:solidFill>
                <a:latin typeface="+mn-lt"/>
                <a:cs typeface="Segoe UI" panose="020B0502040204020203" pitchFamily="34" charset="0"/>
              </a:rPr>
              <a:t>Consistency across communication is essential. Use the latest template and approved brand assets in your presentation.</a:t>
            </a:r>
          </a:p>
        </p:txBody>
      </p:sp>
      <p:sp>
        <p:nvSpPr>
          <p:cNvPr id="15" name="Subhead 3">
            <a:extLst>
              <a:ext uri="{FF2B5EF4-FFF2-40B4-BE49-F238E27FC236}">
                <a16:creationId xmlns:a16="http://schemas.microsoft.com/office/drawing/2014/main" id="{956C6F61-674F-35FA-CC56-028C501FDA78}"/>
              </a:ext>
            </a:extLst>
          </p:cNvPr>
          <p:cNvSpPr txBox="1">
            <a:spLocks/>
          </p:cNvSpPr>
          <p:nvPr userDrawn="1"/>
        </p:nvSpPr>
        <p:spPr bwMode="gray">
          <a:xfrm>
            <a:off x="4142660" y="3534377"/>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Adding slides from another template? Start with a blank slide within the correct template. </a:t>
            </a:r>
          </a:p>
        </p:txBody>
      </p:sp>
      <p:sp>
        <p:nvSpPr>
          <p:cNvPr id="187" name="Text 3">
            <a:extLst>
              <a:ext uri="{FF2B5EF4-FFF2-40B4-BE49-F238E27FC236}">
                <a16:creationId xmlns:a16="http://schemas.microsoft.com/office/drawing/2014/main" id="{3EA0B21A-4CD8-8E3B-6F21-B6C12E08F774}"/>
              </a:ext>
            </a:extLst>
          </p:cNvPr>
          <p:cNvSpPr txBox="1">
            <a:spLocks/>
          </p:cNvSpPr>
          <p:nvPr userDrawn="1"/>
        </p:nvSpPr>
        <p:spPr bwMode="gray">
          <a:xfrm>
            <a:off x="7740887" y="3529542"/>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a:solidFill>
                  <a:srgbClr val="0D004D"/>
                </a:solidFill>
                <a:latin typeface="+mn-lt"/>
                <a:cs typeface="Segoe UI" panose="020B0502040204020203" pitchFamily="34" charset="0"/>
              </a:rPr>
              <a:t>Copying/pasting content from another file with a different template is not a straightforward task. Start with a blank or basic layout, then copy the content over to avoid theme fonts/colors clash.</a:t>
            </a:r>
          </a:p>
        </p:txBody>
      </p:sp>
      <p:sp>
        <p:nvSpPr>
          <p:cNvPr id="189" name="Subhead 4">
            <a:extLst>
              <a:ext uri="{FF2B5EF4-FFF2-40B4-BE49-F238E27FC236}">
                <a16:creationId xmlns:a16="http://schemas.microsoft.com/office/drawing/2014/main" id="{0C14AB4A-7B8A-929A-D582-24897BC62CBE}"/>
              </a:ext>
            </a:extLst>
          </p:cNvPr>
          <p:cNvSpPr txBox="1">
            <a:spLocks/>
          </p:cNvSpPr>
          <p:nvPr userDrawn="1"/>
        </p:nvSpPr>
        <p:spPr bwMode="gray">
          <a:xfrm>
            <a:off x="4142660" y="4618111"/>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Reach more audience, </a:t>
            </a:r>
            <a:br>
              <a:rPr lang="en-US" sz="1400" b="1" i="0" noProof="0" dirty="0">
                <a:solidFill>
                  <a:srgbClr val="0D004D"/>
                </a:solidFill>
                <a:latin typeface="+mj-lt"/>
                <a:cs typeface="Segoe UI" panose="020B0502040204020203" pitchFamily="34" charset="0"/>
              </a:rPr>
            </a:br>
            <a:r>
              <a:rPr lang="en-US" sz="1400" b="1" i="0" noProof="0" dirty="0">
                <a:solidFill>
                  <a:srgbClr val="0D004D"/>
                </a:solidFill>
                <a:latin typeface="+mj-lt"/>
                <a:cs typeface="Segoe UI" panose="020B0502040204020203" pitchFamily="34" charset="0"/>
              </a:rPr>
              <a:t>make it more accessible!</a:t>
            </a:r>
          </a:p>
        </p:txBody>
      </p:sp>
      <p:sp>
        <p:nvSpPr>
          <p:cNvPr id="190" name="Text 4">
            <a:extLst>
              <a:ext uri="{FF2B5EF4-FFF2-40B4-BE49-F238E27FC236}">
                <a16:creationId xmlns:a16="http://schemas.microsoft.com/office/drawing/2014/main" id="{4FCA0760-67FD-B307-1FF1-4A3AE1560BAB}"/>
              </a:ext>
            </a:extLst>
          </p:cNvPr>
          <p:cNvSpPr txBox="1">
            <a:spLocks/>
          </p:cNvSpPr>
          <p:nvPr userDrawn="1"/>
        </p:nvSpPr>
        <p:spPr bwMode="gray">
          <a:xfrm>
            <a:off x="7740887" y="4613276"/>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a:solidFill>
                  <a:srgbClr val="0D004D"/>
                </a:solidFill>
                <a:latin typeface="+mn-lt"/>
                <a:cs typeface="Segoe UI" panose="020B0502040204020203" pitchFamily="34" charset="0"/>
              </a:rPr>
              <a:t>Run your PowerPoint file through the “Check Accessibility” tool (located on the Review tab); ensure the reading order works well with screen reader, </a:t>
            </a:r>
            <a:br>
              <a:rPr lang="en-US" sz="1100" noProof="0">
                <a:solidFill>
                  <a:srgbClr val="0D004D"/>
                </a:solidFill>
                <a:latin typeface="+mn-lt"/>
                <a:cs typeface="Segoe UI" panose="020B0502040204020203" pitchFamily="34" charset="0"/>
              </a:rPr>
            </a:br>
            <a:r>
              <a:rPr lang="en-US" sz="1100" noProof="0">
                <a:solidFill>
                  <a:srgbClr val="0D004D"/>
                </a:solidFill>
                <a:latin typeface="+mn-lt"/>
                <a:cs typeface="Segoe UI" panose="020B0502040204020203" pitchFamily="34" charset="0"/>
              </a:rPr>
              <a:t>set alt text for images, etc.</a:t>
            </a:r>
          </a:p>
        </p:txBody>
      </p:sp>
      <p:cxnSp>
        <p:nvCxnSpPr>
          <p:cNvPr id="16" name="Straight Connector 15">
            <a:extLst>
              <a:ext uri="{FF2B5EF4-FFF2-40B4-BE49-F238E27FC236}">
                <a16:creationId xmlns:a16="http://schemas.microsoft.com/office/drawing/2014/main" id="{27A96B58-CA17-E5BF-9564-FDEAE0E01C43}"/>
              </a:ext>
              <a:ext uri="{C183D7F6-B498-43B3-948B-1728B52AA6E4}">
                <adec:decorative xmlns:adec="http://schemas.microsoft.com/office/drawing/2017/decorative" val="1"/>
              </a:ext>
            </a:extLst>
          </p:cNvPr>
          <p:cNvCxnSpPr>
            <a:cxnSpLocks/>
          </p:cNvCxnSpPr>
          <p:nvPr userDrawn="1"/>
        </p:nvCxnSpPr>
        <p:spPr bwMode="gray">
          <a:xfrm>
            <a:off x="4068293" y="2254586"/>
            <a:ext cx="733814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21F2CA21-9604-4A61-D0D7-39302E45F319}"/>
              </a:ext>
              <a:ext uri="{C183D7F6-B498-43B3-948B-1728B52AA6E4}">
                <adec:decorative xmlns:adec="http://schemas.microsoft.com/office/drawing/2017/decorative" val="1"/>
              </a:ext>
            </a:extLst>
          </p:cNvPr>
          <p:cNvCxnSpPr>
            <a:cxnSpLocks/>
          </p:cNvCxnSpPr>
          <p:nvPr userDrawn="1"/>
        </p:nvCxnSpPr>
        <p:spPr bwMode="gray">
          <a:xfrm>
            <a:off x="4068293" y="3309791"/>
            <a:ext cx="733814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84A6ADC-D61E-6253-C621-9038C90E14E5}"/>
              </a:ext>
              <a:ext uri="{C183D7F6-B498-43B3-948B-1728B52AA6E4}">
                <adec:decorative xmlns:adec="http://schemas.microsoft.com/office/drawing/2017/decorative" val="1"/>
              </a:ext>
            </a:extLst>
          </p:cNvPr>
          <p:cNvCxnSpPr>
            <a:cxnSpLocks/>
          </p:cNvCxnSpPr>
          <p:nvPr userDrawn="1"/>
        </p:nvCxnSpPr>
        <p:spPr bwMode="gray">
          <a:xfrm>
            <a:off x="4068293" y="4412625"/>
            <a:ext cx="733814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pic>
        <p:nvPicPr>
          <p:cNvPr id="4" name="Pearson Logo" descr="Pearson Logo">
            <a:extLst>
              <a:ext uri="{FF2B5EF4-FFF2-40B4-BE49-F238E27FC236}">
                <a16:creationId xmlns:a16="http://schemas.microsoft.com/office/drawing/2014/main" id="{0B1A8425-0ED7-A4C2-E971-6FFAD8DAC7E5}"/>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2027870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User Guide: Best Practices for PowerPoint">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2" name="Text Placeholder 3">
            <a:extLst>
              <a:ext uri="{FF2B5EF4-FFF2-40B4-BE49-F238E27FC236}">
                <a16:creationId xmlns:a16="http://schemas.microsoft.com/office/drawing/2014/main" id="{957475BA-7B8A-4956-5E35-C9B7667F5160}"/>
              </a:ext>
            </a:extLst>
          </p:cNvPr>
          <p:cNvSpPr>
            <a:spLocks noGrp="1"/>
          </p:cNvSpPr>
          <p:nvPr userDrawn="1"/>
        </p:nvSpPr>
        <p:spPr>
          <a:xfrm>
            <a:off x="541474" y="1465324"/>
            <a:ext cx="2183308" cy="476712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Segoe UI" panose="020B0502040204020203" pitchFamily="34" charset="0"/>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Segoe UI" panose="020B0502040204020203" pitchFamily="34" charset="0"/>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Segoe UI" panose="020B0502040204020203" pitchFamily="34" charset="0"/>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Segoe UI" panose="020B0502040204020203" pitchFamily="34" charset="0"/>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Segoe UI" panose="020B0502040204020203" pitchFamily="34" charset="0"/>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b="1" dirty="0">
                <a:latin typeface="+mj-lt"/>
                <a:cs typeface="Segoe UI" panose="020B0502040204020203" pitchFamily="34" charset="0"/>
              </a:rPr>
              <a:t>When creating slide content for your course, please be sure to be mindful of leaving available space in the lower right corner for Picture-in-Picture (</a:t>
            </a:r>
            <a:r>
              <a:rPr lang="en-US" b="1" dirty="0" err="1">
                <a:latin typeface="+mj-lt"/>
                <a:cs typeface="Segoe UI" panose="020B0502040204020203" pitchFamily="34" charset="0"/>
              </a:rPr>
              <a:t>PiP</a:t>
            </a:r>
            <a:r>
              <a:rPr lang="en-US" b="1" dirty="0">
                <a:latin typeface="+mj-lt"/>
                <a:cs typeface="Segoe UI" panose="020B0502040204020203" pitchFamily="34" charset="0"/>
              </a:rPr>
              <a:t>). </a:t>
            </a:r>
          </a:p>
          <a:p>
            <a:endParaRPr lang="en-US" dirty="0">
              <a:latin typeface="+mj-lt"/>
              <a:cs typeface="Segoe UI" panose="020B0502040204020203" pitchFamily="34" charset="0"/>
            </a:endParaRPr>
          </a:p>
          <a:p>
            <a:r>
              <a:rPr lang="en-US" dirty="0">
                <a:latin typeface="+mj-lt"/>
                <a:cs typeface="Segoe UI" panose="020B0502040204020203" pitchFamily="34" charset="0"/>
              </a:rPr>
              <a:t>This allows viewers to see both the slide material and the presenter simultaneously, enhancing the learning experience. </a:t>
            </a:r>
          </a:p>
          <a:p>
            <a:endParaRPr lang="en-US" dirty="0">
              <a:latin typeface="+mj-lt"/>
              <a:cs typeface="Segoe UI" panose="020B0502040204020203" pitchFamily="34" charset="0"/>
            </a:endParaRPr>
          </a:p>
          <a:p>
            <a:r>
              <a:rPr lang="en-US" dirty="0">
                <a:latin typeface="+mj-lt"/>
                <a:cs typeface="Segoe UI" panose="020B0502040204020203" pitchFamily="34" charset="0"/>
              </a:rPr>
              <a:t>If your video product is screencast-only with no on-camera option, you are free to utilize the full slide while building out your content. 																					</a:t>
            </a:r>
          </a:p>
        </p:txBody>
      </p:sp>
      <p:sp>
        <p:nvSpPr>
          <p:cNvPr id="8" name="Title">
            <a:extLst>
              <a:ext uri="{FF2B5EF4-FFF2-40B4-BE49-F238E27FC236}">
                <a16:creationId xmlns:a16="http://schemas.microsoft.com/office/drawing/2014/main" id="{A8ACAEB8-5C48-F2CA-E1C4-5FD5EA8340A5}"/>
              </a:ext>
            </a:extLst>
          </p:cNvPr>
          <p:cNvSpPr>
            <a:spLocks noGrp="1"/>
          </p:cNvSpPr>
          <p:nvPr userDrawn="1"/>
        </p:nvSpPr>
        <p:spPr bwMode="gray">
          <a:xfrm>
            <a:off x="3721656" y="481388"/>
            <a:ext cx="8869901" cy="819150"/>
          </a:xfrm>
          <a:prstGeom prst="rect">
            <a:avLst/>
          </a:prstGeom>
        </p:spPr>
        <p:txBody>
          <a:bodyPr vert="horz" lIns="0" tIns="0" rIns="0" bIns="0" rtlCol="0" anchor="t">
            <a:noAutofit/>
          </a:bodyPr>
          <a:lstStyle>
            <a:defPPr>
              <a:defRPr lang="en-US"/>
            </a:defPPr>
            <a:lvl1pPr marL="0" algn="l" defTabSz="914400" rtl="0" eaLnBrk="1" latinLnBrk="0" hangingPunct="1">
              <a:lnSpc>
                <a:spcPct val="90000"/>
              </a:lnSpc>
              <a:spcBef>
                <a:spcPct val="0"/>
              </a:spcBef>
              <a:buNone/>
              <a:defRPr sz="3200" kern="1200">
                <a:solidFill>
                  <a:schemeClr val="tx2"/>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latin typeface="+mj-lt"/>
                <a:cs typeface="Segoe UI Semibold" panose="020B0502040204020203" pitchFamily="34" charset="0"/>
              </a:rPr>
              <a:t>Slide Headline Title Here</a:t>
            </a:r>
          </a:p>
        </p:txBody>
      </p:sp>
      <p:sp>
        <p:nvSpPr>
          <p:cNvPr id="9" name="Text 1">
            <a:extLst>
              <a:ext uri="{FF2B5EF4-FFF2-40B4-BE49-F238E27FC236}">
                <a16:creationId xmlns:a16="http://schemas.microsoft.com/office/drawing/2014/main" id="{0D57C818-7DFA-C26E-9E9C-428622CBBF80}"/>
              </a:ext>
            </a:extLst>
          </p:cNvPr>
          <p:cNvSpPr>
            <a:spLocks noGrp="1"/>
          </p:cNvSpPr>
          <p:nvPr userDrawn="1"/>
        </p:nvSpPr>
        <p:spPr bwMode="black">
          <a:xfrm>
            <a:off x="3929638" y="1232445"/>
            <a:ext cx="7938698" cy="5303662"/>
          </a:xfrm>
          <a:prstGeom prst="rect">
            <a:avLst/>
          </a:prstGeom>
        </p:spPr>
        <p:txBody>
          <a:bodyPr vert="horz" lIns="0" tIns="0" rIns="0" bIns="0" rtlCol="0" anchor="t" anchorCtr="0">
            <a:noAutofit/>
          </a:bodyPr>
          <a:lstStyle>
            <a:defPPr>
              <a:defRPr lang="en-US"/>
            </a:defPPr>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a:lstStyle>
          <a:p>
            <a:pPr marL="457200" lvl="0" indent="-457200">
              <a:buFont typeface="Arial" panose="020B0604020202020204" pitchFamily="34" charset="0"/>
              <a:buChar char="•"/>
            </a:pPr>
            <a:r>
              <a:rPr lang="en-US" sz="2800" dirty="0">
                <a:latin typeface="+mj-lt"/>
                <a:cs typeface="Segoe UI" panose="020B0502040204020203" pitchFamily="34" charset="0"/>
              </a:rPr>
              <a:t>Lorem ipsum dolor sit </a:t>
            </a:r>
            <a:r>
              <a:rPr lang="en-US" sz="2800" dirty="0" err="1">
                <a:latin typeface="+mj-lt"/>
                <a:cs typeface="Segoe UI" panose="020B0502040204020203" pitchFamily="34" charset="0"/>
              </a:rPr>
              <a:t>amet</a:t>
            </a:r>
            <a:r>
              <a:rPr lang="en-US" sz="2800" dirty="0">
                <a:latin typeface="+mj-lt"/>
                <a:cs typeface="Segoe UI" panose="020B0502040204020203" pitchFamily="34" charset="0"/>
              </a:rPr>
              <a:t> </a:t>
            </a:r>
          </a:p>
          <a:p>
            <a:pPr marL="457200" lvl="0" indent="-457200">
              <a:buFont typeface="Arial" panose="020B0604020202020204" pitchFamily="34" charset="0"/>
              <a:buChar char="•"/>
            </a:pPr>
            <a:r>
              <a:rPr lang="en-US" sz="2800" dirty="0" err="1">
                <a:latin typeface="+mj-lt"/>
                <a:cs typeface="Segoe UI" panose="020B0502040204020203" pitchFamily="34" charset="0"/>
              </a:rPr>
              <a:t>Consectetur</a:t>
            </a:r>
            <a:r>
              <a:rPr lang="en-US" sz="2800" dirty="0">
                <a:latin typeface="+mj-lt"/>
                <a:cs typeface="Segoe UI" panose="020B0502040204020203" pitchFamily="34" charset="0"/>
              </a:rPr>
              <a:t> </a:t>
            </a:r>
            <a:r>
              <a:rPr lang="en-US" sz="2800" dirty="0" err="1">
                <a:latin typeface="+mj-lt"/>
                <a:cs typeface="Segoe UI" panose="020B0502040204020203" pitchFamily="34" charset="0"/>
              </a:rPr>
              <a:t>adipiscing</a:t>
            </a:r>
            <a:r>
              <a:rPr lang="en-US" sz="2800" dirty="0">
                <a:latin typeface="+mj-lt"/>
                <a:cs typeface="Segoe UI" panose="020B0502040204020203" pitchFamily="34" charset="0"/>
              </a:rPr>
              <a:t> </a:t>
            </a:r>
            <a:r>
              <a:rPr lang="en-US" sz="2800" dirty="0" err="1">
                <a:latin typeface="+mj-lt"/>
                <a:cs typeface="Segoe UI" panose="020B0502040204020203" pitchFamily="34" charset="0"/>
              </a:rPr>
              <a:t>elit</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a:latin typeface="+mj-lt"/>
                <a:cs typeface="Segoe UI" panose="020B0502040204020203" pitchFamily="34" charset="0"/>
              </a:rPr>
              <a:t>Sed do </a:t>
            </a:r>
            <a:r>
              <a:rPr lang="en-US" sz="2800" dirty="0" err="1">
                <a:latin typeface="+mj-lt"/>
                <a:cs typeface="Segoe UI" panose="020B0502040204020203" pitchFamily="34" charset="0"/>
              </a:rPr>
              <a:t>eiusmod</a:t>
            </a:r>
            <a:r>
              <a:rPr lang="en-US" sz="2800" dirty="0">
                <a:latin typeface="+mj-lt"/>
                <a:cs typeface="Segoe UI" panose="020B0502040204020203" pitchFamily="34" charset="0"/>
              </a:rPr>
              <a:t> </a:t>
            </a:r>
            <a:r>
              <a:rPr lang="en-US" sz="2800" dirty="0" err="1">
                <a:latin typeface="+mj-lt"/>
                <a:cs typeface="Segoe UI" panose="020B0502040204020203" pitchFamily="34" charset="0"/>
              </a:rPr>
              <a:t>tempor</a:t>
            </a:r>
            <a:r>
              <a:rPr lang="en-US" sz="2800" dirty="0">
                <a:latin typeface="+mj-lt"/>
                <a:cs typeface="Segoe UI" panose="020B0502040204020203" pitchFamily="34" charset="0"/>
              </a:rPr>
              <a:t> </a:t>
            </a:r>
            <a:r>
              <a:rPr lang="en-US" sz="2800" dirty="0" err="1">
                <a:latin typeface="+mj-lt"/>
                <a:cs typeface="Segoe UI" panose="020B0502040204020203" pitchFamily="34" charset="0"/>
              </a:rPr>
              <a:t>incididunt</a:t>
            </a:r>
            <a:r>
              <a:rPr lang="en-US" sz="2800" dirty="0">
                <a:latin typeface="+mj-lt"/>
                <a:cs typeface="Segoe UI" panose="020B0502040204020203" pitchFamily="34" charset="0"/>
              </a:rPr>
              <a:t> </a:t>
            </a:r>
            <a:r>
              <a:rPr lang="en-US" sz="2800" dirty="0" err="1">
                <a:latin typeface="+mj-lt"/>
                <a:cs typeface="Segoe UI" panose="020B0502040204020203" pitchFamily="34" charset="0"/>
              </a:rPr>
              <a:t>mollit</a:t>
            </a:r>
            <a:r>
              <a:rPr lang="en-US" sz="2800" dirty="0">
                <a:latin typeface="+mj-lt"/>
                <a:cs typeface="Segoe UI" panose="020B0502040204020203" pitchFamily="34" charset="0"/>
              </a:rPr>
              <a:t> </a:t>
            </a:r>
            <a:r>
              <a:rPr lang="en-US" sz="2800" dirty="0" err="1">
                <a:latin typeface="+mj-lt"/>
                <a:cs typeface="Segoe UI" panose="020B0502040204020203" pitchFamily="34" charset="0"/>
              </a:rPr>
              <a:t>anim</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err="1">
                <a:latin typeface="+mj-lt"/>
                <a:cs typeface="Segoe UI" panose="020B0502040204020203" pitchFamily="34" charset="0"/>
              </a:rPr>
              <a:t>Enim</a:t>
            </a:r>
            <a:r>
              <a:rPr lang="en-US" sz="2800" dirty="0">
                <a:latin typeface="+mj-lt"/>
                <a:cs typeface="Segoe UI" panose="020B0502040204020203" pitchFamily="34" charset="0"/>
              </a:rPr>
              <a:t> ad minim </a:t>
            </a:r>
            <a:r>
              <a:rPr lang="en-US" sz="2800" dirty="0" err="1">
                <a:latin typeface="+mj-lt"/>
                <a:cs typeface="Segoe UI" panose="020B0502040204020203" pitchFamily="34" charset="0"/>
              </a:rPr>
              <a:t>veniam</a:t>
            </a:r>
            <a:r>
              <a:rPr lang="en-US" sz="2800" dirty="0">
                <a:latin typeface="+mj-lt"/>
                <a:cs typeface="Segoe UI" panose="020B0502040204020203" pitchFamily="34" charset="0"/>
              </a:rPr>
              <a:t>, </a:t>
            </a:r>
            <a:r>
              <a:rPr lang="en-US" sz="2800" dirty="0" err="1">
                <a:latin typeface="+mj-lt"/>
                <a:cs typeface="Segoe UI" panose="020B0502040204020203" pitchFamily="34" charset="0"/>
              </a:rPr>
              <a:t>quis</a:t>
            </a:r>
            <a:r>
              <a:rPr lang="en-US" sz="2800" dirty="0">
                <a:latin typeface="+mj-lt"/>
                <a:cs typeface="Segoe UI" panose="020B0502040204020203" pitchFamily="34" charset="0"/>
              </a:rPr>
              <a:t> </a:t>
            </a:r>
            <a:r>
              <a:rPr lang="en-US" sz="2800" dirty="0" err="1">
                <a:latin typeface="+mj-lt"/>
                <a:cs typeface="Segoe UI" panose="020B0502040204020203" pitchFamily="34" charset="0"/>
              </a:rPr>
              <a:t>nostrud</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a:latin typeface="+mj-lt"/>
                <a:cs typeface="Segoe UI" panose="020B0502040204020203" pitchFamily="34" charset="0"/>
              </a:rPr>
              <a:t>Exercitation </a:t>
            </a:r>
            <a:r>
              <a:rPr lang="en-US" sz="2800" dirty="0" err="1">
                <a:latin typeface="+mj-lt"/>
                <a:cs typeface="Segoe UI" panose="020B0502040204020203" pitchFamily="34" charset="0"/>
              </a:rPr>
              <a:t>ullamco</a:t>
            </a:r>
            <a:r>
              <a:rPr lang="en-US" sz="2800" dirty="0">
                <a:latin typeface="+mj-lt"/>
                <a:cs typeface="Segoe UI" panose="020B0502040204020203" pitchFamily="34" charset="0"/>
              </a:rPr>
              <a:t> </a:t>
            </a:r>
            <a:r>
              <a:rPr lang="en-US" sz="2800" dirty="0" err="1">
                <a:latin typeface="+mj-lt"/>
                <a:cs typeface="Segoe UI" panose="020B0502040204020203" pitchFamily="34" charset="0"/>
              </a:rPr>
              <a:t>laboris</a:t>
            </a:r>
            <a:r>
              <a:rPr lang="en-US" sz="2800" dirty="0">
                <a:latin typeface="+mj-lt"/>
                <a:cs typeface="Segoe UI" panose="020B0502040204020203" pitchFamily="34" charset="0"/>
              </a:rPr>
              <a:t> nisi </a:t>
            </a:r>
            <a:r>
              <a:rPr lang="en-US" sz="2800" dirty="0" err="1">
                <a:latin typeface="+mj-lt"/>
                <a:cs typeface="Segoe UI" panose="020B0502040204020203" pitchFamily="34" charset="0"/>
              </a:rPr>
              <a:t>utaliquip</a:t>
            </a:r>
            <a:r>
              <a:rPr lang="en-US" sz="2800" dirty="0">
                <a:latin typeface="+mj-lt"/>
                <a:cs typeface="Segoe UI" panose="020B0502040204020203" pitchFamily="34" charset="0"/>
              </a:rPr>
              <a:t> ex </a:t>
            </a:r>
          </a:p>
          <a:p>
            <a:pPr lvl="0"/>
            <a:r>
              <a:rPr lang="en-US" sz="2800" dirty="0">
                <a:latin typeface="+mj-lt"/>
                <a:cs typeface="Segoe UI" panose="020B0502040204020203" pitchFamily="34" charset="0"/>
              </a:rPr>
              <a:t>     </a:t>
            </a:r>
            <a:r>
              <a:rPr lang="en-US" sz="2800" dirty="0" err="1">
                <a:latin typeface="+mj-lt"/>
                <a:cs typeface="Segoe UI" panose="020B0502040204020203" pitchFamily="34" charset="0"/>
              </a:rPr>
              <a:t>ea</a:t>
            </a:r>
            <a:r>
              <a:rPr lang="en-US" sz="2800" dirty="0">
                <a:latin typeface="+mj-lt"/>
                <a:cs typeface="Segoe UI" panose="020B0502040204020203" pitchFamily="34" charset="0"/>
              </a:rPr>
              <a:t> </a:t>
            </a:r>
            <a:r>
              <a:rPr lang="en-US" sz="2800" dirty="0" err="1">
                <a:latin typeface="+mj-lt"/>
                <a:cs typeface="Segoe UI" panose="020B0502040204020203" pitchFamily="34" charset="0"/>
              </a:rPr>
              <a:t>commodo</a:t>
            </a:r>
            <a:r>
              <a:rPr lang="en-US" sz="2800" dirty="0">
                <a:latin typeface="+mj-lt"/>
                <a:cs typeface="Segoe UI" panose="020B0502040204020203" pitchFamily="34" charset="0"/>
              </a:rPr>
              <a:t> </a:t>
            </a:r>
            <a:r>
              <a:rPr lang="en-US" sz="2800" dirty="0" err="1">
                <a:latin typeface="+mj-lt"/>
                <a:cs typeface="Segoe UI" panose="020B0502040204020203" pitchFamily="34" charset="0"/>
              </a:rPr>
              <a:t>consequat</a:t>
            </a:r>
            <a:r>
              <a:rPr lang="en-US" sz="2800" dirty="0">
                <a:latin typeface="+mj-lt"/>
                <a:cs typeface="Segoe UI" panose="020B0502040204020203" pitchFamily="34" charset="0"/>
              </a:rPr>
              <a:t> </a:t>
            </a:r>
            <a:r>
              <a:rPr lang="en-US" sz="2800" dirty="0" err="1">
                <a:latin typeface="+mj-lt"/>
                <a:cs typeface="Segoe UI" panose="020B0502040204020203" pitchFamily="34" charset="0"/>
              </a:rPr>
              <a:t>nt</a:t>
            </a:r>
            <a:r>
              <a:rPr lang="en-US" sz="2800" dirty="0">
                <a:latin typeface="+mj-lt"/>
                <a:cs typeface="Segoe UI" panose="020B0502040204020203" pitchFamily="34" charset="0"/>
              </a:rPr>
              <a:t> </a:t>
            </a:r>
            <a:r>
              <a:rPr lang="en-US" sz="2800" dirty="0" err="1">
                <a:latin typeface="+mj-lt"/>
                <a:cs typeface="Segoe UI" panose="020B0502040204020203" pitchFamily="34" charset="0"/>
              </a:rPr>
              <a:t>mollit</a:t>
            </a:r>
            <a:r>
              <a:rPr lang="en-US" sz="2800" dirty="0">
                <a:latin typeface="+mj-lt"/>
                <a:cs typeface="Segoe UI" panose="020B0502040204020203" pitchFamily="34" charset="0"/>
              </a:rPr>
              <a:t> </a:t>
            </a:r>
            <a:r>
              <a:rPr lang="en-US" sz="2800" dirty="0" err="1">
                <a:latin typeface="+mj-lt"/>
                <a:cs typeface="Segoe UI" panose="020B0502040204020203" pitchFamily="34" charset="0"/>
              </a:rPr>
              <a:t>anim</a:t>
            </a:r>
            <a:r>
              <a:rPr lang="en-US" sz="2800" dirty="0">
                <a:latin typeface="+mj-lt"/>
                <a:cs typeface="Segoe UI" panose="020B0502040204020203" pitchFamily="34" charset="0"/>
              </a:rPr>
              <a:t> id</a:t>
            </a:r>
          </a:p>
          <a:p>
            <a:pPr lvl="0"/>
            <a:r>
              <a:rPr lang="en-US" sz="2800" dirty="0">
                <a:latin typeface="+mj-lt"/>
                <a:cs typeface="Segoe UI" panose="020B0502040204020203" pitchFamily="34" charset="0"/>
              </a:rPr>
              <a:t>     </a:t>
            </a:r>
            <a:r>
              <a:rPr lang="en-US" sz="2800" dirty="0" err="1">
                <a:latin typeface="+mj-lt"/>
                <a:cs typeface="Segoe UI" panose="020B0502040204020203" pitchFamily="34" charset="0"/>
              </a:rPr>
              <a:t>est</a:t>
            </a:r>
            <a:r>
              <a:rPr lang="en-US" sz="2800" dirty="0">
                <a:latin typeface="+mj-lt"/>
                <a:cs typeface="Segoe UI" panose="020B0502040204020203" pitchFamily="34" charset="0"/>
              </a:rPr>
              <a:t> </a:t>
            </a:r>
            <a:r>
              <a:rPr lang="en-US" sz="2800" dirty="0" err="1">
                <a:latin typeface="+mj-lt"/>
                <a:cs typeface="Segoe UI" panose="020B0502040204020203" pitchFamily="34" charset="0"/>
              </a:rPr>
              <a:t>laborum</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a:latin typeface="+mj-lt"/>
                <a:cs typeface="Segoe UI" panose="020B0502040204020203" pitchFamily="34" charset="0"/>
              </a:rPr>
              <a:t>Duis </a:t>
            </a:r>
            <a:r>
              <a:rPr lang="en-US" sz="2800" dirty="0" err="1">
                <a:latin typeface="+mj-lt"/>
                <a:cs typeface="Segoe UI" panose="020B0502040204020203" pitchFamily="34" charset="0"/>
              </a:rPr>
              <a:t>aute</a:t>
            </a:r>
            <a:r>
              <a:rPr lang="en-US" sz="2800" dirty="0">
                <a:latin typeface="+mj-lt"/>
                <a:cs typeface="Segoe UI" panose="020B0502040204020203" pitchFamily="34" charset="0"/>
              </a:rPr>
              <a:t> </a:t>
            </a:r>
            <a:r>
              <a:rPr lang="en-US" sz="2800" dirty="0" err="1">
                <a:latin typeface="+mj-lt"/>
                <a:cs typeface="Segoe UI" panose="020B0502040204020203" pitchFamily="34" charset="0"/>
              </a:rPr>
              <a:t>irure</a:t>
            </a:r>
            <a:r>
              <a:rPr lang="en-US" sz="2800" dirty="0">
                <a:latin typeface="+mj-lt"/>
                <a:cs typeface="Segoe UI" panose="020B0502040204020203" pitchFamily="34" charset="0"/>
              </a:rPr>
              <a:t> dolor </a:t>
            </a:r>
            <a:r>
              <a:rPr lang="en-US" sz="2800" dirty="0" err="1">
                <a:latin typeface="+mj-lt"/>
                <a:cs typeface="Segoe UI" panose="020B0502040204020203" pitchFamily="34" charset="0"/>
              </a:rPr>
              <a:t>voluptate</a:t>
            </a:r>
            <a:r>
              <a:rPr lang="en-US" sz="2800" dirty="0">
                <a:latin typeface="+mj-lt"/>
                <a:cs typeface="Segoe UI" panose="020B0502040204020203" pitchFamily="34" charset="0"/>
              </a:rPr>
              <a:t> </a:t>
            </a:r>
          </a:p>
          <a:p>
            <a:pPr marL="457200" lvl="0" indent="-457200">
              <a:buFont typeface="Arial" panose="020B0604020202020204" pitchFamily="34" charset="0"/>
              <a:buChar char="•"/>
            </a:pPr>
            <a:r>
              <a:rPr lang="en-US" sz="2800" dirty="0">
                <a:latin typeface="+mj-lt"/>
                <a:cs typeface="Segoe UI" panose="020B0502040204020203" pitchFamily="34" charset="0"/>
              </a:rPr>
              <a:t>Velit </a:t>
            </a:r>
            <a:r>
              <a:rPr lang="en-US" sz="2800" dirty="0" err="1">
                <a:latin typeface="+mj-lt"/>
                <a:cs typeface="Segoe UI" panose="020B0502040204020203" pitchFamily="34" charset="0"/>
              </a:rPr>
              <a:t>esse</a:t>
            </a:r>
            <a:r>
              <a:rPr lang="en-US" sz="2800" dirty="0">
                <a:latin typeface="+mj-lt"/>
                <a:cs typeface="Segoe UI" panose="020B0502040204020203" pitchFamily="34" charset="0"/>
              </a:rPr>
              <a:t> </a:t>
            </a:r>
            <a:r>
              <a:rPr lang="en-US" sz="2800" dirty="0" err="1">
                <a:latin typeface="+mj-lt"/>
                <a:cs typeface="Segoe UI" panose="020B0502040204020203" pitchFamily="34" charset="0"/>
              </a:rPr>
              <a:t>cillum</a:t>
            </a:r>
            <a:r>
              <a:rPr lang="en-US" sz="2800" dirty="0">
                <a:latin typeface="+mj-lt"/>
                <a:cs typeface="Segoe UI" panose="020B0502040204020203" pitchFamily="34" charset="0"/>
              </a:rPr>
              <a:t> dolore </a:t>
            </a:r>
            <a:r>
              <a:rPr lang="en-US" sz="2800" dirty="0" err="1">
                <a:latin typeface="+mj-lt"/>
                <a:cs typeface="Segoe UI" panose="020B0502040204020203" pitchFamily="34" charset="0"/>
              </a:rPr>
              <a:t>fugiat</a:t>
            </a:r>
            <a:r>
              <a:rPr lang="en-US" sz="2800" dirty="0">
                <a:latin typeface="+mj-lt"/>
                <a:cs typeface="Segoe UI" panose="020B0502040204020203" pitchFamily="34" charset="0"/>
              </a:rPr>
              <a:t> </a:t>
            </a:r>
          </a:p>
          <a:p>
            <a:pPr lvl="0"/>
            <a:r>
              <a:rPr lang="en-US" sz="2800" dirty="0">
                <a:latin typeface="+mj-lt"/>
                <a:cs typeface="Segoe UI" panose="020B0502040204020203" pitchFamily="34" charset="0"/>
              </a:rPr>
              <a:t>     </a:t>
            </a:r>
            <a:r>
              <a:rPr lang="en-US" sz="2800" dirty="0" err="1">
                <a:latin typeface="+mj-lt"/>
                <a:cs typeface="Segoe UI" panose="020B0502040204020203" pitchFamily="34" charset="0"/>
              </a:rPr>
              <a:t>nulla</a:t>
            </a:r>
            <a:r>
              <a:rPr lang="en-US" sz="2800" dirty="0">
                <a:latin typeface="+mj-lt"/>
                <a:cs typeface="Segoe UI" panose="020B0502040204020203" pitchFamily="34" charset="0"/>
              </a:rPr>
              <a:t> </a:t>
            </a:r>
            <a:r>
              <a:rPr lang="en-US" sz="2800" dirty="0" err="1">
                <a:latin typeface="+mj-lt"/>
                <a:cs typeface="Segoe UI" panose="020B0502040204020203" pitchFamily="34" charset="0"/>
              </a:rPr>
              <a:t>pariatur</a:t>
            </a:r>
            <a:r>
              <a:rPr lang="en-US" sz="2800" dirty="0">
                <a:latin typeface="+mj-lt"/>
                <a:cs typeface="Segoe UI" panose="020B0502040204020203" pitchFamily="34" charset="0"/>
              </a:rPr>
              <a:t>. </a:t>
            </a:r>
            <a:r>
              <a:rPr lang="en-US" sz="2800" dirty="0" err="1">
                <a:latin typeface="+mj-lt"/>
                <a:cs typeface="Segoe UI" panose="020B0502040204020203" pitchFamily="34" charset="0"/>
              </a:rPr>
              <a:t>Excepteur</a:t>
            </a:r>
            <a:r>
              <a:rPr lang="en-US" sz="2800" dirty="0">
                <a:latin typeface="+mj-lt"/>
                <a:cs typeface="Segoe UI" panose="020B0502040204020203" pitchFamily="34" charset="0"/>
              </a:rPr>
              <a:t> </a:t>
            </a:r>
            <a:r>
              <a:rPr lang="en-US" sz="2800" dirty="0" err="1">
                <a:latin typeface="+mj-lt"/>
                <a:cs typeface="Segoe UI" panose="020B0502040204020203" pitchFamily="34" charset="0"/>
              </a:rPr>
              <a:t>sint</a:t>
            </a:r>
            <a:endParaRPr lang="en-US" sz="2800" dirty="0">
              <a:latin typeface="+mj-lt"/>
              <a:cs typeface="Segoe UI" panose="020B0502040204020203" pitchFamily="34" charset="0"/>
            </a:endParaRPr>
          </a:p>
          <a:p>
            <a:endParaRPr lang="en-GB" sz="2800" noProof="0" dirty="0">
              <a:latin typeface="+mj-lt"/>
              <a:cs typeface="Segoe UI" panose="020B0502040204020203" pitchFamily="34" charset="0"/>
            </a:endParaRPr>
          </a:p>
        </p:txBody>
      </p:sp>
      <p:sp>
        <p:nvSpPr>
          <p:cNvPr id="11" name="Text Placeholder 6">
            <a:extLst>
              <a:ext uri="{FF2B5EF4-FFF2-40B4-BE49-F238E27FC236}">
                <a16:creationId xmlns:a16="http://schemas.microsoft.com/office/drawing/2014/main" id="{9393EF62-21BC-C102-84CC-D59A460487EC}"/>
              </a:ext>
            </a:extLst>
          </p:cNvPr>
          <p:cNvSpPr>
            <a:spLocks noGrp="1"/>
          </p:cNvSpPr>
          <p:nvPr userDrawn="1"/>
        </p:nvSpPr>
        <p:spPr>
          <a:xfrm>
            <a:off x="541474" y="2284"/>
            <a:ext cx="2666111" cy="547200"/>
          </a:xfrm>
          <a:prstGeom prst="rect">
            <a:avLst/>
          </a:prstGeom>
        </p:spPr>
        <p:txBody>
          <a:bodyPr vert="horz" lIns="0" tIns="0" rIns="0" bIns="0" rtlCol="0" anchor="ctr" anchorCtr="0">
            <a:noAutofit/>
          </a:bodyPr>
          <a:lstStyle>
            <a:lvl1pPr marL="0" indent="0" algn="l" defTabSz="914400" rtl="0" eaLnBrk="1" latinLnBrk="0" hangingPunct="1">
              <a:lnSpc>
                <a:spcPct val="100000"/>
              </a:lnSpc>
              <a:spcBef>
                <a:spcPts val="0"/>
              </a:spcBef>
              <a:spcAft>
                <a:spcPts val="0"/>
              </a:spcAft>
              <a:buFont typeface="Plus Jakarta Sans" panose="020B0604020202020204" pitchFamily="34" charset="0"/>
              <a:buNone/>
              <a:defRPr lang="en-US" sz="1000" kern="1200" cap="all" baseline="0" dirty="0">
                <a:solidFill>
                  <a:srgbClr val="512EAB"/>
                </a:solidFill>
                <a:latin typeface="+mj-lt"/>
                <a:ea typeface="+mn-ea"/>
                <a:cs typeface="Segoe UI" panose="020B0502040204020203" pitchFamily="34" charset="0"/>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a:lstStyle>
          <a:p>
            <a:r>
              <a:rPr lang="en-US" dirty="0">
                <a:latin typeface="+mj-lt"/>
                <a:cs typeface="Segoe UI" panose="020B0502040204020203" pitchFamily="34" charset="0"/>
              </a:rPr>
              <a:t>Before you start</a:t>
            </a:r>
          </a:p>
        </p:txBody>
      </p:sp>
      <p:sp>
        <p:nvSpPr>
          <p:cNvPr id="12" name="Title 5">
            <a:extLst>
              <a:ext uri="{FF2B5EF4-FFF2-40B4-BE49-F238E27FC236}">
                <a16:creationId xmlns:a16="http://schemas.microsoft.com/office/drawing/2014/main" id="{EB0A03B1-55B4-D9A3-71A2-1C2901D7156C}"/>
              </a:ext>
            </a:extLst>
          </p:cNvPr>
          <p:cNvSpPr>
            <a:spLocks noGrp="1"/>
          </p:cNvSpPr>
          <p:nvPr userDrawn="1"/>
        </p:nvSpPr>
        <p:spPr>
          <a:xfrm>
            <a:off x="541474" y="554734"/>
            <a:ext cx="2301320" cy="91059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200" b="1" i="0" kern="1200">
                <a:solidFill>
                  <a:schemeClr val="tx2"/>
                </a:solidFill>
                <a:latin typeface="+mj-lt"/>
                <a:ea typeface="+mj-ea"/>
                <a:cs typeface="Segoe UI Semibold" panose="020B0502040204020203" pitchFamily="34" charset="0"/>
              </a:defRPr>
            </a:lvl1pPr>
          </a:lstStyle>
          <a:p>
            <a:r>
              <a:rPr lang="en-US" dirty="0">
                <a:latin typeface="+mj-lt"/>
                <a:cs typeface="Segoe UI" panose="020B0502040204020203" pitchFamily="34" charset="0"/>
              </a:rPr>
              <a:t>Slide for Picture-in-Picture</a:t>
            </a:r>
          </a:p>
        </p:txBody>
      </p:sp>
      <p:pic>
        <p:nvPicPr>
          <p:cNvPr id="13" name="Google Shape;434;g38884087643_0_0" title="Screenshot 2025-09-08 at 11.06.12 AM.png">
            <a:extLst>
              <a:ext uri="{FF2B5EF4-FFF2-40B4-BE49-F238E27FC236}">
                <a16:creationId xmlns:a16="http://schemas.microsoft.com/office/drawing/2014/main" id="{3D458655-9961-016C-5A62-5B950511E8BD}"/>
              </a:ext>
            </a:extLst>
          </p:cNvPr>
          <p:cNvPicPr preferRelativeResize="0"/>
          <p:nvPr userDrawn="1"/>
        </p:nvPicPr>
        <p:blipFill rotWithShape="1">
          <a:blip r:embed="rId2">
            <a:alphaModFix/>
          </a:blip>
          <a:srcRect l="77182" t="55609" r="6010" b="15212"/>
          <a:stretch/>
        </p:blipFill>
        <p:spPr>
          <a:xfrm>
            <a:off x="9721618" y="4507069"/>
            <a:ext cx="2048400" cy="2007300"/>
          </a:xfrm>
          <a:prstGeom prst="ellipse">
            <a:avLst/>
          </a:prstGeom>
          <a:noFill/>
          <a:ln>
            <a:noFill/>
          </a:ln>
        </p:spPr>
      </p:pic>
      <p:pic>
        <p:nvPicPr>
          <p:cNvPr id="14" name="Pearson Logo" descr="Pearson Logo">
            <a:extLst>
              <a:ext uri="{FF2B5EF4-FFF2-40B4-BE49-F238E27FC236}">
                <a16:creationId xmlns:a16="http://schemas.microsoft.com/office/drawing/2014/main" id="{369DF785-9E2F-6058-11E9-B35AD29C6693}"/>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19440610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9AD60200-3E33-D436-0419-3AA0F4F60789}"/>
              </a:ext>
            </a:extLst>
          </p:cNvPr>
          <p:cNvSpPr>
            <a:spLocks noGrp="1"/>
          </p:cNvSpPr>
          <p:nvPr>
            <p:ph type="title"/>
          </p:nvPr>
        </p:nvSpPr>
        <p:spPr>
          <a:xfrm>
            <a:off x="550164" y="552450"/>
            <a:ext cx="11091672" cy="819150"/>
          </a:xfrm>
          <a:prstGeom prst="rect">
            <a:avLst/>
          </a:prstGeom>
        </p:spPr>
        <p:txBody>
          <a:bodyPr vert="horz" lIns="0" tIns="0" rIns="0" bIns="0" rtlCol="0" anchor="t">
            <a:noAutofit/>
          </a:bodyPr>
          <a:lstStyle/>
          <a:p>
            <a:r>
              <a:rPr lang="en-US" noProof="0" dirty="0"/>
              <a:t>Click to edit Master title style</a:t>
            </a:r>
          </a:p>
        </p:txBody>
      </p:sp>
      <p:sp>
        <p:nvSpPr>
          <p:cNvPr id="3" name="Text Placeholder">
            <a:extLst>
              <a:ext uri="{FF2B5EF4-FFF2-40B4-BE49-F238E27FC236}">
                <a16:creationId xmlns:a16="http://schemas.microsoft.com/office/drawing/2014/main" id="{2BE2F4EB-8656-9C31-9CD6-2AB145224B91}"/>
              </a:ext>
            </a:extLst>
          </p:cNvPr>
          <p:cNvSpPr>
            <a:spLocks noGrp="1"/>
          </p:cNvSpPr>
          <p:nvPr>
            <p:ph type="body" idx="1"/>
          </p:nvPr>
        </p:nvSpPr>
        <p:spPr>
          <a:xfrm>
            <a:off x="550164" y="1370807"/>
            <a:ext cx="11091672" cy="4664868"/>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150540610"/>
      </p:ext>
    </p:extLst>
  </p:cSld>
  <p:clrMap bg1="lt1" tx1="dk1" bg2="lt2" tx2="dk2" accent1="accent1" accent2="accent2" accent3="accent3" accent4="accent4" accent5="accent5" accent6="accent6" hlink="hlink" folHlink="folHlink"/>
  <p:sldLayoutIdLst>
    <p:sldLayoutId id="2147483956" r:id="rId1"/>
    <p:sldLayoutId id="2147484085" r:id="rId2"/>
    <p:sldLayoutId id="2147483710" r:id="rId3"/>
    <p:sldLayoutId id="2147483674" r:id="rId4"/>
    <p:sldLayoutId id="2147484030" r:id="rId5"/>
    <p:sldLayoutId id="2147484031" r:id="rId6"/>
    <p:sldLayoutId id="2147484034" r:id="rId7"/>
    <p:sldLayoutId id="2147484037" r:id="rId8"/>
    <p:sldLayoutId id="2147484039" r:id="rId9"/>
    <p:sldLayoutId id="2147484040" r:id="rId10"/>
    <p:sldLayoutId id="2147484042" r:id="rId11"/>
    <p:sldLayoutId id="2147483656" r:id="rId12"/>
    <p:sldLayoutId id="2147483940" r:id="rId13"/>
    <p:sldLayoutId id="2147483939" r:id="rId14"/>
    <p:sldLayoutId id="2147483863" r:id="rId15"/>
    <p:sldLayoutId id="2147483862" r:id="rId16"/>
    <p:sldLayoutId id="2147483942" r:id="rId17"/>
    <p:sldLayoutId id="2147483864" r:id="rId18"/>
    <p:sldLayoutId id="2147483943" r:id="rId19"/>
    <p:sldLayoutId id="2147483944" r:id="rId20"/>
    <p:sldLayoutId id="2147483866" r:id="rId21"/>
    <p:sldLayoutId id="2147483869" r:id="rId22"/>
    <p:sldLayoutId id="2147483870" r:id="rId23"/>
    <p:sldLayoutId id="2147483716" r:id="rId24"/>
    <p:sldLayoutId id="2147483717" r:id="rId25"/>
    <p:sldLayoutId id="2147484079" r:id="rId26"/>
    <p:sldLayoutId id="2147484067" r:id="rId27"/>
    <p:sldLayoutId id="2147484068" r:id="rId28"/>
    <p:sldLayoutId id="2147484070" r:id="rId29"/>
    <p:sldLayoutId id="2147484078" r:id="rId30"/>
    <p:sldLayoutId id="2147484072" r:id="rId31"/>
    <p:sldLayoutId id="2147484073" r:id="rId32"/>
    <p:sldLayoutId id="2147484074" r:id="rId33"/>
    <p:sldLayoutId id="2147484075" r:id="rId34"/>
    <p:sldLayoutId id="2147484082" r:id="rId35"/>
    <p:sldLayoutId id="2147484080" r:id="rId36"/>
    <p:sldLayoutId id="2147484088" r:id="rId37"/>
    <p:sldLayoutId id="2147484083" r:id="rId38"/>
  </p:sldLayoutIdLst>
  <p:hf hdr="0" dt="0"/>
  <p:txStyles>
    <p:titleStyle>
      <a:lvl1pPr algn="l" defTabSz="914400" rtl="0" eaLnBrk="1" latinLnBrk="0" hangingPunct="1">
        <a:lnSpc>
          <a:spcPct val="90000"/>
        </a:lnSpc>
        <a:spcBef>
          <a:spcPct val="0"/>
        </a:spcBef>
        <a:buNone/>
        <a:defRPr sz="3200" b="1" i="0" kern="1200">
          <a:solidFill>
            <a:schemeClr val="tx2"/>
          </a:solidFill>
          <a:latin typeface="+mj-lt"/>
          <a:ea typeface="+mj-ea"/>
          <a:cs typeface="Segoe UI Semibold" panose="020B0502040204020203" pitchFamily="34" charset="0"/>
        </a:defRPr>
      </a:lvl1pPr>
    </p:titleStyle>
    <p:body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2000" kern="1200">
          <a:solidFill>
            <a:schemeClr val="tx2"/>
          </a:solidFill>
          <a:latin typeface="+mj-lt"/>
          <a:ea typeface="+mn-ea"/>
          <a:cs typeface="Segoe UI" panose="020B0502040204020203" pitchFamily="34" charset="0"/>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1440" userDrawn="1">
          <p15:clr>
            <a:srgbClr val="A4A3A4"/>
          </p15:clr>
        </p15:guide>
        <p15:guide id="3" pos="7680" userDrawn="1">
          <p15:clr>
            <a:srgbClr val="F26B43"/>
          </p15:clr>
        </p15:guide>
        <p15:guide id="4" orient="horz" pos="3975" userDrawn="1">
          <p15:clr>
            <a:srgbClr val="F26B43"/>
          </p15:clr>
        </p15:guide>
        <p15:guide id="5" pos="342" userDrawn="1">
          <p15:clr>
            <a:srgbClr val="F26B43"/>
          </p15:clr>
        </p15:guide>
        <p15:guide id="6" pos="7335" userDrawn="1">
          <p15:clr>
            <a:srgbClr val="F26B43"/>
          </p15:clr>
        </p15:guide>
        <p15:guide id="9" orient="horz" pos="3630" userDrawn="1">
          <p15:clr>
            <a:srgbClr val="A4A3A4"/>
          </p15:clr>
        </p15:guide>
        <p15:guide id="14" orient="horz" pos="3802" userDrawn="1">
          <p15:clr>
            <a:srgbClr val="A4A3A4"/>
          </p15:clr>
        </p15:guide>
        <p15:guide id="15" pos="6240" userDrawn="1">
          <p15:clr>
            <a:srgbClr val="A4A3A4"/>
          </p15:clr>
        </p15:guide>
        <p15:guide id="16" orient="horz" pos="4320" userDrawn="1">
          <p15:clr>
            <a:srgbClr val="F26B43"/>
          </p15:clr>
        </p15:guide>
        <p15:guide id="17" userDrawn="1">
          <p15:clr>
            <a:srgbClr val="F26B43"/>
          </p15:clr>
        </p15:guide>
        <p15:guide id="18" pos="846" userDrawn="1">
          <p15:clr>
            <a:srgbClr val="A4A3A4"/>
          </p15:clr>
        </p15:guide>
        <p15:guide id="19" pos="934" userDrawn="1">
          <p15:clr>
            <a:srgbClr val="A4A3A4"/>
          </p15:clr>
        </p15:guide>
        <p15:guide id="20" pos="1522" userDrawn="1">
          <p15:clr>
            <a:srgbClr val="A4A3A4"/>
          </p15:clr>
        </p15:guide>
        <p15:guide id="21" pos="6832" userDrawn="1">
          <p15:clr>
            <a:srgbClr val="A4A3A4"/>
          </p15:clr>
        </p15:guide>
        <p15:guide id="22" pos="6744" userDrawn="1">
          <p15:clr>
            <a:srgbClr val="A4A3A4"/>
          </p15:clr>
        </p15:guide>
        <p15:guide id="23" pos="6156" userDrawn="1">
          <p15:clr>
            <a:srgbClr val="A4A3A4"/>
          </p15:clr>
        </p15:guide>
        <p15:guide id="24" pos="2026" userDrawn="1">
          <p15:clr>
            <a:srgbClr val="A4A3A4"/>
          </p15:clr>
        </p15:guide>
        <p15:guide id="26" pos="5652" userDrawn="1">
          <p15:clr>
            <a:srgbClr val="A4A3A4"/>
          </p15:clr>
        </p15:guide>
        <p15:guide id="27" pos="5566" userDrawn="1">
          <p15:clr>
            <a:srgbClr val="A4A3A4"/>
          </p15:clr>
        </p15:guide>
        <p15:guide id="29" pos="2112" userDrawn="1">
          <p15:clr>
            <a:srgbClr val="A4A3A4"/>
          </p15:clr>
        </p15:guide>
        <p15:guide id="30" pos="3795" userDrawn="1">
          <p15:clr>
            <a:srgbClr val="A4A3A4"/>
          </p15:clr>
        </p15:guide>
        <p15:guide id="31" pos="3884" userDrawn="1">
          <p15:clr>
            <a:srgbClr val="A4A3A4"/>
          </p15:clr>
        </p15:guide>
        <p15:guide id="32" pos="3294" userDrawn="1">
          <p15:clr>
            <a:srgbClr val="A4A3A4"/>
          </p15:clr>
        </p15:guide>
        <p15:guide id="33" pos="4386" userDrawn="1">
          <p15:clr>
            <a:srgbClr val="A4A3A4"/>
          </p15:clr>
        </p15:guide>
        <p15:guide id="34" pos="3208" userDrawn="1">
          <p15:clr>
            <a:srgbClr val="A4A3A4"/>
          </p15:clr>
        </p15:guide>
        <p15:guide id="35" pos="4470" userDrawn="1">
          <p15:clr>
            <a:srgbClr val="A4A3A4"/>
          </p15:clr>
        </p15:guide>
        <p15:guide id="36" pos="2705" userDrawn="1">
          <p15:clr>
            <a:srgbClr val="A4A3A4"/>
          </p15:clr>
        </p15:guide>
        <p15:guide id="37" pos="2619" userDrawn="1">
          <p15:clr>
            <a:srgbClr val="A4A3A4"/>
          </p15:clr>
        </p15:guide>
        <p15:guide id="38" pos="4973" userDrawn="1">
          <p15:clr>
            <a:srgbClr val="A4A3A4"/>
          </p15:clr>
        </p15:guide>
        <p15:guide id="39" pos="5057" userDrawn="1">
          <p15:clr>
            <a:srgbClr val="A4A3A4"/>
          </p15:clr>
        </p15:guide>
        <p15:guide id="40" orient="horz" pos="2160" userDrawn="1">
          <p15:clr>
            <a:srgbClr val="A4A3A4"/>
          </p15:clr>
        </p15:guide>
        <p15:guide id="41" orient="horz" userDrawn="1">
          <p15:clr>
            <a:srgbClr val="F26B43"/>
          </p15:clr>
        </p15:guide>
        <p15:guide id="42" orient="horz" pos="344" userDrawn="1">
          <p15:clr>
            <a:srgbClr val="F26B43"/>
          </p15:clr>
        </p15:guide>
        <p15:guide id="43" orient="horz" pos="691" userDrawn="1">
          <p15:clr>
            <a:srgbClr val="A4A3A4"/>
          </p15:clr>
        </p15:guide>
        <p15:guide id="44" orient="horz" pos="861"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GitHub Copilot for Cybersecurity Specialists</a:t>
            </a:r>
          </a:p>
        </p:txBody>
      </p:sp>
      <p:sp>
        <p:nvSpPr>
          <p:cNvPr id="3" name="Subtitle 2"/>
          <p:cNvSpPr>
            <a:spLocks noGrp="1"/>
          </p:cNvSpPr>
          <p:nvPr>
            <p:ph type="subTitle" idx="1"/>
          </p:nvPr>
        </p:nvSpPr>
        <p:spPr/>
        <p:txBody>
          <a:bodyPr/>
          <a:lstStyle/>
          <a:p>
            <a:r>
              <a:t>Tim Warner</a:t>
            </a:r>
          </a:p>
          <a:p>
            <a:r>
              <a:t>Microsoft MVP</a:t>
            </a:r>
          </a:p>
          <a:p>
            <a:r>
              <a:t>Microsoft Certified Trainer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7"/>
          </p:nvPr>
        </p:nvSpPr>
        <p:spPr/>
        <p:txBody>
          <a:bodyPr/>
          <a:lstStyle/>
          <a:p>
            <a:endParaRPr/>
          </a:p>
        </p:txBody>
      </p:sp>
      <p:sp>
        <p:nvSpPr>
          <p:cNvPr id="3" name="Title 2"/>
          <p:cNvSpPr>
            <a:spLocks noGrp="1"/>
          </p:cNvSpPr>
          <p:nvPr>
            <p:ph type="title"/>
          </p:nvPr>
        </p:nvSpPr>
        <p:spPr/>
        <p:txBody>
          <a:bodyPr/>
          <a:lstStyle/>
          <a:p>
            <a:r>
              <a:t>Lesson 2: Implement security protocols with GitHub Copilot</a:t>
            </a:r>
          </a:p>
        </p:txBody>
      </p:sp>
      <p:sp>
        <p:nvSpPr>
          <p:cNvPr id="4" name="Content Placeholder 3"/>
          <p:cNvSpPr>
            <a:spLocks noGrp="1"/>
          </p:cNvSpPr>
          <p:nvPr>
            <p:ph idx="1"/>
          </p:nvPr>
        </p:nvSpPr>
        <p:spPr/>
        <p:txBody>
          <a:bodyPr/>
          <a:lstStyle/>
          <a:p>
            <a:endParaRPr/>
          </a:p>
          <a:p>
            <a:r>
              <a:t>Build OAuth 2.0 authentication using Copilot's security pattern library</a:t>
            </a:r>
          </a:p>
          <a:p>
            <a:r>
              <a:t>Implement encryption with Copilot-generated key management</a:t>
            </a:r>
          </a:p>
          <a:p>
            <a:r>
              <a:t>Create API gateways with Copilot middleware and GHAS policy enforcement</a:t>
            </a:r>
          </a:p>
          <a:p>
            <a:r>
              <a:t>Design zero-trust networks using Copilot infrastructure-as-code generation</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7"/>
          </p:nvPr>
        </p:nvSpPr>
        <p:spPr/>
        <p:txBody>
          <a:bodyPr/>
          <a:lstStyle/>
          <a:p>
            <a:endParaRPr/>
          </a:p>
        </p:txBody>
      </p:sp>
      <p:sp>
        <p:nvSpPr>
          <p:cNvPr id="3" name="Title 2"/>
          <p:cNvSpPr>
            <a:spLocks noGrp="1"/>
          </p:cNvSpPr>
          <p:nvPr>
            <p:ph type="title"/>
          </p:nvPr>
        </p:nvSpPr>
        <p:spPr/>
        <p:txBody>
          <a:bodyPr/>
          <a:lstStyle/>
          <a:p>
            <a:r>
              <a:t>How GitHub Copilot understands security</a:t>
            </a:r>
          </a:p>
        </p:txBody>
      </p:sp>
      <p:sp>
        <p:nvSpPr>
          <p:cNvPr id="4" name="Content Placeholder 3"/>
          <p:cNvSpPr>
            <a:spLocks noGrp="1"/>
          </p:cNvSpPr>
          <p:nvPr>
            <p:ph idx="1"/>
          </p:nvPr>
        </p:nvSpPr>
        <p:spPr/>
        <p:txBody>
          <a:bodyPr/>
          <a:lstStyle/>
          <a:p>
            <a:endParaRPr/>
          </a:p>
          <a:p>
            <a:r>
              <a:t>Trained on cryptographic libraries and security frameworks</a:t>
            </a:r>
          </a:p>
          <a:p>
            <a:r>
              <a:t>Understands OWASP Top 10, NIST guidelines, and compliance requirements</a:t>
            </a:r>
          </a:p>
          <a:p>
            <a:r>
              <a:t>Generates secure-by-default code patterns automatically</a:t>
            </a:r>
          </a:p>
          <a:p>
            <a:r>
              <a:t>Integrates with GHAS for policy enforcement and vulnerability detection</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7"/>
          </p:nvPr>
        </p:nvSpPr>
        <p:spPr/>
        <p:txBody>
          <a:bodyPr/>
          <a:lstStyle/>
          <a:p>
            <a:endParaRPr/>
          </a:p>
        </p:txBody>
      </p:sp>
      <p:sp>
        <p:nvSpPr>
          <p:cNvPr id="3" name="Title 2"/>
          <p:cNvSpPr>
            <a:spLocks noGrp="1"/>
          </p:cNvSpPr>
          <p:nvPr>
            <p:ph type="title"/>
          </p:nvPr>
        </p:nvSpPr>
        <p:spPr/>
        <p:txBody>
          <a:bodyPr/>
          <a:lstStyle/>
          <a:p>
            <a:r>
              <a:t>GitHub Advanced Security validates Copilot outputs</a:t>
            </a:r>
          </a:p>
        </p:txBody>
      </p:sp>
      <p:sp>
        <p:nvSpPr>
          <p:cNvPr id="4" name="Content Placeholder 3"/>
          <p:cNvSpPr>
            <a:spLocks noGrp="1"/>
          </p:cNvSpPr>
          <p:nvPr>
            <p:ph idx="1"/>
          </p:nvPr>
        </p:nvSpPr>
        <p:spPr/>
        <p:txBody>
          <a:bodyPr/>
          <a:lstStyle/>
          <a:p>
            <a:endParaRPr/>
          </a:p>
          <a:p>
            <a:r>
              <a:t>CodeQL scans Copilot-generated code for vulnerabilities</a:t>
            </a:r>
          </a:p>
          <a:p>
            <a:r>
              <a:t>Secret scanning prevents credential leaks in repositories</a:t>
            </a:r>
          </a:p>
          <a:p>
            <a:r>
              <a:t>Dependency scanning identifies vulnerable libraries in prompts</a:t>
            </a:r>
          </a:p>
          <a:p>
            <a:r>
              <a:t>Security policies enforce standards before code merges</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7"/>
          </p:nvPr>
        </p:nvSpPr>
        <p:spPr/>
        <p:txBody>
          <a:bodyPr/>
          <a:lstStyle/>
          <a:p>
            <a:endParaRPr/>
          </a:p>
        </p:txBody>
      </p:sp>
      <p:sp>
        <p:nvSpPr>
          <p:cNvPr id="3" name="Title 2"/>
          <p:cNvSpPr>
            <a:spLocks noGrp="1"/>
          </p:cNvSpPr>
          <p:nvPr>
            <p:ph type="title"/>
          </p:nvPr>
        </p:nvSpPr>
        <p:spPr/>
        <p:txBody>
          <a:bodyPr/>
          <a:lstStyle/>
          <a:p>
            <a:r>
              <a:t>Using Copilot to implement secure authentication</a:t>
            </a:r>
          </a:p>
        </p:txBody>
      </p:sp>
      <p:sp>
        <p:nvSpPr>
          <p:cNvPr id="4" name="Content Placeholder 3"/>
          <p:cNvSpPr>
            <a:spLocks noGrp="1"/>
          </p:cNvSpPr>
          <p:nvPr>
            <p:ph idx="1"/>
          </p:nvPr>
        </p:nvSpPr>
        <p:spPr/>
        <p:txBody>
          <a:bodyPr/>
          <a:lstStyle/>
          <a:p>
            <a:endParaRPr/>
          </a:p>
          <a:p>
            <a:r>
              <a:t>Copilot generates OAuth 2.0 with PKCE from specification knowledge</a:t>
            </a:r>
          </a:p>
          <a:p>
            <a:r>
              <a:t>Auto-completes JWT tokens with proper claims and secure signing</a:t>
            </a:r>
          </a:p>
          <a:p>
            <a:r>
              <a:t>Suggests refresh token rotation patterns from security best practices</a:t>
            </a:r>
          </a:p>
          <a:p>
            <a:r>
              <a:t>GHAS CodeQL validates authentication implementations</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7"/>
          </p:nvPr>
        </p:nvSpPr>
        <p:spPr/>
        <p:txBody>
          <a:bodyPr/>
          <a:lstStyle/>
          <a:p>
            <a:endParaRPr/>
          </a:p>
        </p:txBody>
      </p:sp>
      <p:sp>
        <p:nvSpPr>
          <p:cNvPr id="3" name="Title 2"/>
          <p:cNvSpPr>
            <a:spLocks noGrp="1"/>
          </p:cNvSpPr>
          <p:nvPr>
            <p:ph type="title"/>
          </p:nvPr>
        </p:nvSpPr>
        <p:spPr/>
        <p:txBody>
          <a:bodyPr/>
          <a:lstStyle/>
          <a:p>
            <a:r>
              <a:t>Using Copilot to implement encryption and key management</a:t>
            </a:r>
          </a:p>
        </p:txBody>
      </p:sp>
      <p:sp>
        <p:nvSpPr>
          <p:cNvPr id="4" name="Content Placeholder 3"/>
          <p:cNvSpPr>
            <a:spLocks noGrp="1"/>
          </p:cNvSpPr>
          <p:nvPr>
            <p:ph idx="1"/>
          </p:nvPr>
        </p:nvSpPr>
        <p:spPr/>
        <p:txBody>
          <a:bodyPr/>
          <a:lstStyle/>
          <a:p>
            <a:endParaRPr/>
          </a:p>
          <a:p>
            <a:r>
              <a:t>Copilot selects correct cipher modes and generates secure IVs</a:t>
            </a:r>
          </a:p>
          <a:p>
            <a:r>
              <a:t>Integrates cloud key management services automatically</a:t>
            </a:r>
          </a:p>
          <a:p>
            <a:r>
              <a:t>Implements key derivation with current iteration counts</a:t>
            </a:r>
          </a:p>
          <a:p>
            <a:r>
              <a:t>GHAS secret scanning prevents key leaks in repositories</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7"/>
          </p:nvPr>
        </p:nvSpPr>
        <p:spPr/>
        <p:txBody>
          <a:bodyPr/>
          <a:lstStyle/>
          <a:p>
            <a:endParaRPr/>
          </a:p>
        </p:txBody>
      </p:sp>
      <p:sp>
        <p:nvSpPr>
          <p:cNvPr id="3" name="Title 2"/>
          <p:cNvSpPr>
            <a:spLocks noGrp="1"/>
          </p:cNvSpPr>
          <p:nvPr>
            <p:ph type="title"/>
          </p:nvPr>
        </p:nvSpPr>
        <p:spPr/>
        <p:txBody>
          <a:bodyPr/>
          <a:lstStyle/>
          <a:p>
            <a:r>
              <a:t>Using Copilot to secure API gateways</a:t>
            </a:r>
          </a:p>
        </p:txBody>
      </p:sp>
      <p:sp>
        <p:nvSpPr>
          <p:cNvPr id="4" name="Content Placeholder 3"/>
          <p:cNvSpPr>
            <a:spLocks noGrp="1"/>
          </p:cNvSpPr>
          <p:nvPr>
            <p:ph idx="1"/>
          </p:nvPr>
        </p:nvSpPr>
        <p:spPr/>
        <p:txBody>
          <a:bodyPr/>
          <a:lstStyle/>
          <a:p>
            <a:endParaRPr/>
          </a:p>
          <a:p>
            <a:r>
              <a:t>Generates complete middleware stacks with security controls</a:t>
            </a:r>
          </a:p>
          <a:p>
            <a:r>
              <a:t>Implements rate limiting using distributed caching patterns</a:t>
            </a:r>
          </a:p>
          <a:p>
            <a:r>
              <a:t>Creates claim-based authorization from security requirements</a:t>
            </a:r>
          </a:p>
          <a:p>
            <a:r>
              <a:t>GHAS policies enforce gateway security standards</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7"/>
          </p:nvPr>
        </p:nvSpPr>
        <p:spPr/>
        <p:txBody>
          <a:bodyPr/>
          <a:lstStyle/>
          <a:p>
            <a:endParaRPr/>
          </a:p>
        </p:txBody>
      </p:sp>
      <p:sp>
        <p:nvSpPr>
          <p:cNvPr id="3" name="Title 2"/>
          <p:cNvSpPr>
            <a:spLocks noGrp="1"/>
          </p:cNvSpPr>
          <p:nvPr>
            <p:ph type="title"/>
          </p:nvPr>
        </p:nvSpPr>
        <p:spPr/>
        <p:txBody>
          <a:bodyPr/>
          <a:lstStyle/>
          <a:p>
            <a:r>
              <a:t>Using Copilot to implement zero-trust architecture</a:t>
            </a:r>
          </a:p>
        </p:txBody>
      </p:sp>
      <p:sp>
        <p:nvSpPr>
          <p:cNvPr id="4" name="Content Placeholder 3"/>
          <p:cNvSpPr>
            <a:spLocks noGrp="1"/>
          </p:cNvSpPr>
          <p:nvPr>
            <p:ph idx="1"/>
          </p:nvPr>
        </p:nvSpPr>
        <p:spPr/>
        <p:txBody>
          <a:bodyPr/>
          <a:lstStyle/>
          <a:p>
            <a:endParaRPr/>
          </a:p>
          <a:p>
            <a:r>
              <a:t>Generates infrastructure-as-code for network segmentation</a:t>
            </a:r>
          </a:p>
          <a:p>
            <a:r>
              <a:t>Creates service mesh configurations with mutual TLS</a:t>
            </a:r>
          </a:p>
          <a:p>
            <a:r>
              <a:t>Produces compliance tests that validate security policies</a:t>
            </a:r>
          </a:p>
          <a:p>
            <a:r>
              <a:t>GHAS scans IaC for misconfigurations before deployment</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7"/>
          </p:nvPr>
        </p:nvSpPr>
        <p:spPr/>
        <p:txBody>
          <a:bodyPr/>
          <a:lstStyle/>
          <a:p>
            <a:endParaRPr/>
          </a:p>
        </p:txBody>
      </p:sp>
      <p:sp>
        <p:nvSpPr>
          <p:cNvPr id="3" name="Title 2"/>
          <p:cNvSpPr>
            <a:spLocks noGrp="1"/>
          </p:cNvSpPr>
          <p:nvPr>
            <p:ph type="title"/>
          </p:nvPr>
        </p:nvSpPr>
        <p:spPr/>
        <p:txBody>
          <a:bodyPr/>
          <a:lstStyle/>
          <a:p>
            <a:r>
              <a:t>Key takeaways: Security implementation with Copilot and GHAS</a:t>
            </a:r>
          </a:p>
        </p:txBody>
      </p:sp>
      <p:sp>
        <p:nvSpPr>
          <p:cNvPr id="4" name="Content Placeholder 3"/>
          <p:cNvSpPr>
            <a:spLocks noGrp="1"/>
          </p:cNvSpPr>
          <p:nvPr>
            <p:ph idx="1"/>
          </p:nvPr>
        </p:nvSpPr>
        <p:spPr/>
        <p:txBody>
          <a:bodyPr/>
          <a:lstStyle/>
          <a:p>
            <a:endParaRPr/>
          </a:p>
          <a:p>
            <a:r>
              <a:t>Copilot implements security patterns from cryptographic and compliance knowledge</a:t>
            </a:r>
          </a:p>
          <a:p>
            <a:r>
              <a:t>GHAS validates outputs and enforces policies automatically</a:t>
            </a:r>
          </a:p>
          <a:p>
            <a:r>
              <a:t>Prompt quality determines implementation quality - be specific</a:t>
            </a:r>
          </a:p>
          <a:p>
            <a:r>
              <a:t>The workflow is generate → validate → deploy with confidence</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7"/>
          </p:nvPr>
        </p:nvSpPr>
        <p:spPr/>
        <p:txBody>
          <a:bodyPr/>
          <a:lstStyle/>
          <a:p>
            <a:endParaRPr/>
          </a:p>
        </p:txBody>
      </p:sp>
      <p:sp>
        <p:nvSpPr>
          <p:cNvPr id="3" name="Title 2"/>
          <p:cNvSpPr>
            <a:spLocks noGrp="1"/>
          </p:cNvSpPr>
          <p:nvPr>
            <p:ph type="title"/>
          </p:nvPr>
        </p:nvSpPr>
        <p:spPr/>
        <p:txBody>
          <a:bodyPr/>
          <a:lstStyle/>
          <a:p>
            <a:r>
              <a:t>Next steps</a:t>
            </a:r>
          </a:p>
        </p:txBody>
      </p:sp>
      <p:sp>
        <p:nvSpPr>
          <p:cNvPr id="4" name="Content Placeholder 3"/>
          <p:cNvSpPr>
            <a:spLocks noGrp="1"/>
          </p:cNvSpPr>
          <p:nvPr>
            <p:ph idx="1"/>
          </p:nvPr>
        </p:nvSpPr>
        <p:spPr/>
        <p:txBody>
          <a:bodyPr/>
          <a:lstStyle/>
          <a:p>
            <a:endParaRPr/>
          </a:p>
          <a:p>
            <a:r>
              <a:t>Practice: Use Copilot to implement authentication in your services</a:t>
            </a:r>
          </a:p>
          <a:p>
            <a:r>
              <a:t>Lesson 3: Automated security testing with Copilot</a:t>
            </a:r>
          </a:p>
          <a:p>
            <a:r>
              <a:t>Resources: timw.info/copilot-security</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theme/theme1.xml><?xml version="1.0" encoding="utf-8"?>
<a:theme xmlns:a="http://schemas.openxmlformats.org/drawingml/2006/main" name="Pearson Theme">
  <a:themeElements>
    <a:clrScheme name="Pearson Theme">
      <a:dk1>
        <a:srgbClr val="000000"/>
      </a:dk1>
      <a:lt1>
        <a:srgbClr val="FFFFFF"/>
      </a:lt1>
      <a:dk2>
        <a:srgbClr val="0D004D"/>
      </a:dk2>
      <a:lt2>
        <a:srgbClr val="FFFFFF"/>
      </a:lt2>
      <a:accent1>
        <a:srgbClr val="B79BFE"/>
      </a:accent1>
      <a:accent2>
        <a:srgbClr val="7950E2"/>
      </a:accent2>
      <a:accent3>
        <a:srgbClr val="56E2E1"/>
      </a:accent3>
      <a:accent4>
        <a:srgbClr val="EC8DE2"/>
      </a:accent4>
      <a:accent5>
        <a:srgbClr val="FFCE00"/>
      </a:accent5>
      <a:accent6>
        <a:srgbClr val="B820A9"/>
      </a:accent6>
      <a:hlink>
        <a:srgbClr val="B79BFE"/>
      </a:hlink>
      <a:folHlink>
        <a:srgbClr val="B79BF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9525">
          <a:solidFill>
            <a:schemeClr val="tx2"/>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100" dirty="0" smtClean="0">
            <a:solidFill>
              <a:schemeClr val="tx2"/>
            </a:solidFill>
          </a:defRPr>
        </a:defPPr>
      </a:lstStyle>
    </a:txDef>
  </a:objectDefaults>
  <a:extraClrSchemeLst/>
  <a:custClrLst>
    <a:custClr name="Pearson Purple">
      <a:srgbClr val="0D004D"/>
    </a:custClr>
    <a:custClr name="Amethyst">
      <a:srgbClr val="512EAB"/>
    </a:custClr>
    <a:custClr name="Light Purple">
      <a:srgbClr val="C1BFFF"/>
    </a:custClr>
    <a:custClr name="Fuchsia">
      <a:srgbClr val="DF41CF"/>
    </a:custClr>
    <a:custClr name="Amber">
      <a:srgbClr val="FFCE00"/>
    </a:custClr>
    <a:custClr name="Turquoise">
      <a:srgbClr val="56E2E1"/>
    </a:custClr>
    <a:custClr name="Blank">
      <a:srgbClr val="FFFFFF"/>
    </a:custClr>
    <a:custClr name="Blank">
      <a:srgbClr val="FFFFFF"/>
    </a:custClr>
    <a:custClr name="Blank">
      <a:srgbClr val="FFFFFF"/>
    </a:custClr>
    <a:custClr name="Positive">
      <a:srgbClr val="00C800"/>
    </a:custClr>
    <a:custClr name="Blank">
      <a:srgbClr val="FFFFFF"/>
    </a:custClr>
    <a:custClr name="Blank">
      <a:srgbClr val="FFFFFF"/>
    </a:custClr>
    <a:custClr name="Mist Purple">
      <a:srgbClr val="EDECF6"/>
    </a:custClr>
    <a:custClr name="Fuschia Tint">
      <a:srgbClr val="EFA0E7"/>
    </a:custClr>
    <a:custClr name="Amber Tint">
      <a:srgbClr val="FFE67F"/>
    </a:custClr>
    <a:custClr name="Turquoise Tint">
      <a:srgbClr val="B3F2F1"/>
    </a:custClr>
    <a:custClr name="Blank">
      <a:srgbClr val="FFFFFF"/>
    </a:custClr>
    <a:custClr name="Blank">
      <a:srgbClr val="FFFFFF"/>
    </a:custClr>
    <a:custClr name="Blank">
      <a:srgbClr val="FFFFFF"/>
    </a:custClr>
    <a:custClr name="Negative">
      <a:srgbClr val="FF0000"/>
    </a:custClr>
  </a:custClrLst>
  <a:extLst>
    <a:ext uri="{05A4C25C-085E-4340-85A3-A5531E510DB2}">
      <thm15:themeFamily xmlns:thm15="http://schemas.microsoft.com/office/thememl/2012/main" name="sPearson_PPT-Template-MATER" id="{79B6B0D6-2E33-B34D-A39A-4F3201A2CE45}" vid="{507AAD7F-F5FF-0D46-972D-39A75A18AB3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Plus Jakarta Sans"/>
        <a:font script="Hebr" typeface="Plus Jakarta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Plus Jakarta Sans"/>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Pearson Purple">
      <a:srgbClr val="0D004D"/>
    </a:custClr>
    <a:custClr name="Amethyst">
      <a:srgbClr val="512EAB"/>
    </a:custClr>
    <a:custClr name="Light Purple">
      <a:srgbClr val="C1BFFF"/>
    </a:custClr>
    <a:custClr name="Fuchsia">
      <a:srgbClr val="DF41CF"/>
    </a:custClr>
    <a:custClr name="Amber">
      <a:srgbClr val="FFCE00"/>
    </a:custClr>
    <a:custClr name="Turquoise">
      <a:srgbClr val="56E2E1"/>
    </a:custClr>
    <a:custClr name="Blank">
      <a:srgbClr val="FFFFFF"/>
    </a:custClr>
    <a:custClr name="Blank">
      <a:srgbClr val="FFFFFF"/>
    </a:custClr>
    <a:custClr name="Blank">
      <a:srgbClr val="FFFFFF"/>
    </a:custClr>
    <a:custClr name="Positive">
      <a:srgbClr val="00C800"/>
    </a:custClr>
    <a:custClr name="Blank">
      <a:srgbClr val="FFFFFF"/>
    </a:custClr>
    <a:custClr name="Blank">
      <a:srgbClr val="FFFFFF"/>
    </a:custClr>
    <a:custClr name="Mist Purple">
      <a:srgbClr val="EDECF6"/>
    </a:custClr>
    <a:custClr name="Fuschia Tint">
      <a:srgbClr val="EFA0E7"/>
    </a:custClr>
    <a:custClr name="Amber Tint">
      <a:srgbClr val="FFE67F"/>
    </a:custClr>
    <a:custClr name="Turquoise Tint">
      <a:srgbClr val="B3F2F1"/>
    </a:custClr>
    <a:custClr name="Blank">
      <a:srgbClr val="FFFFFF"/>
    </a:custClr>
    <a:custClr name="Blank">
      <a:srgbClr val="FFFFFF"/>
    </a:custClr>
    <a:custClr name="Blank">
      <a:srgbClr val="FFFFFF"/>
    </a:custClr>
    <a:custClr name="Negative">
      <a:srgbClr val="FF0000"/>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Plus Jakarta Sans"/>
        <a:font script="Hebr" typeface="Plus Jakarta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Plus Jakarta Sans"/>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1501a101-02f8-4cb9-8ad4-ac4c2bb50a5e">
      <Terms xmlns="http://schemas.microsoft.com/office/infopath/2007/PartnerControls"/>
    </lcf76f155ced4ddcb4097134ff3c332f>
    <TaxCatchAll xmlns="53af226d-ba0a-4b77-ace2-7e16defb849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8418544ccbba6eabd8ad7f32b71cd208">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263f9987bbc11137d77341febd189c27"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B632359-E01D-454D-81AF-DC4F0EFDEC38}">
  <ds:schemaRefs>
    <ds:schemaRef ds:uri="http://schemas.openxmlformats.org/package/2006/metadata/core-properties"/>
    <ds:schemaRef ds:uri="http://purl.org/dc/elements/1.1/"/>
    <ds:schemaRef ds:uri="http://schemas.microsoft.com/office/2006/documentManagement/types"/>
    <ds:schemaRef ds:uri="http://www.w3.org/XML/1998/namespace"/>
    <ds:schemaRef ds:uri="http://purl.org/dc/terms/"/>
    <ds:schemaRef ds:uri="http://schemas.microsoft.com/office/infopath/2007/PartnerControls"/>
    <ds:schemaRef ds:uri="84ffc5bf-a0ff-449e-baf2-5e09aebe7ba1"/>
    <ds:schemaRef ds:uri="67f32d8e-c004-4b2a-8588-6055e191469e"/>
    <ds:schemaRef ds:uri="http://schemas.microsoft.com/office/2006/metadata/properties"/>
    <ds:schemaRef ds:uri="http://purl.org/dc/dcmitype/"/>
    <ds:schemaRef ds:uri="caddc159-c4ca-4a4a-9064-6dfaa4844b46"/>
    <ds:schemaRef ds:uri="e1b973b6-5219-468f-b3ec-38ae00307620"/>
    <ds:schemaRef ds:uri="http://schemas.microsoft.com/sharepoint/v3"/>
    <ds:schemaRef ds:uri="1501a101-02f8-4cb9-8ad4-ac4c2bb50a5e"/>
    <ds:schemaRef ds:uri="53af226d-ba0a-4b77-ace2-7e16defb8490"/>
  </ds:schemaRefs>
</ds:datastoreItem>
</file>

<file path=customXml/itemProps2.xml><?xml version="1.0" encoding="utf-8"?>
<ds:datastoreItem xmlns:ds="http://schemas.openxmlformats.org/officeDocument/2006/customXml" ds:itemID="{D5567F57-78B4-46F6-80D2-A007D6BF718A}">
  <ds:schemaRefs>
    <ds:schemaRef ds:uri="http://schemas.microsoft.com/sharepoint/v3/contenttype/forms"/>
  </ds:schemaRefs>
</ds:datastoreItem>
</file>

<file path=customXml/itemProps3.xml><?xml version="1.0" encoding="utf-8"?>
<ds:datastoreItem xmlns:ds="http://schemas.openxmlformats.org/officeDocument/2006/customXml" ds:itemID="{0EA66C5E-8F7B-4119-B1EF-AB769ABA50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Pearson Theme</Template>
  <TotalTime>20587</TotalTime>
  <Words>4924</Words>
  <Application>Microsoft Office PowerPoint</Application>
  <PresentationFormat>Widescreen</PresentationFormat>
  <Paragraphs>183</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Plus Jakarta Sans Medium</vt:lpstr>
      <vt:lpstr>Plus Jakarta Sans</vt:lpstr>
      <vt:lpstr>Courier New</vt:lpstr>
      <vt:lpstr>Pearson Theme</vt:lpstr>
      <vt:lpstr>GitHub Copilot for Cybersecurity Specialists</vt:lpstr>
      <vt:lpstr>Lesson 2: Implement security protocols with GitHub Copilot</vt:lpstr>
      <vt:lpstr>How GitHub Copilot understands security</vt:lpstr>
      <vt:lpstr>GitHub Advanced Security validates Copilot outputs</vt:lpstr>
      <vt:lpstr>Using Copilot to implement secure authentication</vt:lpstr>
      <vt:lpstr>Using Copilot to implement encryption and key management</vt:lpstr>
      <vt:lpstr>Using Copilot to secure API gateways</vt:lpstr>
      <vt:lpstr>Using Copilot to implement zero-trust architecture</vt:lpstr>
      <vt:lpstr>Key takeaways: Security implementation with Copilot and GHAS</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Sean Donelson</dc:creator>
  <cp:lastModifiedBy>Tim Warner</cp:lastModifiedBy>
  <cp:revision>15</cp:revision>
  <dcterms:created xsi:type="dcterms:W3CDTF">2025-09-10T17:43:01Z</dcterms:created>
  <dcterms:modified xsi:type="dcterms:W3CDTF">2025-11-16T21:37:43Z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ies>
</file>